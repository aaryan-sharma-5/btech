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-114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Biosignals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ECG, EMG, EEG, PPG</a:t>
            </a:r>
          </a:p>
          <a:p>
            <a:endParaRPr dirty="0"/>
          </a:p>
          <a:p>
            <a:r>
              <a:rPr dirty="0"/>
              <a:t>Biomedical Signal </a:t>
            </a:r>
            <a:r>
              <a:rPr dirty="0" smtClean="0"/>
              <a:t>Fundamentals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Biosignals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Signals generated by physiological activities</a:t>
            </a:r>
          </a:p>
          <a:p>
            <a:r>
              <a:rPr dirty="0"/>
              <a:t>• Electrical or optical in </a:t>
            </a:r>
            <a:r>
              <a:rPr dirty="0" smtClean="0"/>
              <a:t>nature</a:t>
            </a:r>
            <a:endParaRPr lang="en-US" dirty="0" smtClean="0"/>
          </a:p>
          <a:p>
            <a:r>
              <a:rPr lang="en-US" b="1" dirty="0"/>
              <a:t>Electrical signals</a:t>
            </a:r>
            <a:r>
              <a:rPr lang="en-US" dirty="0"/>
              <a:t> measure voltage generated by ion movement in tissues.</a:t>
            </a:r>
          </a:p>
          <a:p>
            <a:r>
              <a:rPr lang="en-US" b="1"/>
              <a:t>Optical signals</a:t>
            </a:r>
            <a:r>
              <a:rPr lang="en-US"/>
              <a:t> measure changes in light due to blood flow in tissues.</a:t>
            </a:r>
          </a:p>
          <a:p>
            <a:endParaRPr/>
          </a:p>
          <a:p>
            <a:r>
              <a:rPr dirty="0"/>
              <a:t>• Reflect organ and system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Biosignals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Disease diagnosis</a:t>
            </a:r>
          </a:p>
          <a:p>
            <a:r>
              <a:t>• Continuous monitoring</a:t>
            </a:r>
          </a:p>
          <a:p>
            <a:r>
              <a:t>• Wearable &amp; remote healthcare</a:t>
            </a:r>
          </a:p>
          <a:p>
            <a:r>
              <a:t>• Research and AI-based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Biosignals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Electrical: ECG, EMG, EEG</a:t>
            </a:r>
          </a:p>
          <a:p>
            <a:r>
              <a:t>• Optical: PPG</a:t>
            </a:r>
          </a:p>
          <a:p>
            <a:r>
              <a:t>• Mechanical</a:t>
            </a:r>
          </a:p>
          <a:p>
            <a:r>
              <a:t>• Chemical</a:t>
            </a:r>
          </a:p>
          <a:p>
            <a:r>
              <a:t>• Thermal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ECG – Electrocardiogram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Electrical activity of the heart</a:t>
            </a:r>
          </a:p>
          <a:p>
            <a:r>
              <a:t>• P–QRS–T waveform</a:t>
            </a:r>
          </a:p>
          <a:p>
            <a:r>
              <a:t>• Amplitude: ~1 mV</a:t>
            </a:r>
          </a:p>
          <a:p>
            <a:r>
              <a:t>• Frequency: 0.05–150 Hz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ECG –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rate &amp; rhythm analysis</a:t>
            </a:r>
          </a:p>
          <a:p>
            <a:r>
              <a:t>• Arrhythmia detection</a:t>
            </a:r>
          </a:p>
          <a:p>
            <a:r>
              <a:t>• Cardiac stress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EMG – Electromyogram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Electrical activity of skeletal muscles</a:t>
            </a:r>
          </a:p>
          <a:p>
            <a:r>
              <a:t>• Generated during contraction</a:t>
            </a:r>
          </a:p>
          <a:p>
            <a:r>
              <a:t>• Amplitude: µV–mV</a:t>
            </a:r>
          </a:p>
          <a:p>
            <a:r>
              <a:t>• Frequency: 20–500 Hz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EMG –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Neuromuscular disorder diagnosis</a:t>
            </a:r>
          </a:p>
          <a:p>
            <a:r>
              <a:t>• Prosthetic &amp; robotic control</a:t>
            </a:r>
          </a:p>
          <a:p>
            <a:r>
              <a:t>• Sports biomechanics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EEG – Electroencephalogram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Electrical activity of the brain</a:t>
            </a:r>
          </a:p>
          <a:p>
            <a:r>
              <a:t>• Measured from scalp electrodes</a:t>
            </a:r>
          </a:p>
          <a:p>
            <a:r>
              <a:t>• Amplitude: µV</a:t>
            </a:r>
          </a:p>
          <a:p>
            <a:r>
              <a:t>• Frequency: 0.5–100 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EEG – Brain Waves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Delta (0.5–4 Hz)</a:t>
            </a:r>
          </a:p>
          <a:p>
            <a:r>
              <a:t>• Theta (4–8 Hz)</a:t>
            </a:r>
          </a:p>
          <a:p>
            <a:r>
              <a:t>• Alpha (8–13 Hz)</a:t>
            </a:r>
          </a:p>
          <a:p>
            <a:r>
              <a:t>• Beta (13–30 Hz)</a:t>
            </a:r>
          </a:p>
          <a:p>
            <a:r>
              <a:t>• Gamma (&gt;30 Hz)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EEG –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Epilepsy detection</a:t>
            </a:r>
          </a:p>
          <a:p>
            <a:r>
              <a:t>• Sleep analysis</a:t>
            </a:r>
          </a:p>
          <a:p>
            <a:r>
              <a:t>• Brain–computer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PPG – Photoplethysmogram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Optical measurement of blood volume changes</a:t>
            </a:r>
          </a:p>
          <a:p>
            <a:r>
              <a:t>• Uses LED &amp; photodetector</a:t>
            </a:r>
          </a:p>
          <a:p>
            <a:r>
              <a:t>• Non-invasive</a:t>
            </a:r>
          </a:p>
          <a:p>
            <a:r>
              <a:t>• Used in wearables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PPG –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Heart rate monitoring</a:t>
            </a:r>
          </a:p>
          <a:p>
            <a:r>
              <a:t>• Oxygen saturation (SpO₂)</a:t>
            </a:r>
          </a:p>
          <a:p>
            <a:r>
              <a:t>• Fitness trackers &amp; smartwatches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ECG, EMG, EEG, PPG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ECG: Heart (Electrical)</a:t>
            </a:r>
          </a:p>
          <a:p>
            <a:r>
              <a:t>EMG: Muscle (Electrical)</a:t>
            </a:r>
          </a:p>
          <a:p>
            <a:r>
              <a:t>EEG: Brain (Electrical)</a:t>
            </a:r>
          </a:p>
          <a:p>
            <a:r>
              <a:t>PPG: Blood flow (Optical)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Noise &amp; motion artifacts</a:t>
            </a:r>
          </a:p>
          <a:p>
            <a:r>
              <a:t>• Low amplitude signals</a:t>
            </a:r>
          </a:p>
          <a:p>
            <a:r>
              <a:t>• Baseline drift</a:t>
            </a:r>
          </a:p>
          <a:p>
            <a:r>
              <a:t>• Need for filtering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Biosignals reveal vital physiological information</a:t>
            </a:r>
          </a:p>
          <a:p>
            <a:r>
              <a:t>• ECG, EMG, EEG, PPG are core signals</a:t>
            </a:r>
          </a:p>
          <a:p>
            <a:r>
              <a:t>• Foundation of biomedical instrumentation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358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Introduction to Biosignals</vt:lpstr>
      <vt:lpstr>Biosignals – Definition</vt:lpstr>
      <vt:lpstr>Why Biosignals Matter</vt:lpstr>
      <vt:lpstr>Classification of Biosignals</vt:lpstr>
      <vt:lpstr>ECG – Electrocardiogram</vt:lpstr>
      <vt:lpstr>ECG – Applications</vt:lpstr>
      <vt:lpstr>EMG – Electromyogram</vt:lpstr>
      <vt:lpstr>EMG – Applications</vt:lpstr>
      <vt:lpstr>EEG – Electroencephalogram</vt:lpstr>
      <vt:lpstr>EEG – Brain Waves</vt:lpstr>
      <vt:lpstr>EEG – Applications</vt:lpstr>
      <vt:lpstr>PPG – Photoplethysmogram</vt:lpstr>
      <vt:lpstr>PPG – Applications</vt:lpstr>
      <vt:lpstr>Comparison of ECG, EMG, EEG, PPG</vt:lpstr>
      <vt:lpstr>Signal Challenges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Biosignals</dc:title>
  <dc:creator>Admin</dc:creator>
  <dc:description>generated using python-pptx</dc:description>
  <cp:lastModifiedBy>Admin</cp:lastModifiedBy>
  <cp:revision>3</cp:revision>
  <dcterms:created xsi:type="dcterms:W3CDTF">2013-01-27T09:14:16Z</dcterms:created>
  <dcterms:modified xsi:type="dcterms:W3CDTF">2026-01-29T06:23:52Z</dcterms:modified>
</cp:coreProperties>
</file>