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QX6V75G9Gh4Egy47YH7KpYzgx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Closure properties of CFLs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Closure ? 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CFL are closed under some operation means after performing that particular operation on those CFLs, The resultant language is CFL.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Closure properties of CFLs 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The context free languages </a:t>
            </a:r>
            <a:r>
              <a:rPr b="1" lang="en-IN" sz="2400">
                <a:solidFill>
                  <a:srgbClr val="FF0000"/>
                </a:solidFill>
              </a:rPr>
              <a:t>are closed </a:t>
            </a:r>
            <a:r>
              <a:rPr lang="en-IN" sz="2400"/>
              <a:t>under the following operations:-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Union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Concatenation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Closure and positive closure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Homomorphism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Closure properties of CFLs 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The context free languages </a:t>
            </a:r>
            <a:r>
              <a:rPr b="1" lang="en-IN" sz="2400">
                <a:solidFill>
                  <a:srgbClr val="FF0000"/>
                </a:solidFill>
              </a:rPr>
              <a:t>are not closed </a:t>
            </a:r>
            <a:r>
              <a:rPr lang="en-IN" sz="2400"/>
              <a:t>under the following operations:-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Intersection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Complement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67544" y="0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Closed under Union</a:t>
            </a:r>
            <a:endParaRPr b="1" sz="3200"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620688"/>
            <a:ext cx="8229600" cy="6048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L1 and L2 are Context free languages then L=L1 U L2 is also Context free.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Proof:-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Let L1 and L2 be CFLs generated by the CFGs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G1=(V1,T1,P1,S1)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G2=(V2,T2,P2,S2)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We assume that V1 and V2 are disjoint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Also S3 is not in V1 or V2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Construct a grammar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G3=(V3,T3,P3,S3)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V3=V1 U V2 U {S3},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T3=T1 U T2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IN" sz="2400">
                <a:solidFill>
                  <a:srgbClr val="FF0000"/>
                </a:solidFill>
              </a:rPr>
              <a:t>P3 =P1 U P2 U { S3-&gt;S1|S2 }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67544" y="0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Closed under Union</a:t>
            </a:r>
            <a:endParaRPr b="1" sz="3200"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If w is in L1, then the derivation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S3=&gt;S1=&gt;w is a derivation in G3, As every production of G1 is a production of G3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Similarly every word in L2 has a derivation in G3 beginning with S3=&gt;S2.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L(G3) contains those strings that are derivable from S1 as well as derivable from S2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Thus L1 U L2 ᴄ L(G3)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As all the strings of G1 and G2 can be derived from G3 and can be represented in VTPS format, Thus it is Closed under Union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195336" y="44624"/>
            <a:ext cx="8697144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Closed under Concatenation</a:t>
            </a:r>
            <a:endParaRPr b="1" sz="2800"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If L1 and L2 are Context free languages then L=L1.L2 is also Context free.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Proof:-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Let L1 and L2 be CFLs generated by the CFGs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G1=(V1,T1,P1,S1) 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G2=(V2,T2,P2,S2)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We assume that V1 and V2 are disjoint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Also S4 is not in V1 or V2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For L1.L2,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Construct a grammar 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G4=(V1 U V2 U {S4},T1 U T2,P4,S4) 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P4=P1 U P2 U {S4-&gt;S1S2}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The proof that L(G4)=L(G1)L(G2) is similar to the proof for union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195336" y="44624"/>
            <a:ext cx="8697144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Closed under Concatenation</a:t>
            </a:r>
            <a:endParaRPr b="1" sz="2800"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For L1.L2,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Construct a grammar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G4=(V1 U V2 U {S4},T1 U T2,P4,S4)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P4=P1 U P2 U {S4-&gt;S1S2}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proof that L(G4)=L(G1)L(G2) is similar to the proof for union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All the strings S1 followed by strings s2 can be generated by the grammar G4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G4 can be represented in VTPS format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Thus, G4 is closed under Concatenation</a:t>
            </a:r>
            <a:endParaRPr b="1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457200" y="692696"/>
            <a:ext cx="8229600" cy="5832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If L1 and If L2 are two context free languages, their concatenation L1.L2 will also be context free. 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For example,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L1 = { a</a:t>
            </a:r>
            <a:r>
              <a:rPr baseline="30000" lang="en-IN"/>
              <a:t>n</a:t>
            </a:r>
            <a:r>
              <a:rPr lang="en-IN"/>
              <a:t>b</a:t>
            </a:r>
            <a:r>
              <a:rPr baseline="30000" lang="en-IN"/>
              <a:t>n</a:t>
            </a:r>
            <a:r>
              <a:rPr lang="en-IN"/>
              <a:t> | n &gt;= 0 }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L2 = { c</a:t>
            </a:r>
            <a:r>
              <a:rPr baseline="30000" lang="en-IN"/>
              <a:t>m</a:t>
            </a:r>
            <a:r>
              <a:rPr lang="en-IN"/>
              <a:t>d</a:t>
            </a:r>
            <a:r>
              <a:rPr baseline="30000" lang="en-IN"/>
              <a:t>m</a:t>
            </a:r>
            <a:r>
              <a:rPr lang="en-IN"/>
              <a:t> | m &gt;= 0 }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L3 = L1.L2 = {a</a:t>
            </a:r>
            <a:r>
              <a:rPr baseline="30000" lang="en-IN"/>
              <a:t>n</a:t>
            </a:r>
            <a:r>
              <a:rPr lang="en-IN"/>
              <a:t>b</a:t>
            </a:r>
            <a:r>
              <a:rPr baseline="30000" lang="en-IN"/>
              <a:t>n </a:t>
            </a:r>
            <a:r>
              <a:rPr lang="en-IN"/>
              <a:t>c</a:t>
            </a:r>
            <a:r>
              <a:rPr baseline="30000" lang="en-IN"/>
              <a:t>m</a:t>
            </a:r>
            <a:r>
              <a:rPr lang="en-IN"/>
              <a:t>d</a:t>
            </a:r>
            <a:r>
              <a:rPr baseline="30000" lang="en-IN"/>
              <a:t>m </a:t>
            </a:r>
            <a:r>
              <a:rPr lang="en-IN"/>
              <a:t>| m &gt;= 0 and n &gt;= 0}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L1 says number of a’s should be equal to number of b’s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L2 says number of c’s should be equal to number of d’s. 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Concatenation says first number of a’s should be equal to number of b’s, then number of c’s should be equal to number of d’s. 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We can create a PDA which will first push for a’s, pop for b’s, push for c’s then pop for d’s.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So it can be accepted by pushdown automata, hence context free.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Thus, CFL are closed under Concatenation. </a:t>
            </a:r>
            <a:endParaRPr/>
          </a:p>
        </p:txBody>
      </p:sp>
      <p:sp>
        <p:nvSpPr>
          <p:cNvPr id="133" name="Google Shape;133;p9"/>
          <p:cNvSpPr txBox="1"/>
          <p:nvPr>
            <p:ph type="title"/>
          </p:nvPr>
        </p:nvSpPr>
        <p:spPr>
          <a:xfrm>
            <a:off x="195336" y="44624"/>
            <a:ext cx="8697144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Closed under Concatenation</a:t>
            </a:r>
            <a:endParaRPr b="1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107504" y="-27384"/>
            <a:ext cx="8928992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Closed under Kleene Closure</a:t>
            </a:r>
            <a:endParaRPr b="1" sz="2800"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395536" y="692696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L1 is Context free languages then L=L1* is also Context free.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Proof:-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Let L1 be CFL generated by the CFG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G1=(V1,T1,P1,S1)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Also S5 is not in V1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For L1*,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Construct a grammar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G5=(V1 U {S5},T1 ,P5,S5)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P5=P1 U {S5-&gt;S1S5|</a:t>
            </a:r>
            <a:r>
              <a:rPr lang="en-IN" sz="2400">
                <a:latin typeface="Lucida Sans"/>
                <a:ea typeface="Lucida Sans"/>
                <a:cs typeface="Lucida Sans"/>
                <a:sym typeface="Lucida Sans"/>
              </a:rPr>
              <a:t>ε}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proof that L(G5)=L(G1)* can be done similarly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195336" y="44624"/>
            <a:ext cx="8697144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Closed under Concatenation</a:t>
            </a:r>
            <a:endParaRPr b="1" sz="2800"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For L1*,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Construct a grammar G5=(V1 U {S5},T1 ,P5,S5)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where P5 is P1 plus the production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S5-&gt;S1S5|</a:t>
            </a:r>
            <a:r>
              <a:rPr lang="en-IN" sz="2400">
                <a:latin typeface="Lucida Sans"/>
                <a:ea typeface="Lucida Sans"/>
                <a:cs typeface="Lucida Sans"/>
                <a:sym typeface="Lucida Sans"/>
              </a:rPr>
              <a:t>ε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The proof that L(G5)=L(G1)* can be done similarly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All the strings for S1* can be generated by the grammar G5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G5 can be represented in VTPS format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Thus, G5 is closed under Kleene Closure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107504" y="-27384"/>
            <a:ext cx="8928992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Not Closed under Intersection</a:t>
            </a:r>
            <a:endParaRPr b="1" sz="2800"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Let us take two languages L1 and L2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L1={a</a:t>
            </a:r>
            <a:r>
              <a:rPr baseline="30000" lang="en-IN" sz="2400"/>
              <a:t>i</a:t>
            </a:r>
            <a:r>
              <a:rPr lang="en-IN" sz="2400"/>
              <a:t>b</a:t>
            </a:r>
            <a:r>
              <a:rPr baseline="30000" lang="en-IN" sz="2400"/>
              <a:t>i</a:t>
            </a:r>
            <a:r>
              <a:rPr lang="en-IN" sz="2400"/>
              <a:t>c</a:t>
            </a:r>
            <a:r>
              <a:rPr baseline="30000" lang="en-IN" sz="2400"/>
              <a:t>j</a:t>
            </a:r>
            <a:r>
              <a:rPr lang="en-IN" sz="2400"/>
              <a:t>|i&gt;=1 and j&gt;=1} and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L2={a</a:t>
            </a:r>
            <a:r>
              <a:rPr baseline="30000" lang="en-IN" sz="2400"/>
              <a:t>i</a:t>
            </a:r>
            <a:r>
              <a:rPr lang="en-IN" sz="2400"/>
              <a:t>b</a:t>
            </a:r>
            <a:r>
              <a:rPr baseline="30000" lang="en-IN" sz="2400"/>
              <a:t>j</a:t>
            </a:r>
            <a:r>
              <a:rPr lang="en-IN" sz="2400"/>
              <a:t>c</a:t>
            </a:r>
            <a:r>
              <a:rPr baseline="30000" lang="en-IN" sz="2400"/>
              <a:t>j</a:t>
            </a:r>
            <a:r>
              <a:rPr lang="en-IN" sz="2400"/>
              <a:t>|i&gt;=1 and j&gt;=1}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 says number of a’s should be equal to number of b’s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L2 says number of b’s should be equal to number of c’s.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Both are CFLs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PDA to recognize L1 stores a’s on its stack and cancels them against b’s then accepts its input after reading one or more c’s.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107504" y="-27384"/>
            <a:ext cx="8928992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Not Closed under Intersection</a:t>
            </a:r>
            <a:endParaRPr b="1" sz="2800"/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 can be generated as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S-&gt;AB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A-&gt;aAb|ab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B-&gt;cB|c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where A generates a</a:t>
            </a:r>
            <a:r>
              <a:rPr baseline="30000" lang="en-IN" sz="2400"/>
              <a:t>i</a:t>
            </a:r>
            <a:r>
              <a:rPr lang="en-IN" sz="2400"/>
              <a:t>b</a:t>
            </a:r>
            <a:r>
              <a:rPr baseline="30000" lang="en-IN" sz="2400"/>
              <a:t>i </a:t>
            </a:r>
            <a:r>
              <a:rPr lang="en-IN" sz="2400"/>
              <a:t>and B generates c</a:t>
            </a:r>
            <a:r>
              <a:rPr baseline="30000" lang="en-IN" sz="2400"/>
              <a:t>j</a:t>
            </a:r>
            <a:endParaRPr baseline="30000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L2 can be generated as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S-&gt;CD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C-&gt;aC|a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D-&gt;bDc|bc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where D generates b</a:t>
            </a:r>
            <a:r>
              <a:rPr baseline="30000" lang="en-IN" sz="2400"/>
              <a:t>j</a:t>
            </a:r>
            <a:r>
              <a:rPr lang="en-IN" sz="2400"/>
              <a:t>c</a:t>
            </a:r>
            <a:r>
              <a:rPr baseline="30000" lang="en-IN" sz="2400"/>
              <a:t>j </a:t>
            </a:r>
            <a:r>
              <a:rPr lang="en-IN" sz="2400"/>
              <a:t>and C generates a</a:t>
            </a:r>
            <a:r>
              <a:rPr baseline="30000" lang="en-IN" sz="2400"/>
              <a:t>i</a:t>
            </a:r>
            <a:endParaRPr baseline="30000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107504" y="-27384"/>
            <a:ext cx="8928992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Not Closed under Intersection</a:t>
            </a:r>
            <a:endParaRPr b="1" sz="2800"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However, L1 ∩ L2=L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L={a</a:t>
            </a:r>
            <a:r>
              <a:rPr baseline="30000" lang="en-IN" sz="2400"/>
              <a:t>i</a:t>
            </a:r>
            <a:r>
              <a:rPr lang="en-IN" sz="2400"/>
              <a:t>b</a:t>
            </a:r>
            <a:r>
              <a:rPr baseline="30000" lang="en-IN" sz="2400"/>
              <a:t>i</a:t>
            </a:r>
            <a:r>
              <a:rPr lang="en-IN" sz="2400"/>
              <a:t>c</a:t>
            </a:r>
            <a:r>
              <a:rPr baseline="30000" lang="en-IN" sz="2400"/>
              <a:t>i</a:t>
            </a:r>
            <a:r>
              <a:rPr lang="en-IN" sz="2400"/>
              <a:t>|i&gt;=1 }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 says number of a’s should be equal to number of b’s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L2 says number of b’s should be equal to number of c’s.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string in both the languages must have equal numbers of all three symbols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But push down automata can compare only two symbols. So it cannot be accepted by pushdown automata, hence not context free.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Thus, L is not CFL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Hence, proved 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107504" y="-27384"/>
            <a:ext cx="8928992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IN" sz="2800"/>
              <a:t>Not Closed under Complementation</a:t>
            </a:r>
            <a:endParaRPr b="1" sz="2800"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457200" y="908720"/>
            <a:ext cx="8229600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Let L1, L2 are 2 CFLs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Lets assume that complement of a CFL is a CFL itself.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Thus, L1’,L2’ both are CFLs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Then L=(L1’ U L2’) is also a CFL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 ∩ L2 = (L1’ U L2’)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we know that intersection is not closed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Thus, L’ may or may not be CFL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Hence, Not Closed under Complementation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Intersection with Regular Sets</a:t>
            </a:r>
            <a:endParaRPr/>
          </a:p>
        </p:txBody>
      </p:sp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CFL are closed under intersection with regular sets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L is a CFL and R is a regular set then L ∩ R is always a CFL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2022-04-18T05:23:41Z</dcterms:created>
  <dc:creator>Admin</dc:creator>
</cp:coreProperties>
</file>