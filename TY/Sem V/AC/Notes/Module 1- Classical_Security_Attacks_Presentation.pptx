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-114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🔐 Classical Real-Life Security Attacks (Detailed)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Impactful Historical Cases in Cryptography and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Eavesdropping: Zimmermann Telegram (WWI)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Intercepted and decrypted German telegram by British intelligence (1917)</a:t>
            </a:r>
          </a:p>
          <a:p>
            <a:r>
              <a:t>Exposed Germany's attempt to involve Mexico in attacking the USA</a:t>
            </a:r>
          </a:p>
          <a:p>
            <a:r>
              <a:t>Directly influenced the US entering World War I</a:t>
            </a:r>
          </a:p>
          <a:p>
            <a:r>
              <a:t>Proved how communication interception can alter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 Analysis: WWII Enigma (1940s)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Allied forces monitored German encrypted radio traffic volume</a:t>
            </a:r>
          </a:p>
          <a:p>
            <a:r>
              <a:t>Even without reading messages, deduced troop movements and operations</a:t>
            </a:r>
          </a:p>
          <a:p>
            <a:r>
              <a:t>Bletchley Park exploited this as part of wider cryptanalysis efforts</a:t>
            </a:r>
          </a:p>
          <a:p>
            <a:r>
              <a:t>Demonstrated the power of analyzing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Replay Attack: ATM Fraud (1990s)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Fraudsters captured magnetic strip data from ATMs</a:t>
            </a:r>
          </a:p>
          <a:p>
            <a:r>
              <a:t>Replayed captured data to make unauthorized cash withdrawals</a:t>
            </a:r>
          </a:p>
          <a:p>
            <a:r>
              <a:t>Exposed flaws in early ATM systems lacking cryptographic challenge-response</a:t>
            </a:r>
          </a:p>
          <a:p>
            <a:r>
              <a:t>Led to adoption of EMV chip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Non-repudiation Attack: Frank Abagnale Jr. (1960s)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Used forged checks, fake documents, impersonation techniques</a:t>
            </a:r>
          </a:p>
          <a:p>
            <a:r>
              <a:t>No secure mechanisms to prove origin or deny forgery</a:t>
            </a:r>
          </a:p>
          <a:p>
            <a:r>
              <a:t>Highlighted weaknesses in document verification systems</a:t>
            </a:r>
          </a:p>
          <a:p>
            <a:r>
              <a:t>Popularized by 'Catch Me If You Can' film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Man-in-the-Middle: Lenovo Superfish (2015)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Pre-installed adware injected rogue certificates to intercept HTTPS traffic</a:t>
            </a:r>
          </a:p>
          <a:p>
            <a:r>
              <a:t>Allowed attackers to read encrypted user traffic via MITM</a:t>
            </a:r>
          </a:p>
          <a:p>
            <a:r>
              <a:t>Global criticism over broken trust and supply chain vulnerabilities</a:t>
            </a:r>
          </a:p>
          <a:p>
            <a:r>
              <a:t>Led to security scrutiny of hardware manufacturers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Tampering: VW Emissions Scandal (2015)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Volkswagen manipulated software to cheat emissions tests</a:t>
            </a:r>
          </a:p>
          <a:p>
            <a:r>
              <a:t>Cars detected test conditions and altered performance accordingly</a:t>
            </a:r>
          </a:p>
          <a:p>
            <a:r>
              <a:t>Led to billions in fines, recalls, and damaged reputation</a:t>
            </a:r>
          </a:p>
          <a:p>
            <a:r>
              <a:t>Demonstrated risks of unethical software manipulation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 of Service: Estonia (2007)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Massive cyberattack disrupted Estonia's banking, government, media services</a:t>
            </a:r>
          </a:p>
          <a:p>
            <a:r>
              <a:t>Attributed to pro-Russian groups following political tensions</a:t>
            </a:r>
          </a:p>
          <a:p>
            <a:r>
              <a:t>Highlighted national vulnerability to coordinated cyberattacks</a:t>
            </a:r>
          </a:p>
          <a:p>
            <a:r>
              <a:t>Catalyst for NATO cyber defense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Brute Force: LinkedIn Data Breach (2012)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117 million hashed passwords leaked from LinkedIn servers</a:t>
            </a:r>
          </a:p>
          <a:p>
            <a:r>
              <a:t>Weak SHA-1 hashes easily brute-forced by attackers</a:t>
            </a:r>
          </a:p>
          <a:p>
            <a:r>
              <a:t>Exposed accounts and sensitive user data</a:t>
            </a:r>
          </a:p>
          <a:p>
            <a:r>
              <a:t>Drove stronger password hashing and breach awareness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Zero-Day Exploit: Stuxnet (2010)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Highly sophisticated malware targeted Iran's nuclear centrifuges</a:t>
            </a:r>
          </a:p>
          <a:p>
            <a:r>
              <a:t>Used multiple zero-day Windows vulnerabilities</a:t>
            </a:r>
          </a:p>
          <a:p>
            <a:r>
              <a:t>First malware to cause physical infrastructure damage</a:t>
            </a:r>
          </a:p>
          <a:p>
            <a:r>
              <a:t>Changed perspectives on cyberwarfare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Phishing: RSA Security Breach (2011)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Employees opened phishing emails with malicious Excel files</a:t>
            </a:r>
          </a:p>
          <a:p>
            <a:r>
              <a:t>Attackers stole data on RSA’s SecurID tokens</a:t>
            </a:r>
          </a:p>
          <a:p>
            <a:r>
              <a:t>Compromised security for military and defense clients</a:t>
            </a:r>
          </a:p>
          <a:p>
            <a:r>
              <a:t>Exposed vulnerability of even top security firms to phishing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Spoofing: Sony Hack (2014)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Attackers spoofed credentials to access internal networks</a:t>
            </a:r>
          </a:p>
          <a:p>
            <a:r>
              <a:t>Leaked emails, unreleased films, sensitive employee data</a:t>
            </a:r>
          </a:p>
          <a:p>
            <a:r>
              <a:t>Attributed to North Korean actors over 'The Interview' film</a:t>
            </a:r>
          </a:p>
          <a:p>
            <a:r>
              <a:t>Showcased risks of identity spoofing and weak internal controls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Malware: ILOVEYOU Virus (2000)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Email worm spread globally via enticing subject lines</a:t>
            </a:r>
          </a:p>
          <a:p>
            <a:r>
              <a:t>Deleted files, replicated via contact lists</a:t>
            </a:r>
          </a:p>
          <a:p>
            <a:r>
              <a:t>Caused billions in damage within days</a:t>
            </a:r>
          </a:p>
          <a:p>
            <a:r>
              <a:t>Triggered widespread antivirus adoption and email caution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Hijacking: Firesheep (2010)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Browser extension exploited unsecured HTTP sessions over Wi-Fi</a:t>
            </a:r>
          </a:p>
          <a:p>
            <a:r>
              <a:t>Allowed hijacking of Facebook, Twitter, Amazon sessions</a:t>
            </a:r>
          </a:p>
          <a:p>
            <a:r>
              <a:t>Highlighted critical need for HTTPS encryption</a:t>
            </a:r>
          </a:p>
          <a:p>
            <a:r>
              <a:t>Accelerated adoption of end-to-end encryption on the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523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🔐 Classical Real-Life Security Attacks (Detailed)</vt:lpstr>
      <vt:lpstr>Eavesdropping: Zimmermann Telegram (WWI)</vt:lpstr>
      <vt:lpstr>Traffic Analysis: WWII Enigma (1940s)</vt:lpstr>
      <vt:lpstr>Replay Attack: ATM Fraud (1990s)</vt:lpstr>
      <vt:lpstr>Non-repudiation Attack: Frank Abagnale Jr. (1960s)</vt:lpstr>
      <vt:lpstr>Man-in-the-Middle: Lenovo Superfish (2015)</vt:lpstr>
      <vt:lpstr>Data Tampering: VW Emissions Scandal (2015)</vt:lpstr>
      <vt:lpstr>Denial of Service: Estonia (2007)</vt:lpstr>
      <vt:lpstr>Brute Force: LinkedIn Data Breach (2012)</vt:lpstr>
      <vt:lpstr>Zero-Day Exploit: Stuxnet (2010)</vt:lpstr>
      <vt:lpstr>Phishing: RSA Security Breach (2011)</vt:lpstr>
      <vt:lpstr>Spoofing: Sony Hack (2014)</vt:lpstr>
      <vt:lpstr>Malware: ILOVEYOU Virus (2000)</vt:lpstr>
      <vt:lpstr>Session Hijacking: Firesheep (2010)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🔐 Classical Real-Life Security Attacks (Detailed)</dc:title>
  <dc:creator>Swati</dc:creator>
  <dc:description>generated using python-pptx</dc:description>
  <cp:lastModifiedBy>Swati</cp:lastModifiedBy>
  <cp:revision>2</cp:revision>
  <dcterms:created xsi:type="dcterms:W3CDTF">2013-01-27T09:14:16Z</dcterms:created>
  <dcterms:modified xsi:type="dcterms:W3CDTF">2025-07-16T09:01:21Z</dcterms:modified>
</cp:coreProperties>
</file>