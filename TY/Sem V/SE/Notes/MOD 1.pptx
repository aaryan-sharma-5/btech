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theme/theme4.xml" ContentType="application/vnd.openxmlformats-officedocument.theme+xml"/>
  <Override PartName="/ppt/slideLayouts/slideLayout1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slideLayouts/slideLayout16.xml" ContentType="application/vnd.openxmlformats-officedocument.presentationml.slideLayout+xml"/>
  <Override PartName="/ppt/theme/theme10.xml" ContentType="application/vnd.openxmlformats-officedocument.theme+xml"/>
  <Override PartName="/ppt/slideLayouts/slideLayout17.xml" ContentType="application/vnd.openxmlformats-officedocument.presentationml.slideLayout+xml"/>
  <Override PartName="/ppt/theme/theme11.xml" ContentType="application/vnd.openxmlformats-officedocument.theme+xml"/>
  <Override PartName="/ppt/slideLayouts/slideLayout18.xml" ContentType="application/vnd.openxmlformats-officedocument.presentationml.slideLayout+xml"/>
  <Override PartName="/ppt/theme/theme12.xml" ContentType="application/vnd.openxmlformats-officedocument.theme+xml"/>
  <Override PartName="/ppt/slideLayouts/slideLayout19.xml" ContentType="application/vnd.openxmlformats-officedocument.presentationml.slideLayout+xml"/>
  <Override PartName="/ppt/theme/theme13.xml" ContentType="application/vnd.openxmlformats-officedocument.theme+xml"/>
  <Override PartName="/ppt/slideLayouts/slideLayout20.xml" ContentType="application/vnd.openxmlformats-officedocument.presentationml.slideLayout+xml"/>
  <Override PartName="/ppt/theme/theme14.xml" ContentType="application/vnd.openxmlformats-officedocument.theme+xml"/>
  <Override PartName="/ppt/slideLayouts/slideLayout21.xml" ContentType="application/vnd.openxmlformats-officedocument.presentationml.slideLayout+xml"/>
  <Override PartName="/ppt/theme/theme15.xml" ContentType="application/vnd.openxmlformats-officedocument.theme+xml"/>
  <Override PartName="/ppt/slideLayouts/slideLayout22.xml" ContentType="application/vnd.openxmlformats-officedocument.presentationml.slideLayout+xml"/>
  <Override PartName="/ppt/theme/theme16.xml" ContentType="application/vnd.openxmlformats-officedocument.theme+xml"/>
  <Override PartName="/ppt/slideLayouts/slideLayout23.xml" ContentType="application/vnd.openxmlformats-officedocument.presentationml.slideLayout+xml"/>
  <Override PartName="/ppt/theme/theme17.xml" ContentType="application/vnd.openxmlformats-officedocument.theme+xml"/>
  <Override PartName="/ppt/slideLayouts/slideLayout24.xml" ContentType="application/vnd.openxmlformats-officedocument.presentationml.slideLayout+xml"/>
  <Override PartName="/ppt/theme/theme18.xml" ContentType="application/vnd.openxmlformats-officedocument.theme+xml"/>
  <Override PartName="/ppt/slideLayouts/slideLayout25.xml" ContentType="application/vnd.openxmlformats-officedocument.presentationml.slideLayout+xml"/>
  <Override PartName="/ppt/theme/theme19.xml" ContentType="application/vnd.openxmlformats-officedocument.theme+xml"/>
  <Override PartName="/ppt/slideLayouts/slideLayout26.xml" ContentType="application/vnd.openxmlformats-officedocument.presentationml.slideLayout+xml"/>
  <Override PartName="/ppt/theme/theme20.xml" ContentType="application/vnd.openxmlformats-officedocument.theme+xml"/>
  <Override PartName="/ppt/slideLayouts/slideLayout27.xml" ContentType="application/vnd.openxmlformats-officedocument.presentationml.slideLayout+xml"/>
  <Override PartName="/ppt/theme/theme21.xml" ContentType="application/vnd.openxmlformats-officedocument.theme+xml"/>
  <Override PartName="/ppt/slideLayouts/slideLayout28.xml" ContentType="application/vnd.openxmlformats-officedocument.presentationml.slideLayout+xml"/>
  <Override PartName="/ppt/theme/theme22.xml" ContentType="application/vnd.openxmlformats-officedocument.theme+xml"/>
  <Override PartName="/ppt/slideLayouts/slideLayout29.xml" ContentType="application/vnd.openxmlformats-officedocument.presentationml.slideLayout+xml"/>
  <Override PartName="/ppt/theme/theme23.xml" ContentType="application/vnd.openxmlformats-officedocument.theme+xml"/>
  <Override PartName="/ppt/slideLayouts/slideLayout30.xml" ContentType="application/vnd.openxmlformats-officedocument.presentationml.slideLayout+xml"/>
  <Override PartName="/ppt/theme/theme24.xml" ContentType="application/vnd.openxmlformats-officedocument.theme+xml"/>
  <Override PartName="/ppt/slideLayouts/slideLayout31.xml" ContentType="application/vnd.openxmlformats-officedocument.presentationml.slideLayout+xml"/>
  <Override PartName="/ppt/theme/theme25.xml" ContentType="application/vnd.openxmlformats-officedocument.theme+xml"/>
  <Override PartName="/ppt/slideLayouts/slideLayout32.xml" ContentType="application/vnd.openxmlformats-officedocument.presentationml.slideLayout+xml"/>
  <Override PartName="/ppt/theme/theme26.xml" ContentType="application/vnd.openxmlformats-officedocument.theme+xml"/>
  <Override PartName="/ppt/slideLayouts/slideLayout33.xml" ContentType="application/vnd.openxmlformats-officedocument.presentationml.slideLayout+xml"/>
  <Override PartName="/ppt/theme/theme27.xml" ContentType="application/vnd.openxmlformats-officedocument.theme+xml"/>
  <Override PartName="/ppt/slideLayouts/slideLayout34.xml" ContentType="application/vnd.openxmlformats-officedocument.presentationml.slideLayout+xml"/>
  <Override PartName="/ppt/theme/theme28.xml" ContentType="application/vnd.openxmlformats-officedocument.theme+xml"/>
  <Override PartName="/ppt/theme/theme2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2" r:id="rId1"/>
    <p:sldMasterId id="2147483683" r:id="rId2"/>
    <p:sldMasterId id="2147483684" r:id="rId3"/>
    <p:sldMasterId id="2147483685" r:id="rId4"/>
    <p:sldMasterId id="2147483686" r:id="rId5"/>
    <p:sldMasterId id="2147483687" r:id="rId6"/>
    <p:sldMasterId id="2147483688" r:id="rId7"/>
    <p:sldMasterId id="2147483689" r:id="rId8"/>
    <p:sldMasterId id="2147483690" r:id="rId9"/>
    <p:sldMasterId id="2147483691" r:id="rId10"/>
    <p:sldMasterId id="2147483692" r:id="rId11"/>
    <p:sldMasterId id="2147483693" r:id="rId12"/>
    <p:sldMasterId id="2147483694" r:id="rId13"/>
    <p:sldMasterId id="2147483695" r:id="rId14"/>
    <p:sldMasterId id="2147483696" r:id="rId15"/>
    <p:sldMasterId id="2147483697" r:id="rId16"/>
    <p:sldMasterId id="2147483698" r:id="rId17"/>
    <p:sldMasterId id="2147483699" r:id="rId18"/>
    <p:sldMasterId id="2147483700" r:id="rId19"/>
    <p:sldMasterId id="2147483701" r:id="rId20"/>
    <p:sldMasterId id="2147483702" r:id="rId21"/>
    <p:sldMasterId id="2147483703" r:id="rId22"/>
    <p:sldMasterId id="2147483704" r:id="rId23"/>
    <p:sldMasterId id="2147483705" r:id="rId24"/>
    <p:sldMasterId id="2147483706" r:id="rId25"/>
    <p:sldMasterId id="2147483707" r:id="rId26"/>
    <p:sldMasterId id="2147483708" r:id="rId27"/>
    <p:sldMasterId id="2147483709" r:id="rId28"/>
  </p:sldMasterIdLst>
  <p:notesMasterIdLst>
    <p:notesMasterId r:id="rId173"/>
  </p:notesMasterIdLst>
  <p:sldIdLst>
    <p:sldId id="256" r:id="rId29"/>
    <p:sldId id="257" r:id="rId30"/>
    <p:sldId id="258" r:id="rId31"/>
    <p:sldId id="259" r:id="rId32"/>
    <p:sldId id="260" r:id="rId33"/>
    <p:sldId id="261" r:id="rId34"/>
    <p:sldId id="262" r:id="rId35"/>
    <p:sldId id="263" r:id="rId36"/>
    <p:sldId id="264" r:id="rId37"/>
    <p:sldId id="265" r:id="rId38"/>
    <p:sldId id="266" r:id="rId39"/>
    <p:sldId id="267" r:id="rId40"/>
    <p:sldId id="268" r:id="rId41"/>
    <p:sldId id="269" r:id="rId42"/>
    <p:sldId id="270" r:id="rId43"/>
    <p:sldId id="271" r:id="rId44"/>
    <p:sldId id="272" r:id="rId45"/>
    <p:sldId id="273" r:id="rId46"/>
    <p:sldId id="274" r:id="rId47"/>
    <p:sldId id="275" r:id="rId48"/>
    <p:sldId id="276" r:id="rId49"/>
    <p:sldId id="277" r:id="rId50"/>
    <p:sldId id="278" r:id="rId51"/>
    <p:sldId id="279" r:id="rId52"/>
    <p:sldId id="280" r:id="rId53"/>
    <p:sldId id="281" r:id="rId54"/>
    <p:sldId id="282" r:id="rId55"/>
    <p:sldId id="283" r:id="rId56"/>
    <p:sldId id="284" r:id="rId57"/>
    <p:sldId id="285" r:id="rId58"/>
    <p:sldId id="286" r:id="rId59"/>
    <p:sldId id="287" r:id="rId60"/>
    <p:sldId id="288" r:id="rId61"/>
    <p:sldId id="289" r:id="rId62"/>
    <p:sldId id="290" r:id="rId63"/>
    <p:sldId id="291" r:id="rId64"/>
    <p:sldId id="292" r:id="rId65"/>
    <p:sldId id="293" r:id="rId66"/>
    <p:sldId id="294" r:id="rId67"/>
    <p:sldId id="295" r:id="rId68"/>
    <p:sldId id="296" r:id="rId69"/>
    <p:sldId id="297" r:id="rId70"/>
    <p:sldId id="298" r:id="rId71"/>
    <p:sldId id="299" r:id="rId72"/>
    <p:sldId id="300" r:id="rId73"/>
    <p:sldId id="301" r:id="rId74"/>
    <p:sldId id="302" r:id="rId75"/>
    <p:sldId id="303" r:id="rId76"/>
    <p:sldId id="304" r:id="rId77"/>
    <p:sldId id="305" r:id="rId78"/>
    <p:sldId id="306" r:id="rId79"/>
    <p:sldId id="307" r:id="rId80"/>
    <p:sldId id="308" r:id="rId81"/>
    <p:sldId id="309" r:id="rId82"/>
    <p:sldId id="310" r:id="rId83"/>
    <p:sldId id="311" r:id="rId84"/>
    <p:sldId id="312" r:id="rId85"/>
    <p:sldId id="313" r:id="rId86"/>
    <p:sldId id="314" r:id="rId87"/>
    <p:sldId id="315" r:id="rId88"/>
    <p:sldId id="316" r:id="rId89"/>
    <p:sldId id="317" r:id="rId90"/>
    <p:sldId id="318" r:id="rId91"/>
    <p:sldId id="319" r:id="rId92"/>
    <p:sldId id="320" r:id="rId93"/>
    <p:sldId id="321" r:id="rId94"/>
    <p:sldId id="322" r:id="rId95"/>
    <p:sldId id="323" r:id="rId96"/>
    <p:sldId id="324" r:id="rId97"/>
    <p:sldId id="325" r:id="rId98"/>
    <p:sldId id="326" r:id="rId99"/>
    <p:sldId id="327" r:id="rId100"/>
    <p:sldId id="328" r:id="rId101"/>
    <p:sldId id="329" r:id="rId102"/>
    <p:sldId id="330" r:id="rId103"/>
    <p:sldId id="331" r:id="rId104"/>
    <p:sldId id="332" r:id="rId105"/>
    <p:sldId id="333" r:id="rId106"/>
    <p:sldId id="334" r:id="rId107"/>
    <p:sldId id="335" r:id="rId108"/>
    <p:sldId id="336" r:id="rId109"/>
    <p:sldId id="337" r:id="rId110"/>
    <p:sldId id="338" r:id="rId111"/>
    <p:sldId id="339" r:id="rId112"/>
    <p:sldId id="340" r:id="rId113"/>
    <p:sldId id="341" r:id="rId114"/>
    <p:sldId id="342" r:id="rId115"/>
    <p:sldId id="343" r:id="rId116"/>
    <p:sldId id="344" r:id="rId117"/>
    <p:sldId id="345" r:id="rId118"/>
    <p:sldId id="346" r:id="rId119"/>
    <p:sldId id="347" r:id="rId120"/>
    <p:sldId id="348" r:id="rId121"/>
    <p:sldId id="349" r:id="rId122"/>
    <p:sldId id="350" r:id="rId123"/>
    <p:sldId id="351" r:id="rId124"/>
    <p:sldId id="352" r:id="rId125"/>
    <p:sldId id="353" r:id="rId126"/>
    <p:sldId id="354" r:id="rId127"/>
    <p:sldId id="355" r:id="rId128"/>
    <p:sldId id="356" r:id="rId129"/>
    <p:sldId id="357" r:id="rId130"/>
    <p:sldId id="358" r:id="rId131"/>
    <p:sldId id="359" r:id="rId132"/>
    <p:sldId id="360" r:id="rId133"/>
    <p:sldId id="361" r:id="rId134"/>
    <p:sldId id="362" r:id="rId135"/>
    <p:sldId id="363" r:id="rId136"/>
    <p:sldId id="364" r:id="rId137"/>
    <p:sldId id="365" r:id="rId138"/>
    <p:sldId id="366" r:id="rId139"/>
    <p:sldId id="367" r:id="rId140"/>
    <p:sldId id="368" r:id="rId141"/>
    <p:sldId id="369" r:id="rId142"/>
    <p:sldId id="370" r:id="rId143"/>
    <p:sldId id="371" r:id="rId144"/>
    <p:sldId id="372" r:id="rId145"/>
    <p:sldId id="373" r:id="rId146"/>
    <p:sldId id="374" r:id="rId147"/>
    <p:sldId id="375" r:id="rId148"/>
    <p:sldId id="376" r:id="rId149"/>
    <p:sldId id="377" r:id="rId150"/>
    <p:sldId id="378" r:id="rId151"/>
    <p:sldId id="379" r:id="rId152"/>
    <p:sldId id="380" r:id="rId153"/>
    <p:sldId id="381" r:id="rId154"/>
    <p:sldId id="382" r:id="rId155"/>
    <p:sldId id="383" r:id="rId156"/>
    <p:sldId id="384" r:id="rId157"/>
    <p:sldId id="385" r:id="rId158"/>
    <p:sldId id="386" r:id="rId159"/>
    <p:sldId id="387" r:id="rId160"/>
    <p:sldId id="388" r:id="rId161"/>
    <p:sldId id="389" r:id="rId162"/>
    <p:sldId id="390" r:id="rId163"/>
    <p:sldId id="391" r:id="rId164"/>
    <p:sldId id="392" r:id="rId165"/>
    <p:sldId id="393" r:id="rId166"/>
    <p:sldId id="394" r:id="rId167"/>
    <p:sldId id="395" r:id="rId168"/>
    <p:sldId id="396" r:id="rId169"/>
    <p:sldId id="397" r:id="rId170"/>
    <p:sldId id="398" r:id="rId171"/>
    <p:sldId id="399" r:id="rId172"/>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5D839C3-AA58-4AAE-A54E-0BDEEFB4F566}">
  <a:tblStyle styleId="{E5D839C3-AA58-4AAE-A54E-0BDEEFB4F56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1426" y="7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89.xml"/><Relationship Id="rId21" Type="http://schemas.openxmlformats.org/officeDocument/2006/relationships/slideMaster" Target="slideMasters/slideMaster21.xml"/><Relationship Id="rId42" Type="http://schemas.openxmlformats.org/officeDocument/2006/relationships/slide" Target="slides/slide14.xml"/><Relationship Id="rId63" Type="http://schemas.openxmlformats.org/officeDocument/2006/relationships/slide" Target="slides/slide35.xml"/><Relationship Id="rId84" Type="http://schemas.openxmlformats.org/officeDocument/2006/relationships/slide" Target="slides/slide56.xml"/><Relationship Id="rId138" Type="http://schemas.openxmlformats.org/officeDocument/2006/relationships/slide" Target="slides/slide110.xml"/><Relationship Id="rId159" Type="http://schemas.openxmlformats.org/officeDocument/2006/relationships/slide" Target="slides/slide131.xml"/><Relationship Id="rId170" Type="http://schemas.openxmlformats.org/officeDocument/2006/relationships/slide" Target="slides/slide142.xml"/><Relationship Id="rId107" Type="http://schemas.openxmlformats.org/officeDocument/2006/relationships/slide" Target="slides/slide79.xml"/><Relationship Id="rId11" Type="http://schemas.openxmlformats.org/officeDocument/2006/relationships/slideMaster" Target="slideMasters/slideMaster11.xml"/><Relationship Id="rId32" Type="http://schemas.openxmlformats.org/officeDocument/2006/relationships/slide" Target="slides/slide4.xml"/><Relationship Id="rId53" Type="http://schemas.openxmlformats.org/officeDocument/2006/relationships/slide" Target="slides/slide25.xml"/><Relationship Id="rId74" Type="http://schemas.openxmlformats.org/officeDocument/2006/relationships/slide" Target="slides/slide46.xml"/><Relationship Id="rId128" Type="http://schemas.openxmlformats.org/officeDocument/2006/relationships/slide" Target="slides/slide100.xml"/><Relationship Id="rId149" Type="http://schemas.openxmlformats.org/officeDocument/2006/relationships/slide" Target="slides/slide121.xml"/><Relationship Id="rId5" Type="http://schemas.openxmlformats.org/officeDocument/2006/relationships/slideMaster" Target="slideMasters/slideMaster5.xml"/><Relationship Id="rId95" Type="http://schemas.openxmlformats.org/officeDocument/2006/relationships/slide" Target="slides/slide67.xml"/><Relationship Id="rId160" Type="http://schemas.openxmlformats.org/officeDocument/2006/relationships/slide" Target="slides/slide132.xml"/><Relationship Id="rId22" Type="http://schemas.openxmlformats.org/officeDocument/2006/relationships/slideMaster" Target="slideMasters/slideMaster22.xml"/><Relationship Id="rId43" Type="http://schemas.openxmlformats.org/officeDocument/2006/relationships/slide" Target="slides/slide15.xml"/><Relationship Id="rId64" Type="http://schemas.openxmlformats.org/officeDocument/2006/relationships/slide" Target="slides/slide36.xml"/><Relationship Id="rId118" Type="http://schemas.openxmlformats.org/officeDocument/2006/relationships/slide" Target="slides/slide90.xml"/><Relationship Id="rId139" Type="http://schemas.openxmlformats.org/officeDocument/2006/relationships/slide" Target="slides/slide111.xml"/><Relationship Id="rId85" Type="http://schemas.openxmlformats.org/officeDocument/2006/relationships/slide" Target="slides/slide57.xml"/><Relationship Id="rId150" Type="http://schemas.openxmlformats.org/officeDocument/2006/relationships/slide" Target="slides/slide122.xml"/><Relationship Id="rId171" Type="http://schemas.openxmlformats.org/officeDocument/2006/relationships/slide" Target="slides/slide143.xml"/><Relationship Id="rId12" Type="http://schemas.openxmlformats.org/officeDocument/2006/relationships/slideMaster" Target="slideMasters/slideMaster12.xml"/><Relationship Id="rId33" Type="http://schemas.openxmlformats.org/officeDocument/2006/relationships/slide" Target="slides/slide5.xml"/><Relationship Id="rId108" Type="http://schemas.openxmlformats.org/officeDocument/2006/relationships/slide" Target="slides/slide80.xml"/><Relationship Id="rId129" Type="http://schemas.openxmlformats.org/officeDocument/2006/relationships/slide" Target="slides/slide101.xml"/><Relationship Id="rId54" Type="http://schemas.openxmlformats.org/officeDocument/2006/relationships/slide" Target="slides/slide26.xml"/><Relationship Id="rId75" Type="http://schemas.openxmlformats.org/officeDocument/2006/relationships/slide" Target="slides/slide47.xml"/><Relationship Id="rId96" Type="http://schemas.openxmlformats.org/officeDocument/2006/relationships/slide" Target="slides/slide68.xml"/><Relationship Id="rId140" Type="http://schemas.openxmlformats.org/officeDocument/2006/relationships/slide" Target="slides/slide112.xml"/><Relationship Id="rId161" Type="http://schemas.openxmlformats.org/officeDocument/2006/relationships/slide" Target="slides/slide133.xml"/><Relationship Id="rId6" Type="http://schemas.openxmlformats.org/officeDocument/2006/relationships/slideMaster" Target="slideMasters/slideMaster6.xml"/><Relationship Id="rId23" Type="http://schemas.openxmlformats.org/officeDocument/2006/relationships/slideMaster" Target="slideMasters/slideMaster23.xml"/><Relationship Id="rId28" Type="http://schemas.openxmlformats.org/officeDocument/2006/relationships/slideMaster" Target="slideMasters/slideMaster28.xml"/><Relationship Id="rId49" Type="http://schemas.openxmlformats.org/officeDocument/2006/relationships/slide" Target="slides/slide21.xml"/><Relationship Id="rId114" Type="http://schemas.openxmlformats.org/officeDocument/2006/relationships/slide" Target="slides/slide86.xml"/><Relationship Id="rId119" Type="http://schemas.openxmlformats.org/officeDocument/2006/relationships/slide" Target="slides/slide91.xml"/><Relationship Id="rId44" Type="http://schemas.openxmlformats.org/officeDocument/2006/relationships/slide" Target="slides/slide16.xml"/><Relationship Id="rId60" Type="http://schemas.openxmlformats.org/officeDocument/2006/relationships/slide" Target="slides/slide32.xml"/><Relationship Id="rId65" Type="http://schemas.openxmlformats.org/officeDocument/2006/relationships/slide" Target="slides/slide37.xml"/><Relationship Id="rId81" Type="http://schemas.openxmlformats.org/officeDocument/2006/relationships/slide" Target="slides/slide53.xml"/><Relationship Id="rId86" Type="http://schemas.openxmlformats.org/officeDocument/2006/relationships/slide" Target="slides/slide58.xml"/><Relationship Id="rId130" Type="http://schemas.openxmlformats.org/officeDocument/2006/relationships/slide" Target="slides/slide102.xml"/><Relationship Id="rId135" Type="http://schemas.openxmlformats.org/officeDocument/2006/relationships/slide" Target="slides/slide107.xml"/><Relationship Id="rId151" Type="http://schemas.openxmlformats.org/officeDocument/2006/relationships/slide" Target="slides/slide123.xml"/><Relationship Id="rId156" Type="http://schemas.openxmlformats.org/officeDocument/2006/relationships/slide" Target="slides/slide128.xml"/><Relationship Id="rId177" Type="http://schemas.openxmlformats.org/officeDocument/2006/relationships/tableStyles" Target="tableStyles.xml"/><Relationship Id="rId172" Type="http://schemas.openxmlformats.org/officeDocument/2006/relationships/slide" Target="slides/slide144.xml"/><Relationship Id="rId13" Type="http://schemas.openxmlformats.org/officeDocument/2006/relationships/slideMaster" Target="slideMasters/slideMaster13.xml"/><Relationship Id="rId18" Type="http://schemas.openxmlformats.org/officeDocument/2006/relationships/slideMaster" Target="slideMasters/slideMaster18.xml"/><Relationship Id="rId39" Type="http://schemas.openxmlformats.org/officeDocument/2006/relationships/slide" Target="slides/slide11.xml"/><Relationship Id="rId109" Type="http://schemas.openxmlformats.org/officeDocument/2006/relationships/slide" Target="slides/slide81.xml"/><Relationship Id="rId34" Type="http://schemas.openxmlformats.org/officeDocument/2006/relationships/slide" Target="slides/slide6.xml"/><Relationship Id="rId50" Type="http://schemas.openxmlformats.org/officeDocument/2006/relationships/slide" Target="slides/slide22.xml"/><Relationship Id="rId55" Type="http://schemas.openxmlformats.org/officeDocument/2006/relationships/slide" Target="slides/slide27.xml"/><Relationship Id="rId76" Type="http://schemas.openxmlformats.org/officeDocument/2006/relationships/slide" Target="slides/slide48.xml"/><Relationship Id="rId97" Type="http://schemas.openxmlformats.org/officeDocument/2006/relationships/slide" Target="slides/slide69.xml"/><Relationship Id="rId104" Type="http://schemas.openxmlformats.org/officeDocument/2006/relationships/slide" Target="slides/slide76.xml"/><Relationship Id="rId120" Type="http://schemas.openxmlformats.org/officeDocument/2006/relationships/slide" Target="slides/slide92.xml"/><Relationship Id="rId125" Type="http://schemas.openxmlformats.org/officeDocument/2006/relationships/slide" Target="slides/slide97.xml"/><Relationship Id="rId141" Type="http://schemas.openxmlformats.org/officeDocument/2006/relationships/slide" Target="slides/slide113.xml"/><Relationship Id="rId146" Type="http://schemas.openxmlformats.org/officeDocument/2006/relationships/slide" Target="slides/slide118.xml"/><Relationship Id="rId167" Type="http://schemas.openxmlformats.org/officeDocument/2006/relationships/slide" Target="slides/slide139.xml"/><Relationship Id="rId7" Type="http://schemas.openxmlformats.org/officeDocument/2006/relationships/slideMaster" Target="slideMasters/slideMaster7.xml"/><Relationship Id="rId71" Type="http://schemas.openxmlformats.org/officeDocument/2006/relationships/slide" Target="slides/slide43.xml"/><Relationship Id="rId92" Type="http://schemas.openxmlformats.org/officeDocument/2006/relationships/slide" Target="slides/slide64.xml"/><Relationship Id="rId162" Type="http://schemas.openxmlformats.org/officeDocument/2006/relationships/slide" Target="slides/slide134.xml"/><Relationship Id="rId2" Type="http://schemas.openxmlformats.org/officeDocument/2006/relationships/slideMaster" Target="slideMasters/slideMaster2.xml"/><Relationship Id="rId29" Type="http://schemas.openxmlformats.org/officeDocument/2006/relationships/slide" Target="slides/slide1.xml"/><Relationship Id="rId24" Type="http://schemas.openxmlformats.org/officeDocument/2006/relationships/slideMaster" Target="slideMasters/slideMaster24.xml"/><Relationship Id="rId40" Type="http://schemas.openxmlformats.org/officeDocument/2006/relationships/slide" Target="slides/slide12.xml"/><Relationship Id="rId45" Type="http://schemas.openxmlformats.org/officeDocument/2006/relationships/slide" Target="slides/slide17.xml"/><Relationship Id="rId66" Type="http://schemas.openxmlformats.org/officeDocument/2006/relationships/slide" Target="slides/slide38.xml"/><Relationship Id="rId87" Type="http://schemas.openxmlformats.org/officeDocument/2006/relationships/slide" Target="slides/slide59.xml"/><Relationship Id="rId110" Type="http://schemas.openxmlformats.org/officeDocument/2006/relationships/slide" Target="slides/slide82.xml"/><Relationship Id="rId115" Type="http://schemas.openxmlformats.org/officeDocument/2006/relationships/slide" Target="slides/slide87.xml"/><Relationship Id="rId131" Type="http://schemas.openxmlformats.org/officeDocument/2006/relationships/slide" Target="slides/slide103.xml"/><Relationship Id="rId136" Type="http://schemas.openxmlformats.org/officeDocument/2006/relationships/slide" Target="slides/slide108.xml"/><Relationship Id="rId157" Type="http://schemas.openxmlformats.org/officeDocument/2006/relationships/slide" Target="slides/slide129.xml"/><Relationship Id="rId61" Type="http://schemas.openxmlformats.org/officeDocument/2006/relationships/slide" Target="slides/slide33.xml"/><Relationship Id="rId82" Type="http://schemas.openxmlformats.org/officeDocument/2006/relationships/slide" Target="slides/slide54.xml"/><Relationship Id="rId152" Type="http://schemas.openxmlformats.org/officeDocument/2006/relationships/slide" Target="slides/slide124.xml"/><Relationship Id="rId173" Type="http://schemas.openxmlformats.org/officeDocument/2006/relationships/notesMaster" Target="notesMasters/notesMaster1.xml"/><Relationship Id="rId19" Type="http://schemas.openxmlformats.org/officeDocument/2006/relationships/slideMaster" Target="slideMasters/slideMaster19.xml"/><Relationship Id="rId14" Type="http://schemas.openxmlformats.org/officeDocument/2006/relationships/slideMaster" Target="slideMasters/slideMaster14.xml"/><Relationship Id="rId30" Type="http://schemas.openxmlformats.org/officeDocument/2006/relationships/slide" Target="slides/slide2.xml"/><Relationship Id="rId35" Type="http://schemas.openxmlformats.org/officeDocument/2006/relationships/slide" Target="slides/slide7.xml"/><Relationship Id="rId56" Type="http://schemas.openxmlformats.org/officeDocument/2006/relationships/slide" Target="slides/slide28.xml"/><Relationship Id="rId77" Type="http://schemas.openxmlformats.org/officeDocument/2006/relationships/slide" Target="slides/slide49.xml"/><Relationship Id="rId100" Type="http://schemas.openxmlformats.org/officeDocument/2006/relationships/slide" Target="slides/slide72.xml"/><Relationship Id="rId105" Type="http://schemas.openxmlformats.org/officeDocument/2006/relationships/slide" Target="slides/slide77.xml"/><Relationship Id="rId126" Type="http://schemas.openxmlformats.org/officeDocument/2006/relationships/slide" Target="slides/slide98.xml"/><Relationship Id="rId147" Type="http://schemas.openxmlformats.org/officeDocument/2006/relationships/slide" Target="slides/slide119.xml"/><Relationship Id="rId168" Type="http://schemas.openxmlformats.org/officeDocument/2006/relationships/slide" Target="slides/slide140.xml"/><Relationship Id="rId8" Type="http://schemas.openxmlformats.org/officeDocument/2006/relationships/slideMaster" Target="slideMasters/slideMaster8.xml"/><Relationship Id="rId51" Type="http://schemas.openxmlformats.org/officeDocument/2006/relationships/slide" Target="slides/slide23.xml"/><Relationship Id="rId72" Type="http://schemas.openxmlformats.org/officeDocument/2006/relationships/slide" Target="slides/slide44.xml"/><Relationship Id="rId93" Type="http://schemas.openxmlformats.org/officeDocument/2006/relationships/slide" Target="slides/slide65.xml"/><Relationship Id="rId98" Type="http://schemas.openxmlformats.org/officeDocument/2006/relationships/slide" Target="slides/slide70.xml"/><Relationship Id="rId121" Type="http://schemas.openxmlformats.org/officeDocument/2006/relationships/slide" Target="slides/slide93.xml"/><Relationship Id="rId142" Type="http://schemas.openxmlformats.org/officeDocument/2006/relationships/slide" Target="slides/slide114.xml"/><Relationship Id="rId163" Type="http://schemas.openxmlformats.org/officeDocument/2006/relationships/slide" Target="slides/slide135.xml"/><Relationship Id="rId3" Type="http://schemas.openxmlformats.org/officeDocument/2006/relationships/slideMaster" Target="slideMasters/slideMaster3.xml"/><Relationship Id="rId25" Type="http://schemas.openxmlformats.org/officeDocument/2006/relationships/slideMaster" Target="slideMasters/slideMaster25.xml"/><Relationship Id="rId46" Type="http://schemas.openxmlformats.org/officeDocument/2006/relationships/slide" Target="slides/slide18.xml"/><Relationship Id="rId67" Type="http://schemas.openxmlformats.org/officeDocument/2006/relationships/slide" Target="slides/slide39.xml"/><Relationship Id="rId116" Type="http://schemas.openxmlformats.org/officeDocument/2006/relationships/slide" Target="slides/slide88.xml"/><Relationship Id="rId137" Type="http://schemas.openxmlformats.org/officeDocument/2006/relationships/slide" Target="slides/slide109.xml"/><Relationship Id="rId158" Type="http://schemas.openxmlformats.org/officeDocument/2006/relationships/slide" Target="slides/slide130.xml"/><Relationship Id="rId20" Type="http://schemas.openxmlformats.org/officeDocument/2006/relationships/slideMaster" Target="slideMasters/slideMaster20.xml"/><Relationship Id="rId41" Type="http://schemas.openxmlformats.org/officeDocument/2006/relationships/slide" Target="slides/slide13.xml"/><Relationship Id="rId62" Type="http://schemas.openxmlformats.org/officeDocument/2006/relationships/slide" Target="slides/slide34.xml"/><Relationship Id="rId83" Type="http://schemas.openxmlformats.org/officeDocument/2006/relationships/slide" Target="slides/slide55.xml"/><Relationship Id="rId88" Type="http://schemas.openxmlformats.org/officeDocument/2006/relationships/slide" Target="slides/slide60.xml"/><Relationship Id="rId111" Type="http://schemas.openxmlformats.org/officeDocument/2006/relationships/slide" Target="slides/slide83.xml"/><Relationship Id="rId132" Type="http://schemas.openxmlformats.org/officeDocument/2006/relationships/slide" Target="slides/slide104.xml"/><Relationship Id="rId153" Type="http://schemas.openxmlformats.org/officeDocument/2006/relationships/slide" Target="slides/slide125.xml"/><Relationship Id="rId174" Type="http://schemas.openxmlformats.org/officeDocument/2006/relationships/presProps" Target="presProps.xml"/><Relationship Id="rId15" Type="http://schemas.openxmlformats.org/officeDocument/2006/relationships/slideMaster" Target="slideMasters/slideMaster15.xml"/><Relationship Id="rId36" Type="http://schemas.openxmlformats.org/officeDocument/2006/relationships/slide" Target="slides/slide8.xml"/><Relationship Id="rId57" Type="http://schemas.openxmlformats.org/officeDocument/2006/relationships/slide" Target="slides/slide29.xml"/><Relationship Id="rId106" Type="http://schemas.openxmlformats.org/officeDocument/2006/relationships/slide" Target="slides/slide78.xml"/><Relationship Id="rId127" Type="http://schemas.openxmlformats.org/officeDocument/2006/relationships/slide" Target="slides/slide99.xml"/><Relationship Id="rId10" Type="http://schemas.openxmlformats.org/officeDocument/2006/relationships/slideMaster" Target="slideMasters/slideMaster10.xml"/><Relationship Id="rId31" Type="http://schemas.openxmlformats.org/officeDocument/2006/relationships/slide" Target="slides/slide3.xml"/><Relationship Id="rId52" Type="http://schemas.openxmlformats.org/officeDocument/2006/relationships/slide" Target="slides/slide24.xml"/><Relationship Id="rId73" Type="http://schemas.openxmlformats.org/officeDocument/2006/relationships/slide" Target="slides/slide45.xml"/><Relationship Id="rId78" Type="http://schemas.openxmlformats.org/officeDocument/2006/relationships/slide" Target="slides/slide50.xml"/><Relationship Id="rId94" Type="http://schemas.openxmlformats.org/officeDocument/2006/relationships/slide" Target="slides/slide66.xml"/><Relationship Id="rId99" Type="http://schemas.openxmlformats.org/officeDocument/2006/relationships/slide" Target="slides/slide71.xml"/><Relationship Id="rId101" Type="http://schemas.openxmlformats.org/officeDocument/2006/relationships/slide" Target="slides/slide73.xml"/><Relationship Id="rId122" Type="http://schemas.openxmlformats.org/officeDocument/2006/relationships/slide" Target="slides/slide94.xml"/><Relationship Id="rId143" Type="http://schemas.openxmlformats.org/officeDocument/2006/relationships/slide" Target="slides/slide115.xml"/><Relationship Id="rId148" Type="http://schemas.openxmlformats.org/officeDocument/2006/relationships/slide" Target="slides/slide120.xml"/><Relationship Id="rId164" Type="http://schemas.openxmlformats.org/officeDocument/2006/relationships/slide" Target="slides/slide136.xml"/><Relationship Id="rId169" Type="http://schemas.openxmlformats.org/officeDocument/2006/relationships/slide" Target="slides/slide141.xml"/><Relationship Id="rId4" Type="http://schemas.openxmlformats.org/officeDocument/2006/relationships/slideMaster" Target="slideMasters/slideMaster4.xml"/><Relationship Id="rId9" Type="http://schemas.openxmlformats.org/officeDocument/2006/relationships/slideMaster" Target="slideMasters/slideMaster9.xml"/><Relationship Id="rId26" Type="http://schemas.openxmlformats.org/officeDocument/2006/relationships/slideMaster" Target="slideMasters/slideMaster26.xml"/><Relationship Id="rId47" Type="http://schemas.openxmlformats.org/officeDocument/2006/relationships/slide" Target="slides/slide19.xml"/><Relationship Id="rId68" Type="http://schemas.openxmlformats.org/officeDocument/2006/relationships/slide" Target="slides/slide40.xml"/><Relationship Id="rId89" Type="http://schemas.openxmlformats.org/officeDocument/2006/relationships/slide" Target="slides/slide61.xml"/><Relationship Id="rId112" Type="http://schemas.openxmlformats.org/officeDocument/2006/relationships/slide" Target="slides/slide84.xml"/><Relationship Id="rId133" Type="http://schemas.openxmlformats.org/officeDocument/2006/relationships/slide" Target="slides/slide105.xml"/><Relationship Id="rId154" Type="http://schemas.openxmlformats.org/officeDocument/2006/relationships/slide" Target="slides/slide126.xml"/><Relationship Id="rId175" Type="http://schemas.openxmlformats.org/officeDocument/2006/relationships/viewProps" Target="viewProps.xml"/><Relationship Id="rId16" Type="http://schemas.openxmlformats.org/officeDocument/2006/relationships/slideMaster" Target="slideMasters/slideMaster16.xml"/><Relationship Id="rId37" Type="http://schemas.openxmlformats.org/officeDocument/2006/relationships/slide" Target="slides/slide9.xml"/><Relationship Id="rId58" Type="http://schemas.openxmlformats.org/officeDocument/2006/relationships/slide" Target="slides/slide30.xml"/><Relationship Id="rId79" Type="http://schemas.openxmlformats.org/officeDocument/2006/relationships/slide" Target="slides/slide51.xml"/><Relationship Id="rId102" Type="http://schemas.openxmlformats.org/officeDocument/2006/relationships/slide" Target="slides/slide74.xml"/><Relationship Id="rId123" Type="http://schemas.openxmlformats.org/officeDocument/2006/relationships/slide" Target="slides/slide95.xml"/><Relationship Id="rId144" Type="http://schemas.openxmlformats.org/officeDocument/2006/relationships/slide" Target="slides/slide116.xml"/><Relationship Id="rId90" Type="http://schemas.openxmlformats.org/officeDocument/2006/relationships/slide" Target="slides/slide62.xml"/><Relationship Id="rId165" Type="http://schemas.openxmlformats.org/officeDocument/2006/relationships/slide" Target="slides/slide137.xml"/><Relationship Id="rId27" Type="http://schemas.openxmlformats.org/officeDocument/2006/relationships/slideMaster" Target="slideMasters/slideMaster27.xml"/><Relationship Id="rId48" Type="http://schemas.openxmlformats.org/officeDocument/2006/relationships/slide" Target="slides/slide20.xml"/><Relationship Id="rId69" Type="http://schemas.openxmlformats.org/officeDocument/2006/relationships/slide" Target="slides/slide41.xml"/><Relationship Id="rId113" Type="http://schemas.openxmlformats.org/officeDocument/2006/relationships/slide" Target="slides/slide85.xml"/><Relationship Id="rId134" Type="http://schemas.openxmlformats.org/officeDocument/2006/relationships/slide" Target="slides/slide106.xml"/><Relationship Id="rId80" Type="http://schemas.openxmlformats.org/officeDocument/2006/relationships/slide" Target="slides/slide52.xml"/><Relationship Id="rId155" Type="http://schemas.openxmlformats.org/officeDocument/2006/relationships/slide" Target="slides/slide127.xml"/><Relationship Id="rId176" Type="http://schemas.openxmlformats.org/officeDocument/2006/relationships/theme" Target="theme/theme1.xml"/><Relationship Id="rId17" Type="http://schemas.openxmlformats.org/officeDocument/2006/relationships/slideMaster" Target="slideMasters/slideMaster17.xml"/><Relationship Id="rId38" Type="http://schemas.openxmlformats.org/officeDocument/2006/relationships/slide" Target="slides/slide10.xml"/><Relationship Id="rId59" Type="http://schemas.openxmlformats.org/officeDocument/2006/relationships/slide" Target="slides/slide31.xml"/><Relationship Id="rId103" Type="http://schemas.openxmlformats.org/officeDocument/2006/relationships/slide" Target="slides/slide75.xml"/><Relationship Id="rId124" Type="http://schemas.openxmlformats.org/officeDocument/2006/relationships/slide" Target="slides/slide96.xml"/><Relationship Id="rId70" Type="http://schemas.openxmlformats.org/officeDocument/2006/relationships/slide" Target="slides/slide42.xml"/><Relationship Id="rId91" Type="http://schemas.openxmlformats.org/officeDocument/2006/relationships/slide" Target="slides/slide63.xml"/><Relationship Id="rId145" Type="http://schemas.openxmlformats.org/officeDocument/2006/relationships/slide" Target="slides/slide117.xml"/><Relationship Id="rId166" Type="http://schemas.openxmlformats.org/officeDocument/2006/relationships/slide" Target="slides/slide13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886200" y="0"/>
            <a:ext cx="2971800" cy="4572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6" name="Google Shape;6;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8686800"/>
            <a:ext cx="2971800" cy="4572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rgbClr val="000000"/>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886200" y="8686800"/>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Times New Roman"/>
              <a:buNone/>
            </a:pPr>
            <a:fld id="{00000000-1234-1234-1234-123412341234}" type="slidenum">
              <a:rPr lang="en-US" sz="1200" b="1" i="0" u="none" strike="noStrike" cap="none">
                <a:solidFill>
                  <a:srgbClr val="000000"/>
                </a:solidFill>
                <a:latin typeface="Times New Roman"/>
                <a:ea typeface="Times New Roman"/>
                <a:cs typeface="Times New Roman"/>
                <a:sym typeface="Times New Roman"/>
              </a:rPr>
              <a:t>‹#›</a:t>
            </a:fld>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9" name="Google Shape;589;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p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96" name="Google Shape;596;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3" name="Google Shape;603;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p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9" name="Google Shape;609;p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6" name="Google Shape;616;p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p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8" name="Google Shape;628;p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p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solidFill>
            <a:srgbClr val="FFFFFF"/>
          </a:solidFill>
          <a:ln>
            <a:noFill/>
          </a:ln>
        </p:spPr>
      </p:sp>
      <p:sp>
        <p:nvSpPr>
          <p:cNvPr id="635" name="Google Shape;635;p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0"/>
        <p:cNvGrpSpPr/>
        <p:nvPr/>
      </p:nvGrpSpPr>
      <p:grpSpPr>
        <a:xfrm>
          <a:off x="0" y="0"/>
          <a:ext cx="0" cy="0"/>
          <a:chOff x="0" y="0"/>
          <a:chExt cx="0" cy="0"/>
        </a:xfrm>
      </p:grpSpPr>
      <p:sp>
        <p:nvSpPr>
          <p:cNvPr id="641" name="Google Shape;641;p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2" name="Google Shape;642;p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p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9" name="Google Shape;649;p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solidFill>
            <a:srgbClr val="FFFFFF"/>
          </a:solidFill>
          <a:ln>
            <a:noFill/>
          </a:ln>
        </p:spPr>
      </p:sp>
      <p:sp>
        <p:nvSpPr>
          <p:cNvPr id="656" name="Google Shape;656;p1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solidFill>
            <a:srgbClr val="FFFFFF"/>
          </a:solidFill>
          <a:ln>
            <a:noFill/>
          </a:ln>
        </p:spPr>
      </p:sp>
      <p:sp>
        <p:nvSpPr>
          <p:cNvPr id="663" name="Google Shape;663;p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1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2" name="Google Shape;692;p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1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9" name="Google Shape;699;p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p1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6" name="Google Shape;706;p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p1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3" name="Google Shape;713;p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p1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0" name="Google Shape;720;p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p1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6" name="Google Shape;726;p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1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34" name="Google Shape;734;p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p1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1" name="Google Shape;741;p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p2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8" name="Google Shape;748;p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2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55" name="Google Shape;755;p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0"/>
        <p:cNvGrpSpPr/>
        <p:nvPr/>
      </p:nvGrpSpPr>
      <p:grpSpPr>
        <a:xfrm>
          <a:off x="0" y="0"/>
          <a:ext cx="0" cy="0"/>
          <a:chOff x="0" y="0"/>
          <a:chExt cx="0" cy="0"/>
        </a:xfrm>
      </p:grpSpPr>
      <p:sp>
        <p:nvSpPr>
          <p:cNvPr id="761" name="Google Shape;761;p2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2" name="Google Shape;762;p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6"/>
        <p:cNvGrpSpPr/>
        <p:nvPr/>
      </p:nvGrpSpPr>
      <p:grpSpPr>
        <a:xfrm>
          <a:off x="0" y="0"/>
          <a:ext cx="0" cy="0"/>
          <a:chOff x="0" y="0"/>
          <a:chExt cx="0" cy="0"/>
        </a:xfrm>
      </p:grpSpPr>
      <p:sp>
        <p:nvSpPr>
          <p:cNvPr id="767" name="Google Shape;767;p2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8" name="Google Shape;768;p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p2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5" name="Google Shape;775;p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p2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1" name="Google Shape;781;p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2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8" name="Google Shape;788;p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
        <p:cNvGrpSpPr/>
        <p:nvPr/>
      </p:nvGrpSpPr>
      <p:grpSpPr>
        <a:xfrm>
          <a:off x="0" y="0"/>
          <a:ext cx="0" cy="0"/>
          <a:chOff x="0" y="0"/>
          <a:chExt cx="0" cy="0"/>
        </a:xfrm>
      </p:grpSpPr>
      <p:sp>
        <p:nvSpPr>
          <p:cNvPr id="794" name="Google Shape;794;p2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95" name="Google Shape;795;p2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0"/>
        <p:cNvGrpSpPr/>
        <p:nvPr/>
      </p:nvGrpSpPr>
      <p:grpSpPr>
        <a:xfrm>
          <a:off x="0" y="0"/>
          <a:ext cx="0" cy="0"/>
          <a:chOff x="0" y="0"/>
          <a:chExt cx="0" cy="0"/>
        </a:xfrm>
      </p:grpSpPr>
      <p:sp>
        <p:nvSpPr>
          <p:cNvPr id="801" name="Google Shape;801;p2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2" name="Google Shape;802;p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p2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9" name="Google Shape;809;p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4"/>
        <p:cNvGrpSpPr/>
        <p:nvPr/>
      </p:nvGrpSpPr>
      <p:grpSpPr>
        <a:xfrm>
          <a:off x="0" y="0"/>
          <a:ext cx="0" cy="0"/>
          <a:chOff x="0" y="0"/>
          <a:chExt cx="0" cy="0"/>
        </a:xfrm>
      </p:grpSpPr>
      <p:sp>
        <p:nvSpPr>
          <p:cNvPr id="815" name="Google Shape;815;p3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6" name="Google Shape;816;p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0"/>
        <p:cNvGrpSpPr/>
        <p:nvPr/>
      </p:nvGrpSpPr>
      <p:grpSpPr>
        <a:xfrm>
          <a:off x="0" y="0"/>
          <a:ext cx="0" cy="0"/>
          <a:chOff x="0" y="0"/>
          <a:chExt cx="0" cy="0"/>
        </a:xfrm>
      </p:grpSpPr>
      <p:sp>
        <p:nvSpPr>
          <p:cNvPr id="821" name="Google Shape;821;p3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2" name="Google Shape;822;p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p3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9" name="Google Shape;829;p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p3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6" name="Google Shape;836;p3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p3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43" name="Google Shape;843;p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8"/>
        <p:cNvGrpSpPr/>
        <p:nvPr/>
      </p:nvGrpSpPr>
      <p:grpSpPr>
        <a:xfrm>
          <a:off x="0" y="0"/>
          <a:ext cx="0" cy="0"/>
          <a:chOff x="0" y="0"/>
          <a:chExt cx="0" cy="0"/>
        </a:xfrm>
      </p:grpSpPr>
      <p:sp>
        <p:nvSpPr>
          <p:cNvPr id="849" name="Google Shape;849;p3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0" name="Google Shape;850;p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3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7" name="Google Shape;857;p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2"/>
        <p:cNvGrpSpPr/>
        <p:nvPr/>
      </p:nvGrpSpPr>
      <p:grpSpPr>
        <a:xfrm>
          <a:off x="0" y="0"/>
          <a:ext cx="0" cy="0"/>
          <a:chOff x="0" y="0"/>
          <a:chExt cx="0" cy="0"/>
        </a:xfrm>
      </p:grpSpPr>
      <p:sp>
        <p:nvSpPr>
          <p:cNvPr id="863" name="Google Shape;863;p3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4" name="Google Shape;864;p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3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1" name="Google Shape;871;p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6"/>
        <p:cNvGrpSpPr/>
        <p:nvPr/>
      </p:nvGrpSpPr>
      <p:grpSpPr>
        <a:xfrm>
          <a:off x="0" y="0"/>
          <a:ext cx="0" cy="0"/>
          <a:chOff x="0" y="0"/>
          <a:chExt cx="0" cy="0"/>
        </a:xfrm>
      </p:grpSpPr>
      <p:sp>
        <p:nvSpPr>
          <p:cNvPr id="877" name="Google Shape;877;p3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8" name="Google Shape;878;p3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p4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5" name="Google Shape;885;p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0"/>
        <p:cNvGrpSpPr/>
        <p:nvPr/>
      </p:nvGrpSpPr>
      <p:grpSpPr>
        <a:xfrm>
          <a:off x="0" y="0"/>
          <a:ext cx="0" cy="0"/>
          <a:chOff x="0" y="0"/>
          <a:chExt cx="0" cy="0"/>
        </a:xfrm>
      </p:grpSpPr>
      <p:sp>
        <p:nvSpPr>
          <p:cNvPr id="891" name="Google Shape;891;p4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92" name="Google Shape;892;p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8"/>
        <p:cNvGrpSpPr/>
        <p:nvPr/>
      </p:nvGrpSpPr>
      <p:grpSpPr>
        <a:xfrm>
          <a:off x="0" y="0"/>
          <a:ext cx="0" cy="0"/>
          <a:chOff x="0" y="0"/>
          <a:chExt cx="0" cy="0"/>
        </a:xfrm>
      </p:grpSpPr>
      <p:sp>
        <p:nvSpPr>
          <p:cNvPr id="899" name="Google Shape;899;p4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00" name="Google Shape;900;p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4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07" name="Google Shape;907;p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4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4" name="Google Shape;914;p4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9"/>
        <p:cNvGrpSpPr/>
        <p:nvPr/>
      </p:nvGrpSpPr>
      <p:grpSpPr>
        <a:xfrm>
          <a:off x="0" y="0"/>
          <a:ext cx="0" cy="0"/>
          <a:chOff x="0" y="0"/>
          <a:chExt cx="0" cy="0"/>
        </a:xfrm>
      </p:grpSpPr>
      <p:sp>
        <p:nvSpPr>
          <p:cNvPr id="920" name="Google Shape;920;p4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21" name="Google Shape;921;p4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6"/>
        <p:cNvGrpSpPr/>
        <p:nvPr/>
      </p:nvGrpSpPr>
      <p:grpSpPr>
        <a:xfrm>
          <a:off x="0" y="0"/>
          <a:ext cx="0" cy="0"/>
          <a:chOff x="0" y="0"/>
          <a:chExt cx="0" cy="0"/>
        </a:xfrm>
      </p:grpSpPr>
      <p:sp>
        <p:nvSpPr>
          <p:cNvPr id="927" name="Google Shape;927;p4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28" name="Google Shape;928;p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p4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35" name="Google Shape;935;p4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0"/>
        <p:cNvGrpSpPr/>
        <p:nvPr/>
      </p:nvGrpSpPr>
      <p:grpSpPr>
        <a:xfrm>
          <a:off x="0" y="0"/>
          <a:ext cx="0" cy="0"/>
          <a:chOff x="0" y="0"/>
          <a:chExt cx="0" cy="0"/>
        </a:xfrm>
      </p:grpSpPr>
      <p:sp>
        <p:nvSpPr>
          <p:cNvPr id="941" name="Google Shape;941;p4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2" name="Google Shape;942;p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p4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9" name="Google Shape;949;p4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4"/>
        <p:cNvGrpSpPr/>
        <p:nvPr/>
      </p:nvGrpSpPr>
      <p:grpSpPr>
        <a:xfrm>
          <a:off x="0" y="0"/>
          <a:ext cx="0" cy="0"/>
          <a:chOff x="0" y="0"/>
          <a:chExt cx="0" cy="0"/>
        </a:xfrm>
      </p:grpSpPr>
      <p:sp>
        <p:nvSpPr>
          <p:cNvPr id="955" name="Google Shape;955;p5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6" name="Google Shape;956;p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5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63" name="Google Shape;963;p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7"/>
        <p:cNvGrpSpPr/>
        <p:nvPr/>
      </p:nvGrpSpPr>
      <p:grpSpPr>
        <a:xfrm>
          <a:off x="0" y="0"/>
          <a:ext cx="0" cy="0"/>
          <a:chOff x="0" y="0"/>
          <a:chExt cx="0" cy="0"/>
        </a:xfrm>
      </p:grpSpPr>
      <p:sp>
        <p:nvSpPr>
          <p:cNvPr id="968" name="Google Shape;968;p5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69" name="Google Shape;969;p5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p5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6" name="Google Shape;976;p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
        <p:cNvGrpSpPr/>
        <p:nvPr/>
      </p:nvGrpSpPr>
      <p:grpSpPr>
        <a:xfrm>
          <a:off x="0" y="0"/>
          <a:ext cx="0" cy="0"/>
          <a:chOff x="0" y="0"/>
          <a:chExt cx="0" cy="0"/>
        </a:xfrm>
      </p:grpSpPr>
      <p:sp>
        <p:nvSpPr>
          <p:cNvPr id="982" name="Google Shape;982;p5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83" name="Google Shape;983;p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p5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0" name="Google Shape;990;p5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p:cNvGrpSpPr/>
        <p:nvPr/>
      </p:nvGrpSpPr>
      <p:grpSpPr>
        <a:xfrm>
          <a:off x="0" y="0"/>
          <a:ext cx="0" cy="0"/>
          <a:chOff x="0" y="0"/>
          <a:chExt cx="0" cy="0"/>
        </a:xfrm>
      </p:grpSpPr>
      <p:sp>
        <p:nvSpPr>
          <p:cNvPr id="996" name="Google Shape;996;p5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7" name="Google Shape;997;p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2"/>
        <p:cNvGrpSpPr/>
        <p:nvPr/>
      </p:nvGrpSpPr>
      <p:grpSpPr>
        <a:xfrm>
          <a:off x="0" y="0"/>
          <a:ext cx="0" cy="0"/>
          <a:chOff x="0" y="0"/>
          <a:chExt cx="0" cy="0"/>
        </a:xfrm>
      </p:grpSpPr>
      <p:sp>
        <p:nvSpPr>
          <p:cNvPr id="1003" name="Google Shape;1003;p5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4" name="Google Shape;1004;p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9"/>
        <p:cNvGrpSpPr/>
        <p:nvPr/>
      </p:nvGrpSpPr>
      <p:grpSpPr>
        <a:xfrm>
          <a:off x="0" y="0"/>
          <a:ext cx="0" cy="0"/>
          <a:chOff x="0" y="0"/>
          <a:chExt cx="0" cy="0"/>
        </a:xfrm>
      </p:grpSpPr>
      <p:sp>
        <p:nvSpPr>
          <p:cNvPr id="1010" name="Google Shape;1010;p5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11" name="Google Shape;1011;p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6"/>
        <p:cNvGrpSpPr/>
        <p:nvPr/>
      </p:nvGrpSpPr>
      <p:grpSpPr>
        <a:xfrm>
          <a:off x="0" y="0"/>
          <a:ext cx="0" cy="0"/>
          <a:chOff x="0" y="0"/>
          <a:chExt cx="0" cy="0"/>
        </a:xfrm>
      </p:grpSpPr>
      <p:sp>
        <p:nvSpPr>
          <p:cNvPr id="1017" name="Google Shape;1017;p5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18" name="Google Shape;1018;p5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3"/>
        <p:cNvGrpSpPr/>
        <p:nvPr/>
      </p:nvGrpSpPr>
      <p:grpSpPr>
        <a:xfrm>
          <a:off x="0" y="0"/>
          <a:ext cx="0" cy="0"/>
          <a:chOff x="0" y="0"/>
          <a:chExt cx="0" cy="0"/>
        </a:xfrm>
      </p:grpSpPr>
      <p:sp>
        <p:nvSpPr>
          <p:cNvPr id="1024" name="Google Shape;1024;p6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5" name="Google Shape;1025;p6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p6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1" name="Google Shape;1031;p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6"/>
        <p:cNvGrpSpPr/>
        <p:nvPr/>
      </p:nvGrpSpPr>
      <p:grpSpPr>
        <a:xfrm>
          <a:off x="0" y="0"/>
          <a:ext cx="0" cy="0"/>
          <a:chOff x="0" y="0"/>
          <a:chExt cx="0" cy="0"/>
        </a:xfrm>
      </p:grpSpPr>
      <p:sp>
        <p:nvSpPr>
          <p:cNvPr id="1037" name="Google Shape;1037;p6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8" name="Google Shape;1038;p6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3"/>
        <p:cNvGrpSpPr/>
        <p:nvPr/>
      </p:nvGrpSpPr>
      <p:grpSpPr>
        <a:xfrm>
          <a:off x="0" y="0"/>
          <a:ext cx="0" cy="0"/>
          <a:chOff x="0" y="0"/>
          <a:chExt cx="0" cy="0"/>
        </a:xfrm>
      </p:grpSpPr>
      <p:sp>
        <p:nvSpPr>
          <p:cNvPr id="1044" name="Google Shape;1044;p6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5" name="Google Shape;1045;p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9"/>
        <p:cNvGrpSpPr/>
        <p:nvPr/>
      </p:nvGrpSpPr>
      <p:grpSpPr>
        <a:xfrm>
          <a:off x="0" y="0"/>
          <a:ext cx="0" cy="0"/>
          <a:chOff x="0" y="0"/>
          <a:chExt cx="0" cy="0"/>
        </a:xfrm>
      </p:grpSpPr>
      <p:sp>
        <p:nvSpPr>
          <p:cNvPr id="1050" name="Google Shape;1050;p6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1" name="Google Shape;1051;p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p6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8" name="Google Shape;1058;p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3"/>
        <p:cNvGrpSpPr/>
        <p:nvPr/>
      </p:nvGrpSpPr>
      <p:grpSpPr>
        <a:xfrm>
          <a:off x="0" y="0"/>
          <a:ext cx="0" cy="0"/>
          <a:chOff x="0" y="0"/>
          <a:chExt cx="0" cy="0"/>
        </a:xfrm>
      </p:grpSpPr>
      <p:sp>
        <p:nvSpPr>
          <p:cNvPr id="1064" name="Google Shape;1064;p6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5" name="Google Shape;1065;p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0"/>
        <p:cNvGrpSpPr/>
        <p:nvPr/>
      </p:nvGrpSpPr>
      <p:grpSpPr>
        <a:xfrm>
          <a:off x="0" y="0"/>
          <a:ext cx="0" cy="0"/>
          <a:chOff x="0" y="0"/>
          <a:chExt cx="0" cy="0"/>
        </a:xfrm>
      </p:grpSpPr>
      <p:sp>
        <p:nvSpPr>
          <p:cNvPr id="1071" name="Google Shape;1071;p6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2" name="Google Shape;1072;p6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7"/>
        <p:cNvGrpSpPr/>
        <p:nvPr/>
      </p:nvGrpSpPr>
      <p:grpSpPr>
        <a:xfrm>
          <a:off x="0" y="0"/>
          <a:ext cx="0" cy="0"/>
          <a:chOff x="0" y="0"/>
          <a:chExt cx="0" cy="0"/>
        </a:xfrm>
      </p:grpSpPr>
      <p:sp>
        <p:nvSpPr>
          <p:cNvPr id="1078" name="Google Shape;1078;p6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9" name="Google Shape;1079;p6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3"/>
        <p:cNvGrpSpPr/>
        <p:nvPr/>
      </p:nvGrpSpPr>
      <p:grpSpPr>
        <a:xfrm>
          <a:off x="0" y="0"/>
          <a:ext cx="0" cy="0"/>
          <a:chOff x="0" y="0"/>
          <a:chExt cx="0" cy="0"/>
        </a:xfrm>
      </p:grpSpPr>
      <p:sp>
        <p:nvSpPr>
          <p:cNvPr id="1084" name="Google Shape;1084;p6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5" name="Google Shape;1085;p6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0"/>
        <p:cNvGrpSpPr/>
        <p:nvPr/>
      </p:nvGrpSpPr>
      <p:grpSpPr>
        <a:xfrm>
          <a:off x="0" y="0"/>
          <a:ext cx="0" cy="0"/>
          <a:chOff x="0" y="0"/>
          <a:chExt cx="0" cy="0"/>
        </a:xfrm>
      </p:grpSpPr>
      <p:sp>
        <p:nvSpPr>
          <p:cNvPr id="1091" name="Google Shape;1091;p7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92" name="Google Shape;1092;p7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7"/>
        <p:cNvGrpSpPr/>
        <p:nvPr/>
      </p:nvGrpSpPr>
      <p:grpSpPr>
        <a:xfrm>
          <a:off x="0" y="0"/>
          <a:ext cx="0" cy="0"/>
          <a:chOff x="0" y="0"/>
          <a:chExt cx="0" cy="0"/>
        </a:xfrm>
      </p:grpSpPr>
      <p:sp>
        <p:nvSpPr>
          <p:cNvPr id="1098" name="Google Shape;1098;p7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99" name="Google Shape;1099;p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4"/>
        <p:cNvGrpSpPr/>
        <p:nvPr/>
      </p:nvGrpSpPr>
      <p:grpSpPr>
        <a:xfrm>
          <a:off x="0" y="0"/>
          <a:ext cx="0" cy="0"/>
          <a:chOff x="0" y="0"/>
          <a:chExt cx="0" cy="0"/>
        </a:xfrm>
      </p:grpSpPr>
      <p:sp>
        <p:nvSpPr>
          <p:cNvPr id="1105" name="Google Shape;1105;p7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6" name="Google Shape;1106;p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2"/>
        <p:cNvGrpSpPr/>
        <p:nvPr/>
      </p:nvGrpSpPr>
      <p:grpSpPr>
        <a:xfrm>
          <a:off x="0" y="0"/>
          <a:ext cx="0" cy="0"/>
          <a:chOff x="0" y="0"/>
          <a:chExt cx="0" cy="0"/>
        </a:xfrm>
      </p:grpSpPr>
      <p:sp>
        <p:nvSpPr>
          <p:cNvPr id="1133" name="Google Shape;1133;p7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4" name="Google Shape;1134;p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9"/>
        <p:cNvGrpSpPr/>
        <p:nvPr/>
      </p:nvGrpSpPr>
      <p:grpSpPr>
        <a:xfrm>
          <a:off x="0" y="0"/>
          <a:ext cx="0" cy="0"/>
          <a:chOff x="0" y="0"/>
          <a:chExt cx="0" cy="0"/>
        </a:xfrm>
      </p:grpSpPr>
      <p:sp>
        <p:nvSpPr>
          <p:cNvPr id="1140" name="Google Shape;1140;p7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1" name="Google Shape;1141;p7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6"/>
        <p:cNvGrpSpPr/>
        <p:nvPr/>
      </p:nvGrpSpPr>
      <p:grpSpPr>
        <a:xfrm>
          <a:off x="0" y="0"/>
          <a:ext cx="0" cy="0"/>
          <a:chOff x="0" y="0"/>
          <a:chExt cx="0" cy="0"/>
        </a:xfrm>
      </p:grpSpPr>
      <p:sp>
        <p:nvSpPr>
          <p:cNvPr id="1147" name="Google Shape;1147;p7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8" name="Google Shape;1148;p7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3"/>
        <p:cNvGrpSpPr/>
        <p:nvPr/>
      </p:nvGrpSpPr>
      <p:grpSpPr>
        <a:xfrm>
          <a:off x="0" y="0"/>
          <a:ext cx="0" cy="0"/>
          <a:chOff x="0" y="0"/>
          <a:chExt cx="0" cy="0"/>
        </a:xfrm>
      </p:grpSpPr>
      <p:sp>
        <p:nvSpPr>
          <p:cNvPr id="1154" name="Google Shape;1154;p7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55" name="Google Shape;1155;p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0"/>
        <p:cNvGrpSpPr/>
        <p:nvPr/>
      </p:nvGrpSpPr>
      <p:grpSpPr>
        <a:xfrm>
          <a:off x="0" y="0"/>
          <a:ext cx="0" cy="0"/>
          <a:chOff x="0" y="0"/>
          <a:chExt cx="0" cy="0"/>
        </a:xfrm>
      </p:grpSpPr>
      <p:sp>
        <p:nvSpPr>
          <p:cNvPr id="1161" name="Google Shape;1161;p7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2" name="Google Shape;1162;p7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7"/>
        <p:cNvGrpSpPr/>
        <p:nvPr/>
      </p:nvGrpSpPr>
      <p:grpSpPr>
        <a:xfrm>
          <a:off x="0" y="0"/>
          <a:ext cx="0" cy="0"/>
          <a:chOff x="0" y="0"/>
          <a:chExt cx="0" cy="0"/>
        </a:xfrm>
      </p:grpSpPr>
      <p:sp>
        <p:nvSpPr>
          <p:cNvPr id="1168" name="Google Shape;1168;p7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9" name="Google Shape;1169;p7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4"/>
        <p:cNvGrpSpPr/>
        <p:nvPr/>
      </p:nvGrpSpPr>
      <p:grpSpPr>
        <a:xfrm>
          <a:off x="0" y="0"/>
          <a:ext cx="0" cy="0"/>
          <a:chOff x="0" y="0"/>
          <a:chExt cx="0" cy="0"/>
        </a:xfrm>
      </p:grpSpPr>
      <p:sp>
        <p:nvSpPr>
          <p:cNvPr id="1175" name="Google Shape;1175;p7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6" name="Google Shape;1176;p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1"/>
        <p:cNvGrpSpPr/>
        <p:nvPr/>
      </p:nvGrpSpPr>
      <p:grpSpPr>
        <a:xfrm>
          <a:off x="0" y="0"/>
          <a:ext cx="0" cy="0"/>
          <a:chOff x="0" y="0"/>
          <a:chExt cx="0" cy="0"/>
        </a:xfrm>
      </p:grpSpPr>
      <p:sp>
        <p:nvSpPr>
          <p:cNvPr id="1182" name="Google Shape;1182;p8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83" name="Google Shape;1183;p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8"/>
        <p:cNvGrpSpPr/>
        <p:nvPr/>
      </p:nvGrpSpPr>
      <p:grpSpPr>
        <a:xfrm>
          <a:off x="0" y="0"/>
          <a:ext cx="0" cy="0"/>
          <a:chOff x="0" y="0"/>
          <a:chExt cx="0" cy="0"/>
        </a:xfrm>
      </p:grpSpPr>
      <p:sp>
        <p:nvSpPr>
          <p:cNvPr id="1189" name="Google Shape;1189;p8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90" name="Google Shape;1190;p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4"/>
        <p:cNvGrpSpPr/>
        <p:nvPr/>
      </p:nvGrpSpPr>
      <p:grpSpPr>
        <a:xfrm>
          <a:off x="0" y="0"/>
          <a:ext cx="0" cy="0"/>
          <a:chOff x="0" y="0"/>
          <a:chExt cx="0" cy="0"/>
        </a:xfrm>
      </p:grpSpPr>
      <p:sp>
        <p:nvSpPr>
          <p:cNvPr id="1195" name="Google Shape;1195;p8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96" name="Google Shape;1196;p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1"/>
        <p:cNvGrpSpPr/>
        <p:nvPr/>
      </p:nvGrpSpPr>
      <p:grpSpPr>
        <a:xfrm>
          <a:off x="0" y="0"/>
          <a:ext cx="0" cy="0"/>
          <a:chOff x="0" y="0"/>
          <a:chExt cx="0" cy="0"/>
        </a:xfrm>
      </p:grpSpPr>
      <p:sp>
        <p:nvSpPr>
          <p:cNvPr id="1202" name="Google Shape;1202;p8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3" name="Google Shape;1203;p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8"/>
        <p:cNvGrpSpPr/>
        <p:nvPr/>
      </p:nvGrpSpPr>
      <p:grpSpPr>
        <a:xfrm>
          <a:off x="0" y="0"/>
          <a:ext cx="0" cy="0"/>
          <a:chOff x="0" y="0"/>
          <a:chExt cx="0" cy="0"/>
        </a:xfrm>
      </p:grpSpPr>
      <p:sp>
        <p:nvSpPr>
          <p:cNvPr id="1209" name="Google Shape;1209;p8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0" name="Google Shape;1210;p8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5"/>
        <p:cNvGrpSpPr/>
        <p:nvPr/>
      </p:nvGrpSpPr>
      <p:grpSpPr>
        <a:xfrm>
          <a:off x="0" y="0"/>
          <a:ext cx="0" cy="0"/>
          <a:chOff x="0" y="0"/>
          <a:chExt cx="0" cy="0"/>
        </a:xfrm>
      </p:grpSpPr>
      <p:sp>
        <p:nvSpPr>
          <p:cNvPr id="1216" name="Google Shape;1216;p8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7" name="Google Shape;1217;p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2"/>
        <p:cNvGrpSpPr/>
        <p:nvPr/>
      </p:nvGrpSpPr>
      <p:grpSpPr>
        <a:xfrm>
          <a:off x="0" y="0"/>
          <a:ext cx="0" cy="0"/>
          <a:chOff x="0" y="0"/>
          <a:chExt cx="0" cy="0"/>
        </a:xfrm>
      </p:grpSpPr>
      <p:sp>
        <p:nvSpPr>
          <p:cNvPr id="1223" name="Google Shape;1223;p8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24" name="Google Shape;1224;p8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9"/>
        <p:cNvGrpSpPr/>
        <p:nvPr/>
      </p:nvGrpSpPr>
      <p:grpSpPr>
        <a:xfrm>
          <a:off x="0" y="0"/>
          <a:ext cx="0" cy="0"/>
          <a:chOff x="0" y="0"/>
          <a:chExt cx="0" cy="0"/>
        </a:xfrm>
      </p:grpSpPr>
      <p:sp>
        <p:nvSpPr>
          <p:cNvPr id="1230" name="Google Shape;1230;p8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1" name="Google Shape;1231;p8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6"/>
        <p:cNvGrpSpPr/>
        <p:nvPr/>
      </p:nvGrpSpPr>
      <p:grpSpPr>
        <a:xfrm>
          <a:off x="0" y="0"/>
          <a:ext cx="0" cy="0"/>
          <a:chOff x="0" y="0"/>
          <a:chExt cx="0" cy="0"/>
        </a:xfrm>
      </p:grpSpPr>
      <p:sp>
        <p:nvSpPr>
          <p:cNvPr id="1237" name="Google Shape;1237;p8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8" name="Google Shape;1238;p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3"/>
        <p:cNvGrpSpPr/>
        <p:nvPr/>
      </p:nvGrpSpPr>
      <p:grpSpPr>
        <a:xfrm>
          <a:off x="0" y="0"/>
          <a:ext cx="0" cy="0"/>
          <a:chOff x="0" y="0"/>
          <a:chExt cx="0" cy="0"/>
        </a:xfrm>
      </p:grpSpPr>
      <p:sp>
        <p:nvSpPr>
          <p:cNvPr id="1244" name="Google Shape;1244;p8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45" name="Google Shape;1245;p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0"/>
        <p:cNvGrpSpPr/>
        <p:nvPr/>
      </p:nvGrpSpPr>
      <p:grpSpPr>
        <a:xfrm>
          <a:off x="0" y="0"/>
          <a:ext cx="0" cy="0"/>
          <a:chOff x="0" y="0"/>
          <a:chExt cx="0" cy="0"/>
        </a:xfrm>
      </p:grpSpPr>
      <p:sp>
        <p:nvSpPr>
          <p:cNvPr id="1251" name="Google Shape;1251;p9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52" name="Google Shape;1252;p9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7"/>
        <p:cNvGrpSpPr/>
        <p:nvPr/>
      </p:nvGrpSpPr>
      <p:grpSpPr>
        <a:xfrm>
          <a:off x="0" y="0"/>
          <a:ext cx="0" cy="0"/>
          <a:chOff x="0" y="0"/>
          <a:chExt cx="0" cy="0"/>
        </a:xfrm>
      </p:grpSpPr>
      <p:sp>
        <p:nvSpPr>
          <p:cNvPr id="1258" name="Google Shape;1258;p9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59" name="Google Shape;1259;p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4"/>
        <p:cNvGrpSpPr/>
        <p:nvPr/>
      </p:nvGrpSpPr>
      <p:grpSpPr>
        <a:xfrm>
          <a:off x="0" y="0"/>
          <a:ext cx="0" cy="0"/>
          <a:chOff x="0" y="0"/>
          <a:chExt cx="0" cy="0"/>
        </a:xfrm>
      </p:grpSpPr>
      <p:sp>
        <p:nvSpPr>
          <p:cNvPr id="1265" name="Google Shape;1265;p9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6" name="Google Shape;1266;p9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1"/>
        <p:cNvGrpSpPr/>
        <p:nvPr/>
      </p:nvGrpSpPr>
      <p:grpSpPr>
        <a:xfrm>
          <a:off x="0" y="0"/>
          <a:ext cx="0" cy="0"/>
          <a:chOff x="0" y="0"/>
          <a:chExt cx="0" cy="0"/>
        </a:xfrm>
      </p:grpSpPr>
      <p:sp>
        <p:nvSpPr>
          <p:cNvPr id="1272" name="Google Shape;1272;p9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3" name="Google Shape;1273;p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8"/>
        <p:cNvGrpSpPr/>
        <p:nvPr/>
      </p:nvGrpSpPr>
      <p:grpSpPr>
        <a:xfrm>
          <a:off x="0" y="0"/>
          <a:ext cx="0" cy="0"/>
          <a:chOff x="0" y="0"/>
          <a:chExt cx="0" cy="0"/>
        </a:xfrm>
      </p:grpSpPr>
      <p:sp>
        <p:nvSpPr>
          <p:cNvPr id="1279" name="Google Shape;1279;p9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0" name="Google Shape;1280;p9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5"/>
        <p:cNvGrpSpPr/>
        <p:nvPr/>
      </p:nvGrpSpPr>
      <p:grpSpPr>
        <a:xfrm>
          <a:off x="0" y="0"/>
          <a:ext cx="0" cy="0"/>
          <a:chOff x="0" y="0"/>
          <a:chExt cx="0" cy="0"/>
        </a:xfrm>
      </p:grpSpPr>
      <p:sp>
        <p:nvSpPr>
          <p:cNvPr id="1286" name="Google Shape;1286;p9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7" name="Google Shape;1287;p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2"/>
        <p:cNvGrpSpPr/>
        <p:nvPr/>
      </p:nvGrpSpPr>
      <p:grpSpPr>
        <a:xfrm>
          <a:off x="0" y="0"/>
          <a:ext cx="0" cy="0"/>
          <a:chOff x="0" y="0"/>
          <a:chExt cx="0" cy="0"/>
        </a:xfrm>
      </p:grpSpPr>
      <p:sp>
        <p:nvSpPr>
          <p:cNvPr id="1293" name="Google Shape;1293;p9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4" name="Google Shape;1294;p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9"/>
        <p:cNvGrpSpPr/>
        <p:nvPr/>
      </p:nvGrpSpPr>
      <p:grpSpPr>
        <a:xfrm>
          <a:off x="0" y="0"/>
          <a:ext cx="0" cy="0"/>
          <a:chOff x="0" y="0"/>
          <a:chExt cx="0" cy="0"/>
        </a:xfrm>
      </p:grpSpPr>
      <p:sp>
        <p:nvSpPr>
          <p:cNvPr id="1300" name="Google Shape;1300;p9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1" name="Google Shape;1301;p9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6"/>
        <p:cNvGrpSpPr/>
        <p:nvPr/>
      </p:nvGrpSpPr>
      <p:grpSpPr>
        <a:xfrm>
          <a:off x="0" y="0"/>
          <a:ext cx="0" cy="0"/>
          <a:chOff x="0" y="0"/>
          <a:chExt cx="0" cy="0"/>
        </a:xfrm>
      </p:grpSpPr>
      <p:sp>
        <p:nvSpPr>
          <p:cNvPr id="1307" name="Google Shape;1307;p9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8" name="Google Shape;1308;p9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3"/>
        <p:cNvGrpSpPr/>
        <p:nvPr/>
      </p:nvGrpSpPr>
      <p:grpSpPr>
        <a:xfrm>
          <a:off x="0" y="0"/>
          <a:ext cx="0" cy="0"/>
          <a:chOff x="0" y="0"/>
          <a:chExt cx="0" cy="0"/>
        </a:xfrm>
      </p:grpSpPr>
      <p:sp>
        <p:nvSpPr>
          <p:cNvPr id="1314" name="Google Shape;1314;p9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15" name="Google Shape;1315;p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p10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2" name="Google Shape;1322;p10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7"/>
        <p:cNvGrpSpPr/>
        <p:nvPr/>
      </p:nvGrpSpPr>
      <p:grpSpPr>
        <a:xfrm>
          <a:off x="0" y="0"/>
          <a:ext cx="0" cy="0"/>
          <a:chOff x="0" y="0"/>
          <a:chExt cx="0" cy="0"/>
        </a:xfrm>
      </p:grpSpPr>
      <p:sp>
        <p:nvSpPr>
          <p:cNvPr id="1328" name="Google Shape;1328;p10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9" name="Google Shape;1329;p1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4"/>
        <p:cNvGrpSpPr/>
        <p:nvPr/>
      </p:nvGrpSpPr>
      <p:grpSpPr>
        <a:xfrm>
          <a:off x="0" y="0"/>
          <a:ext cx="0" cy="0"/>
          <a:chOff x="0" y="0"/>
          <a:chExt cx="0" cy="0"/>
        </a:xfrm>
      </p:grpSpPr>
      <p:sp>
        <p:nvSpPr>
          <p:cNvPr id="1335" name="Google Shape;1335;p10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6" name="Google Shape;1336;p1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2"/>
        <p:cNvGrpSpPr/>
        <p:nvPr/>
      </p:nvGrpSpPr>
      <p:grpSpPr>
        <a:xfrm>
          <a:off x="0" y="0"/>
          <a:ext cx="0" cy="0"/>
          <a:chOff x="0" y="0"/>
          <a:chExt cx="0" cy="0"/>
        </a:xfrm>
      </p:grpSpPr>
      <p:sp>
        <p:nvSpPr>
          <p:cNvPr id="1343" name="Google Shape;1343;p10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4" name="Google Shape;1344;p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8"/>
        <p:cNvGrpSpPr/>
        <p:nvPr/>
      </p:nvGrpSpPr>
      <p:grpSpPr>
        <a:xfrm>
          <a:off x="0" y="0"/>
          <a:ext cx="0" cy="0"/>
          <a:chOff x="0" y="0"/>
          <a:chExt cx="0" cy="0"/>
        </a:xfrm>
      </p:grpSpPr>
      <p:sp>
        <p:nvSpPr>
          <p:cNvPr id="1349" name="Google Shape;1349;p10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0" name="Google Shape;1350;p1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4"/>
        <p:cNvGrpSpPr/>
        <p:nvPr/>
      </p:nvGrpSpPr>
      <p:grpSpPr>
        <a:xfrm>
          <a:off x="0" y="0"/>
          <a:ext cx="0" cy="0"/>
          <a:chOff x="0" y="0"/>
          <a:chExt cx="0" cy="0"/>
        </a:xfrm>
      </p:grpSpPr>
      <p:sp>
        <p:nvSpPr>
          <p:cNvPr id="1355" name="Google Shape;1355;p10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56" name="Google Shape;1356;p10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1"/>
        <p:cNvGrpSpPr/>
        <p:nvPr/>
      </p:nvGrpSpPr>
      <p:grpSpPr>
        <a:xfrm>
          <a:off x="0" y="0"/>
          <a:ext cx="0" cy="0"/>
          <a:chOff x="0" y="0"/>
          <a:chExt cx="0" cy="0"/>
        </a:xfrm>
      </p:grpSpPr>
      <p:sp>
        <p:nvSpPr>
          <p:cNvPr id="1362" name="Google Shape;1362;p10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3" name="Google Shape;1363;p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7"/>
        <p:cNvGrpSpPr/>
        <p:nvPr/>
      </p:nvGrpSpPr>
      <p:grpSpPr>
        <a:xfrm>
          <a:off x="0" y="0"/>
          <a:ext cx="0" cy="0"/>
          <a:chOff x="0" y="0"/>
          <a:chExt cx="0" cy="0"/>
        </a:xfrm>
      </p:grpSpPr>
      <p:sp>
        <p:nvSpPr>
          <p:cNvPr id="1368" name="Google Shape;1368;p10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9" name="Google Shape;1369;p10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5"/>
        <p:cNvGrpSpPr/>
        <p:nvPr/>
      </p:nvGrpSpPr>
      <p:grpSpPr>
        <a:xfrm>
          <a:off x="0" y="0"/>
          <a:ext cx="0" cy="0"/>
          <a:chOff x="0" y="0"/>
          <a:chExt cx="0" cy="0"/>
        </a:xfrm>
      </p:grpSpPr>
      <p:sp>
        <p:nvSpPr>
          <p:cNvPr id="1376" name="Google Shape;1376;p10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7" name="Google Shape;1377;p10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1"/>
        <p:cNvGrpSpPr/>
        <p:nvPr/>
      </p:nvGrpSpPr>
      <p:grpSpPr>
        <a:xfrm>
          <a:off x="0" y="0"/>
          <a:ext cx="0" cy="0"/>
          <a:chOff x="0" y="0"/>
          <a:chExt cx="0" cy="0"/>
        </a:xfrm>
      </p:grpSpPr>
      <p:sp>
        <p:nvSpPr>
          <p:cNvPr id="1382" name="Google Shape;1382;p10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3" name="Google Shape;1383;p1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p11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0" name="Google Shape;1390;p1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5"/>
        <p:cNvGrpSpPr/>
        <p:nvPr/>
      </p:nvGrpSpPr>
      <p:grpSpPr>
        <a:xfrm>
          <a:off x="0" y="0"/>
          <a:ext cx="0" cy="0"/>
          <a:chOff x="0" y="0"/>
          <a:chExt cx="0" cy="0"/>
        </a:xfrm>
      </p:grpSpPr>
      <p:sp>
        <p:nvSpPr>
          <p:cNvPr id="1396" name="Google Shape;1396;p11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7" name="Google Shape;1397;p1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3"/>
        <p:cNvGrpSpPr/>
        <p:nvPr/>
      </p:nvGrpSpPr>
      <p:grpSpPr>
        <a:xfrm>
          <a:off x="0" y="0"/>
          <a:ext cx="0" cy="0"/>
          <a:chOff x="0" y="0"/>
          <a:chExt cx="0" cy="0"/>
        </a:xfrm>
      </p:grpSpPr>
      <p:sp>
        <p:nvSpPr>
          <p:cNvPr id="1404" name="Google Shape;1404;p11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05" name="Google Shape;1405;p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9"/>
        <p:cNvGrpSpPr/>
        <p:nvPr/>
      </p:nvGrpSpPr>
      <p:grpSpPr>
        <a:xfrm>
          <a:off x="0" y="0"/>
          <a:ext cx="0" cy="0"/>
          <a:chOff x="0" y="0"/>
          <a:chExt cx="0" cy="0"/>
        </a:xfrm>
      </p:grpSpPr>
      <p:sp>
        <p:nvSpPr>
          <p:cNvPr id="1410" name="Google Shape;1410;p11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11" name="Google Shape;1411;p1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6"/>
        <p:cNvGrpSpPr/>
        <p:nvPr/>
      </p:nvGrpSpPr>
      <p:grpSpPr>
        <a:xfrm>
          <a:off x="0" y="0"/>
          <a:ext cx="0" cy="0"/>
          <a:chOff x="0" y="0"/>
          <a:chExt cx="0" cy="0"/>
        </a:xfrm>
      </p:grpSpPr>
      <p:sp>
        <p:nvSpPr>
          <p:cNvPr id="1417" name="Google Shape;1417;p11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18" name="Google Shape;1418;p1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3"/>
        <p:cNvGrpSpPr/>
        <p:nvPr/>
      </p:nvGrpSpPr>
      <p:grpSpPr>
        <a:xfrm>
          <a:off x="0" y="0"/>
          <a:ext cx="0" cy="0"/>
          <a:chOff x="0" y="0"/>
          <a:chExt cx="0" cy="0"/>
        </a:xfrm>
      </p:grpSpPr>
      <p:sp>
        <p:nvSpPr>
          <p:cNvPr id="1424" name="Google Shape;1424;p11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5" name="Google Shape;1425;p1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0"/>
        <p:cNvGrpSpPr/>
        <p:nvPr/>
      </p:nvGrpSpPr>
      <p:grpSpPr>
        <a:xfrm>
          <a:off x="0" y="0"/>
          <a:ext cx="0" cy="0"/>
          <a:chOff x="0" y="0"/>
          <a:chExt cx="0" cy="0"/>
        </a:xfrm>
      </p:grpSpPr>
      <p:sp>
        <p:nvSpPr>
          <p:cNvPr id="1431" name="Google Shape;1431;p11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2" name="Google Shape;1432;p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8"/>
        <p:cNvGrpSpPr/>
        <p:nvPr/>
      </p:nvGrpSpPr>
      <p:grpSpPr>
        <a:xfrm>
          <a:off x="0" y="0"/>
          <a:ext cx="0" cy="0"/>
          <a:chOff x="0" y="0"/>
          <a:chExt cx="0" cy="0"/>
        </a:xfrm>
      </p:grpSpPr>
      <p:sp>
        <p:nvSpPr>
          <p:cNvPr id="1439" name="Google Shape;1439;p11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0" name="Google Shape;1440;p1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6"/>
        <p:cNvGrpSpPr/>
        <p:nvPr/>
      </p:nvGrpSpPr>
      <p:grpSpPr>
        <a:xfrm>
          <a:off x="0" y="0"/>
          <a:ext cx="0" cy="0"/>
          <a:chOff x="0" y="0"/>
          <a:chExt cx="0" cy="0"/>
        </a:xfrm>
      </p:grpSpPr>
      <p:sp>
        <p:nvSpPr>
          <p:cNvPr id="1447" name="Google Shape;1447;p11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8" name="Google Shape;1448;p1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5"/>
        <p:cNvGrpSpPr/>
        <p:nvPr/>
      </p:nvGrpSpPr>
      <p:grpSpPr>
        <a:xfrm>
          <a:off x="0" y="0"/>
          <a:ext cx="0" cy="0"/>
          <a:chOff x="0" y="0"/>
          <a:chExt cx="0" cy="0"/>
        </a:xfrm>
      </p:grpSpPr>
      <p:sp>
        <p:nvSpPr>
          <p:cNvPr id="1456" name="Google Shape;1456;p11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7" name="Google Shape;1457;p1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4"/>
        <p:cNvGrpSpPr/>
        <p:nvPr/>
      </p:nvGrpSpPr>
      <p:grpSpPr>
        <a:xfrm>
          <a:off x="0" y="0"/>
          <a:ext cx="0" cy="0"/>
          <a:chOff x="0" y="0"/>
          <a:chExt cx="0" cy="0"/>
        </a:xfrm>
      </p:grpSpPr>
      <p:sp>
        <p:nvSpPr>
          <p:cNvPr id="1465" name="Google Shape;1465;p12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6" name="Google Shape;1466;p1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1"/>
        <p:cNvGrpSpPr/>
        <p:nvPr/>
      </p:nvGrpSpPr>
      <p:grpSpPr>
        <a:xfrm>
          <a:off x="0" y="0"/>
          <a:ext cx="0" cy="0"/>
          <a:chOff x="0" y="0"/>
          <a:chExt cx="0" cy="0"/>
        </a:xfrm>
      </p:grpSpPr>
      <p:sp>
        <p:nvSpPr>
          <p:cNvPr id="1472" name="Google Shape;1472;p12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3" name="Google Shape;1473;p12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8"/>
        <p:cNvGrpSpPr/>
        <p:nvPr/>
      </p:nvGrpSpPr>
      <p:grpSpPr>
        <a:xfrm>
          <a:off x="0" y="0"/>
          <a:ext cx="0" cy="0"/>
          <a:chOff x="0" y="0"/>
          <a:chExt cx="0" cy="0"/>
        </a:xfrm>
      </p:grpSpPr>
      <p:sp>
        <p:nvSpPr>
          <p:cNvPr id="1479" name="Google Shape;1479;p12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0" name="Google Shape;1480;p1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6"/>
        <p:cNvGrpSpPr/>
        <p:nvPr/>
      </p:nvGrpSpPr>
      <p:grpSpPr>
        <a:xfrm>
          <a:off x="0" y="0"/>
          <a:ext cx="0" cy="0"/>
          <a:chOff x="0" y="0"/>
          <a:chExt cx="0" cy="0"/>
        </a:xfrm>
      </p:grpSpPr>
      <p:sp>
        <p:nvSpPr>
          <p:cNvPr id="1487" name="Google Shape;1487;p12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8" name="Google Shape;1488;p1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5"/>
        <p:cNvGrpSpPr/>
        <p:nvPr/>
      </p:nvGrpSpPr>
      <p:grpSpPr>
        <a:xfrm>
          <a:off x="0" y="0"/>
          <a:ext cx="0" cy="0"/>
          <a:chOff x="0" y="0"/>
          <a:chExt cx="0" cy="0"/>
        </a:xfrm>
      </p:grpSpPr>
      <p:sp>
        <p:nvSpPr>
          <p:cNvPr id="1496" name="Google Shape;1496;p12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97" name="Google Shape;1497;p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2"/>
        <p:cNvGrpSpPr/>
        <p:nvPr/>
      </p:nvGrpSpPr>
      <p:grpSpPr>
        <a:xfrm>
          <a:off x="0" y="0"/>
          <a:ext cx="0" cy="0"/>
          <a:chOff x="0" y="0"/>
          <a:chExt cx="0" cy="0"/>
        </a:xfrm>
      </p:grpSpPr>
      <p:sp>
        <p:nvSpPr>
          <p:cNvPr id="1503" name="Google Shape;1503;p12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4" name="Google Shape;1504;p12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9"/>
        <p:cNvGrpSpPr/>
        <p:nvPr/>
      </p:nvGrpSpPr>
      <p:grpSpPr>
        <a:xfrm>
          <a:off x="0" y="0"/>
          <a:ext cx="0" cy="0"/>
          <a:chOff x="0" y="0"/>
          <a:chExt cx="0" cy="0"/>
        </a:xfrm>
      </p:grpSpPr>
      <p:sp>
        <p:nvSpPr>
          <p:cNvPr id="1510" name="Google Shape;1510;p12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1" name="Google Shape;1511;p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6"/>
        <p:cNvGrpSpPr/>
        <p:nvPr/>
      </p:nvGrpSpPr>
      <p:grpSpPr>
        <a:xfrm>
          <a:off x="0" y="0"/>
          <a:ext cx="0" cy="0"/>
          <a:chOff x="0" y="0"/>
          <a:chExt cx="0" cy="0"/>
        </a:xfrm>
      </p:grpSpPr>
      <p:sp>
        <p:nvSpPr>
          <p:cNvPr id="1517" name="Google Shape;1517;p12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8" name="Google Shape;1518;p12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4"/>
        <p:cNvGrpSpPr/>
        <p:nvPr/>
      </p:nvGrpSpPr>
      <p:grpSpPr>
        <a:xfrm>
          <a:off x="0" y="0"/>
          <a:ext cx="0" cy="0"/>
          <a:chOff x="0" y="0"/>
          <a:chExt cx="0" cy="0"/>
        </a:xfrm>
      </p:grpSpPr>
      <p:sp>
        <p:nvSpPr>
          <p:cNvPr id="1525" name="Google Shape;1525;p12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6" name="Google Shape;1526;p1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1"/>
        <p:cNvGrpSpPr/>
        <p:nvPr/>
      </p:nvGrpSpPr>
      <p:grpSpPr>
        <a:xfrm>
          <a:off x="0" y="0"/>
          <a:ext cx="0" cy="0"/>
          <a:chOff x="0" y="0"/>
          <a:chExt cx="0" cy="0"/>
        </a:xfrm>
      </p:grpSpPr>
      <p:sp>
        <p:nvSpPr>
          <p:cNvPr id="1532" name="Google Shape;1532;p12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33" name="Google Shape;1533;p1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0"/>
        <p:cNvGrpSpPr/>
        <p:nvPr/>
      </p:nvGrpSpPr>
      <p:grpSpPr>
        <a:xfrm>
          <a:off x="0" y="0"/>
          <a:ext cx="0" cy="0"/>
          <a:chOff x="0" y="0"/>
          <a:chExt cx="0" cy="0"/>
        </a:xfrm>
      </p:grpSpPr>
      <p:sp>
        <p:nvSpPr>
          <p:cNvPr id="1541" name="Google Shape;1541;p13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2" name="Google Shape;1542;p1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2"/>
        <p:cNvGrpSpPr/>
        <p:nvPr/>
      </p:nvGrpSpPr>
      <p:grpSpPr>
        <a:xfrm>
          <a:off x="0" y="0"/>
          <a:ext cx="0" cy="0"/>
          <a:chOff x="0" y="0"/>
          <a:chExt cx="0" cy="0"/>
        </a:xfrm>
      </p:grpSpPr>
      <p:sp>
        <p:nvSpPr>
          <p:cNvPr id="1553" name="Google Shape;1553;p13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4" name="Google Shape;1554;p1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9"/>
        <p:cNvGrpSpPr/>
        <p:nvPr/>
      </p:nvGrpSpPr>
      <p:grpSpPr>
        <a:xfrm>
          <a:off x="0" y="0"/>
          <a:ext cx="0" cy="0"/>
          <a:chOff x="0" y="0"/>
          <a:chExt cx="0" cy="0"/>
        </a:xfrm>
      </p:grpSpPr>
      <p:sp>
        <p:nvSpPr>
          <p:cNvPr id="1560" name="Google Shape;1560;p13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1" name="Google Shape;1561;p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6"/>
        <p:cNvGrpSpPr/>
        <p:nvPr/>
      </p:nvGrpSpPr>
      <p:grpSpPr>
        <a:xfrm>
          <a:off x="0" y="0"/>
          <a:ext cx="0" cy="0"/>
          <a:chOff x="0" y="0"/>
          <a:chExt cx="0" cy="0"/>
        </a:xfrm>
      </p:grpSpPr>
      <p:sp>
        <p:nvSpPr>
          <p:cNvPr id="1567" name="Google Shape;1567;p13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8" name="Google Shape;1568;p13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3"/>
        <p:cNvGrpSpPr/>
        <p:nvPr/>
      </p:nvGrpSpPr>
      <p:grpSpPr>
        <a:xfrm>
          <a:off x="0" y="0"/>
          <a:ext cx="0" cy="0"/>
          <a:chOff x="0" y="0"/>
          <a:chExt cx="0" cy="0"/>
        </a:xfrm>
      </p:grpSpPr>
      <p:sp>
        <p:nvSpPr>
          <p:cNvPr id="1574" name="Google Shape;1574;p13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5" name="Google Shape;1575;p1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p:cNvGrpSpPr/>
        <p:nvPr/>
      </p:nvGrpSpPr>
      <p:grpSpPr>
        <a:xfrm>
          <a:off x="0" y="0"/>
          <a:ext cx="0" cy="0"/>
          <a:chOff x="0" y="0"/>
          <a:chExt cx="0" cy="0"/>
        </a:xfrm>
      </p:grpSpPr>
      <p:sp>
        <p:nvSpPr>
          <p:cNvPr id="1618" name="Google Shape;1618;p13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19" name="Google Shape;1619;p1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6"/>
        <p:cNvGrpSpPr/>
        <p:nvPr/>
      </p:nvGrpSpPr>
      <p:grpSpPr>
        <a:xfrm>
          <a:off x="0" y="0"/>
          <a:ext cx="0" cy="0"/>
          <a:chOff x="0" y="0"/>
          <a:chExt cx="0" cy="0"/>
        </a:xfrm>
      </p:grpSpPr>
      <p:sp>
        <p:nvSpPr>
          <p:cNvPr id="1627" name="Google Shape;1627;p13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8" name="Google Shape;1628;p1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3"/>
        <p:cNvGrpSpPr/>
        <p:nvPr/>
      </p:nvGrpSpPr>
      <p:grpSpPr>
        <a:xfrm>
          <a:off x="0" y="0"/>
          <a:ext cx="0" cy="0"/>
          <a:chOff x="0" y="0"/>
          <a:chExt cx="0" cy="0"/>
        </a:xfrm>
      </p:grpSpPr>
      <p:sp>
        <p:nvSpPr>
          <p:cNvPr id="1634" name="Google Shape;1634;p13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5" name="Google Shape;1635;p1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0"/>
        <p:cNvGrpSpPr/>
        <p:nvPr/>
      </p:nvGrpSpPr>
      <p:grpSpPr>
        <a:xfrm>
          <a:off x="0" y="0"/>
          <a:ext cx="0" cy="0"/>
          <a:chOff x="0" y="0"/>
          <a:chExt cx="0" cy="0"/>
        </a:xfrm>
      </p:grpSpPr>
      <p:sp>
        <p:nvSpPr>
          <p:cNvPr id="1641" name="Google Shape;1641;p13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2" name="Google Shape;1642;p1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7"/>
        <p:cNvGrpSpPr/>
        <p:nvPr/>
      </p:nvGrpSpPr>
      <p:grpSpPr>
        <a:xfrm>
          <a:off x="0" y="0"/>
          <a:ext cx="0" cy="0"/>
          <a:chOff x="0" y="0"/>
          <a:chExt cx="0" cy="0"/>
        </a:xfrm>
      </p:grpSpPr>
      <p:sp>
        <p:nvSpPr>
          <p:cNvPr id="1648" name="Google Shape;1648;p13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9" name="Google Shape;1649;p13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4"/>
        <p:cNvGrpSpPr/>
        <p:nvPr/>
      </p:nvGrpSpPr>
      <p:grpSpPr>
        <a:xfrm>
          <a:off x="0" y="0"/>
          <a:ext cx="0" cy="0"/>
          <a:chOff x="0" y="0"/>
          <a:chExt cx="0" cy="0"/>
        </a:xfrm>
      </p:grpSpPr>
      <p:sp>
        <p:nvSpPr>
          <p:cNvPr id="1655" name="Google Shape;1655;p14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56" name="Google Shape;1656;p1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1"/>
        <p:cNvGrpSpPr/>
        <p:nvPr/>
      </p:nvGrpSpPr>
      <p:grpSpPr>
        <a:xfrm>
          <a:off x="0" y="0"/>
          <a:ext cx="0" cy="0"/>
          <a:chOff x="0" y="0"/>
          <a:chExt cx="0" cy="0"/>
        </a:xfrm>
      </p:grpSpPr>
      <p:sp>
        <p:nvSpPr>
          <p:cNvPr id="1662" name="Google Shape;1662;p14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3" name="Google Shape;1663;p1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8"/>
        <p:cNvGrpSpPr/>
        <p:nvPr/>
      </p:nvGrpSpPr>
      <p:grpSpPr>
        <a:xfrm>
          <a:off x="0" y="0"/>
          <a:ext cx="0" cy="0"/>
          <a:chOff x="0" y="0"/>
          <a:chExt cx="0" cy="0"/>
        </a:xfrm>
      </p:grpSpPr>
      <p:sp>
        <p:nvSpPr>
          <p:cNvPr id="1669" name="Google Shape;1669;p14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70" name="Google Shape;1670;p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5"/>
        <p:cNvGrpSpPr/>
        <p:nvPr/>
      </p:nvGrpSpPr>
      <p:grpSpPr>
        <a:xfrm>
          <a:off x="0" y="0"/>
          <a:ext cx="0" cy="0"/>
          <a:chOff x="0" y="0"/>
          <a:chExt cx="0" cy="0"/>
        </a:xfrm>
      </p:grpSpPr>
      <p:sp>
        <p:nvSpPr>
          <p:cNvPr id="1676" name="Google Shape;1676;p14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77" name="Google Shape;1677;p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4"/>
        <p:cNvGrpSpPr/>
        <p:nvPr/>
      </p:nvGrpSpPr>
      <p:grpSpPr>
        <a:xfrm>
          <a:off x="0" y="0"/>
          <a:ext cx="0" cy="0"/>
          <a:chOff x="0" y="0"/>
          <a:chExt cx="0" cy="0"/>
        </a:xfrm>
      </p:grpSpPr>
      <p:sp>
        <p:nvSpPr>
          <p:cNvPr id="1685" name="Google Shape;1685;p14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6" name="Google Shape;1686;p14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
        <p:cNvGrpSpPr/>
        <p:nvPr/>
      </p:nvGrpSpPr>
      <p:grpSpPr>
        <a:xfrm>
          <a:off x="0" y="0"/>
          <a:ext cx="0" cy="0"/>
          <a:chOff x="0" y="0"/>
          <a:chExt cx="0" cy="0"/>
        </a:xfrm>
      </p:grpSpPr>
      <p:sp>
        <p:nvSpPr>
          <p:cNvPr id="16" name="Google Shape;16;p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7" name="Google Shape;17;p2"/>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18" name="Google Shape;18;p2"/>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
        <p:cNvGrpSpPr/>
        <p:nvPr/>
      </p:nvGrpSpPr>
      <p:grpSpPr>
        <a:xfrm>
          <a:off x="0" y="0"/>
          <a:ext cx="0" cy="0"/>
          <a:chOff x="0" y="0"/>
          <a:chExt cx="0" cy="0"/>
        </a:xfrm>
      </p:grpSpPr>
      <p:sp>
        <p:nvSpPr>
          <p:cNvPr id="22" name="Google Shape;22;p3"/>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27" name="Google Shape;27;p4"/>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8" name="Google Shape;28;p4"/>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 name="Google Shape;29;p4"/>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rot="5400000">
            <a:off x="4743450" y="2381250"/>
            <a:ext cx="5486400" cy="1943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2" name="Google Shape;32;p5"/>
          <p:cNvSpPr txBox="1">
            <a:spLocks noGrp="1"/>
          </p:cNvSpPr>
          <p:nvPr>
            <p:ph type="body" idx="1"/>
          </p:nvPr>
        </p:nvSpPr>
        <p:spPr>
          <a:xfrm rot="5400000">
            <a:off x="781051" y="514350"/>
            <a:ext cx="5486400" cy="56769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8" name="Google Shape;38;p6"/>
          <p:cNvSpPr txBox="1">
            <a:spLocks noGrp="1"/>
          </p:cNvSpPr>
          <p:nvPr>
            <p:ph type="body" idx="1"/>
          </p:nvPr>
        </p:nvSpPr>
        <p:spPr>
          <a:xfrm rot="5400000">
            <a:off x="2514600" y="152400"/>
            <a:ext cx="4114800" cy="7772400"/>
          </a:xfrm>
          <a:prstGeom prst="rect">
            <a:avLst/>
          </a:prstGeom>
          <a:noFill/>
          <a:ln>
            <a:noFill/>
          </a:ln>
        </p:spPr>
        <p:txBody>
          <a:bodyPr spcFirstLastPara="1" wrap="square" lIns="91425" tIns="45700" rIns="91425" bIns="45700" anchor="t" anchorCtr="0">
            <a:noAutofit/>
          </a:bodyPr>
          <a:lstStyle>
            <a:lvl1pPr marL="457200" lvl="0" indent="-342900" algn="l" rtl="0">
              <a:spcBef>
                <a:spcPts val="360"/>
              </a:spcBef>
              <a:spcAft>
                <a:spcPts val="0"/>
              </a:spcAft>
              <a:buClr>
                <a:schemeClr val="dk1"/>
              </a:buClr>
              <a:buSzPts val="1800"/>
              <a:buChar char="•"/>
              <a:defRPr/>
            </a:lvl1pPr>
            <a:lvl2pPr marL="914400" lvl="1" indent="-342900" algn="l" rtl="0">
              <a:spcBef>
                <a:spcPts val="360"/>
              </a:spcBef>
              <a:spcAft>
                <a:spcPts val="0"/>
              </a:spcAft>
              <a:buClr>
                <a:schemeClr val="dk1"/>
              </a:buClr>
              <a:buSzPts val="1800"/>
              <a:buChar char="–"/>
              <a:defRPr/>
            </a:lvl2pPr>
            <a:lvl3pPr marL="1371600" lvl="2" indent="-342900" algn="l" rtl="0">
              <a:spcBef>
                <a:spcPts val="360"/>
              </a:spcBef>
              <a:spcAft>
                <a:spcPts val="0"/>
              </a:spcAft>
              <a:buClr>
                <a:schemeClr val="dk1"/>
              </a:buClr>
              <a:buSzPts val="1800"/>
              <a:buChar char="•"/>
              <a:defRPr/>
            </a:lvl3pPr>
            <a:lvl4pPr marL="1828800" lvl="3" indent="-342900" algn="l" rtl="0">
              <a:spcBef>
                <a:spcPts val="360"/>
              </a:spcBef>
              <a:spcAft>
                <a:spcPts val="0"/>
              </a:spcAft>
              <a:buClr>
                <a:schemeClr val="dk1"/>
              </a:buClr>
              <a:buSzPts val="1800"/>
              <a:buChar char="–"/>
              <a:defRPr/>
            </a:lvl4pPr>
            <a:lvl5pPr marL="2286000" lvl="4" indent="-342900" algn="l" rtl="0">
              <a:spcBef>
                <a:spcPts val="360"/>
              </a:spcBef>
              <a:spcAft>
                <a:spcPts val="0"/>
              </a:spcAft>
              <a:buClr>
                <a:schemeClr val="dk1"/>
              </a:buClr>
              <a:buSzPts val="1800"/>
              <a:buChar char="»"/>
              <a:defRPr/>
            </a:lvl5pPr>
            <a:lvl6pPr marL="2743200" lvl="5" indent="-342900" algn="l" rtl="0">
              <a:spcBef>
                <a:spcPts val="360"/>
              </a:spcBef>
              <a:spcAft>
                <a:spcPts val="0"/>
              </a:spcAft>
              <a:buClr>
                <a:schemeClr val="dk1"/>
              </a:buClr>
              <a:buSzPts val="1800"/>
              <a:buChar char="»"/>
              <a:defRPr/>
            </a:lvl6pPr>
            <a:lvl7pPr marL="3200400" lvl="6" indent="-342900" algn="l" rtl="0">
              <a:spcBef>
                <a:spcPts val="360"/>
              </a:spcBef>
              <a:spcAft>
                <a:spcPts val="0"/>
              </a:spcAft>
              <a:buClr>
                <a:schemeClr val="dk1"/>
              </a:buClr>
              <a:buSzPts val="1800"/>
              <a:buChar char="»"/>
              <a:defRPr/>
            </a:lvl7pPr>
            <a:lvl8pPr marL="3657600" lvl="7" indent="-342900" algn="l" rtl="0">
              <a:spcBef>
                <a:spcPts val="360"/>
              </a:spcBef>
              <a:spcAft>
                <a:spcPts val="0"/>
              </a:spcAft>
              <a:buClr>
                <a:schemeClr val="dk1"/>
              </a:buClr>
              <a:buSzPts val="1800"/>
              <a:buChar char="»"/>
              <a:defRPr/>
            </a:lvl8pPr>
            <a:lvl9pPr marL="4114800" lvl="8" indent="-342900" algn="l" rtl="0">
              <a:spcBef>
                <a:spcPts val="360"/>
              </a:spcBef>
              <a:spcAft>
                <a:spcPts val="0"/>
              </a:spcAft>
              <a:buClr>
                <a:schemeClr val="dk1"/>
              </a:buClr>
              <a:buSzPts val="1800"/>
              <a:buChar char="»"/>
              <a:defRPr/>
            </a:lvl9pPr>
          </a:lstStyle>
          <a:p>
            <a:endParaRPr/>
          </a:p>
        </p:txBody>
      </p:sp>
      <p:sp>
        <p:nvSpPr>
          <p:cNvPr id="39" name="Google Shape;39;p6"/>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0" name="Google Shape;40;p6"/>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1" name="Google Shape;41;p6"/>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2"/>
        <p:cNvGrpSpPr/>
        <p:nvPr/>
      </p:nvGrpSpPr>
      <p:grpSpPr>
        <a:xfrm>
          <a:off x="0" y="0"/>
          <a:ext cx="0" cy="0"/>
          <a:chOff x="0" y="0"/>
          <a:chExt cx="0" cy="0"/>
        </a:xfrm>
      </p:grpSpPr>
      <p:sp>
        <p:nvSpPr>
          <p:cNvPr id="43" name="Google Shape;43;p7"/>
          <p:cNvSpPr txBox="1">
            <a:spLocks noGrp="1"/>
          </p:cNvSpPr>
          <p:nvPr>
            <p:ph type="title"/>
          </p:nvPr>
        </p:nvSpPr>
        <p:spPr>
          <a:xfrm>
            <a:off x="1792288" y="4800606"/>
            <a:ext cx="5486400" cy="5667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4" name="Google Shape;44;p7"/>
          <p:cNvSpPr>
            <a:spLocks noGrp="1"/>
          </p:cNvSpPr>
          <p:nvPr>
            <p:ph type="pic" idx="2"/>
          </p:nvPr>
        </p:nvSpPr>
        <p:spPr>
          <a:xfrm>
            <a:off x="1792288" y="612775"/>
            <a:ext cx="5486400" cy="4114800"/>
          </a:xfrm>
          <a:prstGeom prst="rect">
            <a:avLst/>
          </a:prstGeom>
          <a:noFill/>
          <a:ln>
            <a:noFill/>
          </a:ln>
        </p:spPr>
      </p:sp>
      <p:sp>
        <p:nvSpPr>
          <p:cNvPr id="45" name="Google Shape;45;p7"/>
          <p:cNvSpPr txBox="1">
            <a:spLocks noGrp="1"/>
          </p:cNvSpPr>
          <p:nvPr>
            <p:ph type="body" idx="1"/>
          </p:nvPr>
        </p:nvSpPr>
        <p:spPr>
          <a:xfrm>
            <a:off x="1792288" y="5367344"/>
            <a:ext cx="5486400" cy="804900"/>
          </a:xfrm>
          <a:prstGeom prst="rect">
            <a:avLst/>
          </a:prstGeom>
          <a:noFill/>
          <a:ln>
            <a:noFill/>
          </a:ln>
        </p:spPr>
        <p:txBody>
          <a:bodyPr spcFirstLastPara="1" wrap="square" lIns="91425" tIns="45700" rIns="91425" bIns="45700" anchor="t" anchorCtr="0">
            <a:noAutofit/>
          </a:bodyPr>
          <a:lstStyle>
            <a:lvl1pPr marL="457200" lvl="0" indent="-228600" algn="l" rtl="0">
              <a:spcBef>
                <a:spcPts val="280"/>
              </a:spcBef>
              <a:spcAft>
                <a:spcPts val="0"/>
              </a:spcAft>
              <a:buClr>
                <a:schemeClr val="dk1"/>
              </a:buClr>
              <a:buSzPts val="1400"/>
              <a:buFont typeface="Times New Roman"/>
              <a:buNone/>
              <a:defRPr sz="1400"/>
            </a:lvl1pPr>
            <a:lvl2pPr marL="914400" lvl="1" indent="-228600" algn="l" rtl="0">
              <a:spcBef>
                <a:spcPts val="240"/>
              </a:spcBef>
              <a:spcAft>
                <a:spcPts val="0"/>
              </a:spcAft>
              <a:buClr>
                <a:schemeClr val="dk1"/>
              </a:buClr>
              <a:buSzPts val="1200"/>
              <a:buFont typeface="Times New Roman"/>
              <a:buNone/>
              <a:defRPr sz="1200"/>
            </a:lvl2pPr>
            <a:lvl3pPr marL="1371600" lvl="2" indent="-228600" algn="l" rtl="0">
              <a:spcBef>
                <a:spcPts val="200"/>
              </a:spcBef>
              <a:spcAft>
                <a:spcPts val="0"/>
              </a:spcAft>
              <a:buClr>
                <a:schemeClr val="dk1"/>
              </a:buClr>
              <a:buSzPts val="1000"/>
              <a:buFont typeface="Times New Roman"/>
              <a:buNone/>
              <a:defRPr sz="1000"/>
            </a:lvl3pPr>
            <a:lvl4pPr marL="1828800" lvl="3" indent="-228600" algn="l" rtl="0">
              <a:spcBef>
                <a:spcPts val="180"/>
              </a:spcBef>
              <a:spcAft>
                <a:spcPts val="0"/>
              </a:spcAft>
              <a:buClr>
                <a:schemeClr val="dk1"/>
              </a:buClr>
              <a:buSzPts val="900"/>
              <a:buFont typeface="Times New Roman"/>
              <a:buNone/>
              <a:defRPr sz="900"/>
            </a:lvl4pPr>
            <a:lvl5pPr marL="2286000" lvl="4" indent="-228600" algn="l" rtl="0">
              <a:spcBef>
                <a:spcPts val="180"/>
              </a:spcBef>
              <a:spcAft>
                <a:spcPts val="0"/>
              </a:spcAft>
              <a:buClr>
                <a:schemeClr val="dk1"/>
              </a:buClr>
              <a:buSzPts val="900"/>
              <a:buFont typeface="Times New Roman"/>
              <a:buNone/>
              <a:defRPr sz="900"/>
            </a:lvl5pPr>
            <a:lvl6pPr marL="2743200" lvl="5" indent="-228600" algn="l" rtl="0">
              <a:spcBef>
                <a:spcPts val="180"/>
              </a:spcBef>
              <a:spcAft>
                <a:spcPts val="0"/>
              </a:spcAft>
              <a:buClr>
                <a:schemeClr val="dk1"/>
              </a:buClr>
              <a:buSzPts val="900"/>
              <a:buFont typeface="Times New Roman"/>
              <a:buNone/>
              <a:defRPr sz="900"/>
            </a:lvl6pPr>
            <a:lvl7pPr marL="3200400" lvl="6" indent="-228600" algn="l" rtl="0">
              <a:spcBef>
                <a:spcPts val="180"/>
              </a:spcBef>
              <a:spcAft>
                <a:spcPts val="0"/>
              </a:spcAft>
              <a:buClr>
                <a:schemeClr val="dk1"/>
              </a:buClr>
              <a:buSzPts val="900"/>
              <a:buFont typeface="Times New Roman"/>
              <a:buNone/>
              <a:defRPr sz="900"/>
            </a:lvl7pPr>
            <a:lvl8pPr marL="3657600" lvl="7" indent="-228600" algn="l" rtl="0">
              <a:spcBef>
                <a:spcPts val="180"/>
              </a:spcBef>
              <a:spcAft>
                <a:spcPts val="0"/>
              </a:spcAft>
              <a:buClr>
                <a:schemeClr val="dk1"/>
              </a:buClr>
              <a:buSzPts val="900"/>
              <a:buFont typeface="Times New Roman"/>
              <a:buNone/>
              <a:defRPr sz="900"/>
            </a:lvl8pPr>
            <a:lvl9pPr marL="4114800" lvl="8" indent="-228600" algn="l" rtl="0">
              <a:spcBef>
                <a:spcPts val="180"/>
              </a:spcBef>
              <a:spcAft>
                <a:spcPts val="0"/>
              </a:spcAft>
              <a:buClr>
                <a:schemeClr val="dk1"/>
              </a:buClr>
              <a:buSzPts val="900"/>
              <a:buFont typeface="Times New Roman"/>
              <a:buNone/>
              <a:defRPr sz="900"/>
            </a:lvl9pPr>
          </a:lstStyle>
          <a:p>
            <a:endParaRPr/>
          </a:p>
        </p:txBody>
      </p:sp>
      <p:sp>
        <p:nvSpPr>
          <p:cNvPr id="46" name="Google Shape;46;p7"/>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57219" y="273050"/>
            <a:ext cx="3008400" cy="11622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1" name="Google Shape;51;p8"/>
          <p:cNvSpPr txBox="1">
            <a:spLocks noGrp="1"/>
          </p:cNvSpPr>
          <p:nvPr>
            <p:ph type="body" idx="1"/>
          </p:nvPr>
        </p:nvSpPr>
        <p:spPr>
          <a:xfrm>
            <a:off x="3575050" y="273062"/>
            <a:ext cx="5111700" cy="5853000"/>
          </a:xfrm>
          <a:prstGeom prst="rect">
            <a:avLst/>
          </a:prstGeom>
          <a:noFill/>
          <a:ln>
            <a:noFill/>
          </a:ln>
        </p:spPr>
        <p:txBody>
          <a:bodyPr spcFirstLastPara="1" wrap="square" lIns="91425" tIns="45700" rIns="91425" bIns="45700" anchor="t" anchorCtr="0">
            <a:noAutofit/>
          </a:bodyPr>
          <a:lstStyle>
            <a:lvl1pPr marL="457200" lvl="0" indent="-431800" algn="l" rtl="0">
              <a:spcBef>
                <a:spcPts val="640"/>
              </a:spcBef>
              <a:spcAft>
                <a:spcPts val="0"/>
              </a:spcAft>
              <a:buClr>
                <a:schemeClr val="dk1"/>
              </a:buClr>
              <a:buSzPts val="3200"/>
              <a:buFont typeface="Times New Roman"/>
              <a:buChar char="•"/>
              <a:defRPr sz="3200"/>
            </a:lvl1pPr>
            <a:lvl2pPr marL="914400" lvl="1" indent="-406400" algn="l" rtl="0">
              <a:spcBef>
                <a:spcPts val="560"/>
              </a:spcBef>
              <a:spcAft>
                <a:spcPts val="0"/>
              </a:spcAft>
              <a:buClr>
                <a:schemeClr val="dk1"/>
              </a:buClr>
              <a:buSzPts val="2800"/>
              <a:buFont typeface="Times New Roman"/>
              <a:buChar char="–"/>
              <a:defRPr sz="2800"/>
            </a:lvl2pPr>
            <a:lvl3pPr marL="1371600" lvl="2" indent="-381000" algn="l" rtl="0">
              <a:spcBef>
                <a:spcPts val="480"/>
              </a:spcBef>
              <a:spcAft>
                <a:spcPts val="0"/>
              </a:spcAft>
              <a:buClr>
                <a:schemeClr val="dk1"/>
              </a:buClr>
              <a:buSzPts val="2400"/>
              <a:buFont typeface="Times New Roman"/>
              <a:buChar char="•"/>
              <a:defRPr sz="2400"/>
            </a:lvl3pPr>
            <a:lvl4pPr marL="1828800" lvl="3" indent="-355600" algn="l" rtl="0">
              <a:spcBef>
                <a:spcPts val="400"/>
              </a:spcBef>
              <a:spcAft>
                <a:spcPts val="0"/>
              </a:spcAft>
              <a:buClr>
                <a:schemeClr val="dk1"/>
              </a:buClr>
              <a:buSzPts val="2000"/>
              <a:buFont typeface="Times New Roman"/>
              <a:buChar char="–"/>
              <a:defRPr sz="2000"/>
            </a:lvl4pPr>
            <a:lvl5pPr marL="2286000" lvl="4" indent="-355600" algn="l" rtl="0">
              <a:spcBef>
                <a:spcPts val="400"/>
              </a:spcBef>
              <a:spcAft>
                <a:spcPts val="0"/>
              </a:spcAft>
              <a:buClr>
                <a:schemeClr val="dk1"/>
              </a:buClr>
              <a:buSzPts val="2000"/>
              <a:buFont typeface="Times New Roman"/>
              <a:buChar char="»"/>
              <a:defRPr sz="2000"/>
            </a:lvl5pPr>
            <a:lvl6pPr marL="2743200" lvl="5" indent="-355600" algn="l" rtl="0">
              <a:spcBef>
                <a:spcPts val="400"/>
              </a:spcBef>
              <a:spcAft>
                <a:spcPts val="0"/>
              </a:spcAft>
              <a:buClr>
                <a:schemeClr val="dk1"/>
              </a:buClr>
              <a:buSzPts val="2000"/>
              <a:buFont typeface="Times New Roman"/>
              <a:buChar char="»"/>
              <a:defRPr sz="2000"/>
            </a:lvl6pPr>
            <a:lvl7pPr marL="3200400" lvl="6" indent="-355600" algn="l" rtl="0">
              <a:spcBef>
                <a:spcPts val="400"/>
              </a:spcBef>
              <a:spcAft>
                <a:spcPts val="0"/>
              </a:spcAft>
              <a:buClr>
                <a:schemeClr val="dk1"/>
              </a:buClr>
              <a:buSzPts val="2000"/>
              <a:buFont typeface="Times New Roman"/>
              <a:buChar char="»"/>
              <a:defRPr sz="2000"/>
            </a:lvl7pPr>
            <a:lvl8pPr marL="3657600" lvl="7" indent="-355600" algn="l" rtl="0">
              <a:spcBef>
                <a:spcPts val="400"/>
              </a:spcBef>
              <a:spcAft>
                <a:spcPts val="0"/>
              </a:spcAft>
              <a:buClr>
                <a:schemeClr val="dk1"/>
              </a:buClr>
              <a:buSzPts val="2000"/>
              <a:buFont typeface="Times New Roman"/>
              <a:buChar char="»"/>
              <a:defRPr sz="2000"/>
            </a:lvl8pPr>
            <a:lvl9pPr marL="4114800" lvl="8" indent="-355600" algn="l" rtl="0">
              <a:spcBef>
                <a:spcPts val="400"/>
              </a:spcBef>
              <a:spcAft>
                <a:spcPts val="0"/>
              </a:spcAft>
              <a:buClr>
                <a:schemeClr val="dk1"/>
              </a:buClr>
              <a:buSzPts val="2000"/>
              <a:buFont typeface="Times New Roman"/>
              <a:buChar char="»"/>
              <a:defRPr sz="2000"/>
            </a:lvl9pPr>
          </a:lstStyle>
          <a:p>
            <a:endParaRPr/>
          </a:p>
        </p:txBody>
      </p:sp>
      <p:sp>
        <p:nvSpPr>
          <p:cNvPr id="52" name="Google Shape;52;p8"/>
          <p:cNvSpPr txBox="1">
            <a:spLocks noGrp="1"/>
          </p:cNvSpPr>
          <p:nvPr>
            <p:ph type="body" idx="2"/>
          </p:nvPr>
        </p:nvSpPr>
        <p:spPr>
          <a:xfrm>
            <a:off x="457219" y="1435103"/>
            <a:ext cx="3008400" cy="4691100"/>
          </a:xfrm>
          <a:prstGeom prst="rect">
            <a:avLst/>
          </a:prstGeom>
          <a:noFill/>
          <a:ln>
            <a:noFill/>
          </a:ln>
        </p:spPr>
        <p:txBody>
          <a:bodyPr spcFirstLastPara="1" wrap="square" lIns="91425" tIns="45700" rIns="91425" bIns="45700" anchor="t" anchorCtr="0">
            <a:noAutofit/>
          </a:bodyPr>
          <a:lstStyle>
            <a:lvl1pPr marL="457200" lvl="0" indent="-228600" algn="l" rtl="0">
              <a:spcBef>
                <a:spcPts val="280"/>
              </a:spcBef>
              <a:spcAft>
                <a:spcPts val="0"/>
              </a:spcAft>
              <a:buClr>
                <a:schemeClr val="dk1"/>
              </a:buClr>
              <a:buSzPts val="1400"/>
              <a:buFont typeface="Times New Roman"/>
              <a:buNone/>
              <a:defRPr sz="1400"/>
            </a:lvl1pPr>
            <a:lvl2pPr marL="914400" lvl="1" indent="-228600" algn="l" rtl="0">
              <a:spcBef>
                <a:spcPts val="240"/>
              </a:spcBef>
              <a:spcAft>
                <a:spcPts val="0"/>
              </a:spcAft>
              <a:buClr>
                <a:schemeClr val="dk1"/>
              </a:buClr>
              <a:buSzPts val="1200"/>
              <a:buFont typeface="Times New Roman"/>
              <a:buNone/>
              <a:defRPr sz="1200"/>
            </a:lvl2pPr>
            <a:lvl3pPr marL="1371600" lvl="2" indent="-228600" algn="l" rtl="0">
              <a:spcBef>
                <a:spcPts val="200"/>
              </a:spcBef>
              <a:spcAft>
                <a:spcPts val="0"/>
              </a:spcAft>
              <a:buClr>
                <a:schemeClr val="dk1"/>
              </a:buClr>
              <a:buSzPts val="1000"/>
              <a:buFont typeface="Times New Roman"/>
              <a:buNone/>
              <a:defRPr sz="1000"/>
            </a:lvl3pPr>
            <a:lvl4pPr marL="1828800" lvl="3" indent="-228600" algn="l" rtl="0">
              <a:spcBef>
                <a:spcPts val="180"/>
              </a:spcBef>
              <a:spcAft>
                <a:spcPts val="0"/>
              </a:spcAft>
              <a:buClr>
                <a:schemeClr val="dk1"/>
              </a:buClr>
              <a:buSzPts val="900"/>
              <a:buFont typeface="Times New Roman"/>
              <a:buNone/>
              <a:defRPr sz="900"/>
            </a:lvl4pPr>
            <a:lvl5pPr marL="2286000" lvl="4" indent="-228600" algn="l" rtl="0">
              <a:spcBef>
                <a:spcPts val="180"/>
              </a:spcBef>
              <a:spcAft>
                <a:spcPts val="0"/>
              </a:spcAft>
              <a:buClr>
                <a:schemeClr val="dk1"/>
              </a:buClr>
              <a:buSzPts val="900"/>
              <a:buFont typeface="Times New Roman"/>
              <a:buNone/>
              <a:defRPr sz="900"/>
            </a:lvl5pPr>
            <a:lvl6pPr marL="2743200" lvl="5" indent="-228600" algn="l" rtl="0">
              <a:spcBef>
                <a:spcPts val="180"/>
              </a:spcBef>
              <a:spcAft>
                <a:spcPts val="0"/>
              </a:spcAft>
              <a:buClr>
                <a:schemeClr val="dk1"/>
              </a:buClr>
              <a:buSzPts val="900"/>
              <a:buFont typeface="Times New Roman"/>
              <a:buNone/>
              <a:defRPr sz="900"/>
            </a:lvl6pPr>
            <a:lvl7pPr marL="3200400" lvl="6" indent="-228600" algn="l" rtl="0">
              <a:spcBef>
                <a:spcPts val="180"/>
              </a:spcBef>
              <a:spcAft>
                <a:spcPts val="0"/>
              </a:spcAft>
              <a:buClr>
                <a:schemeClr val="dk1"/>
              </a:buClr>
              <a:buSzPts val="900"/>
              <a:buFont typeface="Times New Roman"/>
              <a:buNone/>
              <a:defRPr sz="900"/>
            </a:lvl7pPr>
            <a:lvl8pPr marL="3657600" lvl="7" indent="-228600" algn="l" rtl="0">
              <a:spcBef>
                <a:spcPts val="180"/>
              </a:spcBef>
              <a:spcAft>
                <a:spcPts val="0"/>
              </a:spcAft>
              <a:buClr>
                <a:schemeClr val="dk1"/>
              </a:buClr>
              <a:buSzPts val="900"/>
              <a:buFont typeface="Times New Roman"/>
              <a:buNone/>
              <a:defRPr sz="900"/>
            </a:lvl8pPr>
            <a:lvl9pPr marL="4114800" lvl="8" indent="-228600" algn="l" rtl="0">
              <a:spcBef>
                <a:spcPts val="180"/>
              </a:spcBef>
              <a:spcAft>
                <a:spcPts val="0"/>
              </a:spcAft>
              <a:buClr>
                <a:schemeClr val="dk1"/>
              </a:buClr>
              <a:buSzPts val="900"/>
              <a:buFont typeface="Times New Roman"/>
              <a:buNone/>
              <a:defRPr sz="900"/>
            </a:lvl9pPr>
          </a:lstStyle>
          <a:p>
            <a:endParaRPr/>
          </a:p>
        </p:txBody>
      </p:sp>
      <p:sp>
        <p:nvSpPr>
          <p:cNvPr id="53" name="Google Shape;53;p8"/>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 name="Google Shape;54;p8"/>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5" name="Google Shape;55;p8"/>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6"/>
        <p:cNvGrpSpPr/>
        <p:nvPr/>
      </p:nvGrpSpPr>
      <p:grpSpPr>
        <a:xfrm>
          <a:off x="0" y="0"/>
          <a:ext cx="0" cy="0"/>
          <a:chOff x="0" y="0"/>
          <a:chExt cx="0" cy="0"/>
        </a:xfrm>
      </p:grpSpPr>
      <p:sp>
        <p:nvSpPr>
          <p:cNvPr id="57" name="Google Shape;57;p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8" name="Google Shape;58;p9"/>
          <p:cNvSpPr txBox="1">
            <a:spLocks noGrp="1"/>
          </p:cNvSpPr>
          <p:nvPr>
            <p:ph type="body" idx="1"/>
          </p:nvPr>
        </p:nvSpPr>
        <p:spPr>
          <a:xfrm>
            <a:off x="457200" y="1535113"/>
            <a:ext cx="4040100" cy="639900"/>
          </a:xfrm>
          <a:prstGeom prst="rect">
            <a:avLst/>
          </a:prstGeom>
          <a:noFill/>
          <a:ln>
            <a:noFill/>
          </a:ln>
        </p:spPr>
        <p:txBody>
          <a:bodyPr spcFirstLastPara="1" wrap="square" lIns="91425" tIns="45700" rIns="91425" bIns="45700" anchor="b" anchorCtr="0">
            <a:noAutofit/>
          </a:bodyPr>
          <a:lstStyle>
            <a:lvl1pPr marL="457200" lvl="0" indent="-228600" algn="l" rtl="0">
              <a:spcBef>
                <a:spcPts val="480"/>
              </a:spcBef>
              <a:spcAft>
                <a:spcPts val="0"/>
              </a:spcAft>
              <a:buClr>
                <a:schemeClr val="dk1"/>
              </a:buClr>
              <a:buSzPts val="2400"/>
              <a:buFont typeface="Times New Roman"/>
              <a:buNone/>
              <a:defRPr sz="2400" b="1"/>
            </a:lvl1pPr>
            <a:lvl2pPr marL="914400" lvl="1" indent="-228600" algn="l" rtl="0">
              <a:spcBef>
                <a:spcPts val="400"/>
              </a:spcBef>
              <a:spcAft>
                <a:spcPts val="0"/>
              </a:spcAft>
              <a:buClr>
                <a:schemeClr val="dk1"/>
              </a:buClr>
              <a:buSzPts val="2000"/>
              <a:buFont typeface="Times New Roman"/>
              <a:buNone/>
              <a:defRPr sz="2000" b="1"/>
            </a:lvl2pPr>
            <a:lvl3pPr marL="1371600" lvl="2" indent="-228600" algn="l" rtl="0">
              <a:spcBef>
                <a:spcPts val="360"/>
              </a:spcBef>
              <a:spcAft>
                <a:spcPts val="0"/>
              </a:spcAft>
              <a:buClr>
                <a:schemeClr val="dk1"/>
              </a:buClr>
              <a:buSzPts val="1800"/>
              <a:buFont typeface="Times New Roman"/>
              <a:buNone/>
              <a:defRPr sz="1800" b="1"/>
            </a:lvl3pPr>
            <a:lvl4pPr marL="1828800" lvl="3" indent="-228600" algn="l" rtl="0">
              <a:spcBef>
                <a:spcPts val="320"/>
              </a:spcBef>
              <a:spcAft>
                <a:spcPts val="0"/>
              </a:spcAft>
              <a:buClr>
                <a:schemeClr val="dk1"/>
              </a:buClr>
              <a:buSzPts val="1600"/>
              <a:buFont typeface="Times New Roman"/>
              <a:buNone/>
              <a:defRPr sz="1600" b="1"/>
            </a:lvl4pPr>
            <a:lvl5pPr marL="2286000" lvl="4" indent="-228600" algn="l" rtl="0">
              <a:spcBef>
                <a:spcPts val="320"/>
              </a:spcBef>
              <a:spcAft>
                <a:spcPts val="0"/>
              </a:spcAft>
              <a:buClr>
                <a:schemeClr val="dk1"/>
              </a:buClr>
              <a:buSzPts val="1600"/>
              <a:buFont typeface="Times New Roman"/>
              <a:buNone/>
              <a:defRPr sz="1600" b="1"/>
            </a:lvl5pPr>
            <a:lvl6pPr marL="2743200" lvl="5" indent="-228600" algn="l" rtl="0">
              <a:spcBef>
                <a:spcPts val="320"/>
              </a:spcBef>
              <a:spcAft>
                <a:spcPts val="0"/>
              </a:spcAft>
              <a:buClr>
                <a:schemeClr val="dk1"/>
              </a:buClr>
              <a:buSzPts val="1600"/>
              <a:buFont typeface="Times New Roman"/>
              <a:buNone/>
              <a:defRPr sz="1600" b="1"/>
            </a:lvl6pPr>
            <a:lvl7pPr marL="3200400" lvl="6" indent="-228600" algn="l" rtl="0">
              <a:spcBef>
                <a:spcPts val="320"/>
              </a:spcBef>
              <a:spcAft>
                <a:spcPts val="0"/>
              </a:spcAft>
              <a:buClr>
                <a:schemeClr val="dk1"/>
              </a:buClr>
              <a:buSzPts val="1600"/>
              <a:buFont typeface="Times New Roman"/>
              <a:buNone/>
              <a:defRPr sz="1600" b="1"/>
            </a:lvl7pPr>
            <a:lvl8pPr marL="3657600" lvl="7" indent="-228600" algn="l" rtl="0">
              <a:spcBef>
                <a:spcPts val="320"/>
              </a:spcBef>
              <a:spcAft>
                <a:spcPts val="0"/>
              </a:spcAft>
              <a:buClr>
                <a:schemeClr val="dk1"/>
              </a:buClr>
              <a:buSzPts val="1600"/>
              <a:buFont typeface="Times New Roman"/>
              <a:buNone/>
              <a:defRPr sz="1600" b="1"/>
            </a:lvl8pPr>
            <a:lvl9pPr marL="4114800" lvl="8" indent="-228600" algn="l" rtl="0">
              <a:spcBef>
                <a:spcPts val="320"/>
              </a:spcBef>
              <a:spcAft>
                <a:spcPts val="0"/>
              </a:spcAft>
              <a:buClr>
                <a:schemeClr val="dk1"/>
              </a:buClr>
              <a:buSzPts val="1600"/>
              <a:buFont typeface="Times New Roman"/>
              <a:buNone/>
              <a:defRPr sz="1600" b="1"/>
            </a:lvl9pPr>
          </a:lstStyle>
          <a:p>
            <a:endParaRPr/>
          </a:p>
        </p:txBody>
      </p:sp>
      <p:sp>
        <p:nvSpPr>
          <p:cNvPr id="59" name="Google Shape;59;p9"/>
          <p:cNvSpPr txBox="1">
            <a:spLocks noGrp="1"/>
          </p:cNvSpPr>
          <p:nvPr>
            <p:ph type="body" idx="2"/>
          </p:nvPr>
        </p:nvSpPr>
        <p:spPr>
          <a:xfrm>
            <a:off x="457200" y="2174875"/>
            <a:ext cx="4040100" cy="3951300"/>
          </a:xfrm>
          <a:prstGeom prst="rect">
            <a:avLst/>
          </a:prstGeom>
          <a:noFill/>
          <a:ln>
            <a:noFill/>
          </a:ln>
        </p:spPr>
        <p:txBody>
          <a:bodyPr spcFirstLastPara="1" wrap="square" lIns="91425" tIns="45700" rIns="91425" bIns="45700" anchor="t" anchorCtr="0">
            <a:noAutofit/>
          </a:bodyPr>
          <a:lstStyle>
            <a:lvl1pPr marL="457200" lvl="0" indent="-381000" algn="l" rtl="0">
              <a:spcBef>
                <a:spcPts val="480"/>
              </a:spcBef>
              <a:spcAft>
                <a:spcPts val="0"/>
              </a:spcAft>
              <a:buClr>
                <a:schemeClr val="dk1"/>
              </a:buClr>
              <a:buSzPts val="2400"/>
              <a:buFont typeface="Times New Roman"/>
              <a:buChar char="•"/>
              <a:defRPr sz="2400"/>
            </a:lvl1pPr>
            <a:lvl2pPr marL="914400" lvl="1" indent="-355600" algn="l" rtl="0">
              <a:spcBef>
                <a:spcPts val="400"/>
              </a:spcBef>
              <a:spcAft>
                <a:spcPts val="0"/>
              </a:spcAft>
              <a:buClr>
                <a:schemeClr val="dk1"/>
              </a:buClr>
              <a:buSzPts val="2000"/>
              <a:buFont typeface="Times New Roman"/>
              <a:buChar char="–"/>
              <a:defRPr sz="2000"/>
            </a:lvl2pPr>
            <a:lvl3pPr marL="1371600" lvl="2" indent="-342900" algn="l" rtl="0">
              <a:spcBef>
                <a:spcPts val="360"/>
              </a:spcBef>
              <a:spcAft>
                <a:spcPts val="0"/>
              </a:spcAft>
              <a:buClr>
                <a:schemeClr val="dk1"/>
              </a:buClr>
              <a:buSzPts val="1800"/>
              <a:buFont typeface="Times New Roman"/>
              <a:buChar char="•"/>
              <a:defRPr sz="1800"/>
            </a:lvl3pPr>
            <a:lvl4pPr marL="1828800" lvl="3" indent="-330200" algn="l" rtl="0">
              <a:spcBef>
                <a:spcPts val="320"/>
              </a:spcBef>
              <a:spcAft>
                <a:spcPts val="0"/>
              </a:spcAft>
              <a:buClr>
                <a:schemeClr val="dk1"/>
              </a:buClr>
              <a:buSzPts val="1600"/>
              <a:buFont typeface="Times New Roman"/>
              <a:buChar char="–"/>
              <a:defRPr sz="1600"/>
            </a:lvl4pPr>
            <a:lvl5pPr marL="2286000" lvl="4" indent="-330200" algn="l" rtl="0">
              <a:spcBef>
                <a:spcPts val="320"/>
              </a:spcBef>
              <a:spcAft>
                <a:spcPts val="0"/>
              </a:spcAft>
              <a:buClr>
                <a:schemeClr val="dk1"/>
              </a:buClr>
              <a:buSzPts val="1600"/>
              <a:buFont typeface="Times New Roman"/>
              <a:buChar char="»"/>
              <a:defRPr sz="1600"/>
            </a:lvl5pPr>
            <a:lvl6pPr marL="2743200" lvl="5" indent="-330200" algn="l" rtl="0">
              <a:spcBef>
                <a:spcPts val="320"/>
              </a:spcBef>
              <a:spcAft>
                <a:spcPts val="0"/>
              </a:spcAft>
              <a:buClr>
                <a:schemeClr val="dk1"/>
              </a:buClr>
              <a:buSzPts val="1600"/>
              <a:buFont typeface="Times New Roman"/>
              <a:buChar char="»"/>
              <a:defRPr sz="1600"/>
            </a:lvl6pPr>
            <a:lvl7pPr marL="3200400" lvl="6" indent="-330200" algn="l" rtl="0">
              <a:spcBef>
                <a:spcPts val="320"/>
              </a:spcBef>
              <a:spcAft>
                <a:spcPts val="0"/>
              </a:spcAft>
              <a:buClr>
                <a:schemeClr val="dk1"/>
              </a:buClr>
              <a:buSzPts val="1600"/>
              <a:buFont typeface="Times New Roman"/>
              <a:buChar char="»"/>
              <a:defRPr sz="1600"/>
            </a:lvl7pPr>
            <a:lvl8pPr marL="3657600" lvl="7" indent="-330200" algn="l" rtl="0">
              <a:spcBef>
                <a:spcPts val="320"/>
              </a:spcBef>
              <a:spcAft>
                <a:spcPts val="0"/>
              </a:spcAft>
              <a:buClr>
                <a:schemeClr val="dk1"/>
              </a:buClr>
              <a:buSzPts val="1600"/>
              <a:buFont typeface="Times New Roman"/>
              <a:buChar char="»"/>
              <a:defRPr sz="1600"/>
            </a:lvl8pPr>
            <a:lvl9pPr marL="4114800" lvl="8" indent="-330200" algn="l" rtl="0">
              <a:spcBef>
                <a:spcPts val="320"/>
              </a:spcBef>
              <a:spcAft>
                <a:spcPts val="0"/>
              </a:spcAft>
              <a:buClr>
                <a:schemeClr val="dk1"/>
              </a:buClr>
              <a:buSzPts val="1600"/>
              <a:buFont typeface="Times New Roman"/>
              <a:buChar char="»"/>
              <a:defRPr sz="1600"/>
            </a:lvl9pPr>
          </a:lstStyle>
          <a:p>
            <a:endParaRPr/>
          </a:p>
        </p:txBody>
      </p:sp>
      <p:sp>
        <p:nvSpPr>
          <p:cNvPr id="60" name="Google Shape;60;p9"/>
          <p:cNvSpPr txBox="1">
            <a:spLocks noGrp="1"/>
          </p:cNvSpPr>
          <p:nvPr>
            <p:ph type="body" idx="3"/>
          </p:nvPr>
        </p:nvSpPr>
        <p:spPr>
          <a:xfrm>
            <a:off x="4645033" y="1535113"/>
            <a:ext cx="4041900" cy="639900"/>
          </a:xfrm>
          <a:prstGeom prst="rect">
            <a:avLst/>
          </a:prstGeom>
          <a:noFill/>
          <a:ln>
            <a:noFill/>
          </a:ln>
        </p:spPr>
        <p:txBody>
          <a:bodyPr spcFirstLastPara="1" wrap="square" lIns="91425" tIns="45700" rIns="91425" bIns="45700" anchor="b" anchorCtr="0">
            <a:noAutofit/>
          </a:bodyPr>
          <a:lstStyle>
            <a:lvl1pPr marL="457200" lvl="0" indent="-228600" algn="l" rtl="0">
              <a:spcBef>
                <a:spcPts val="480"/>
              </a:spcBef>
              <a:spcAft>
                <a:spcPts val="0"/>
              </a:spcAft>
              <a:buClr>
                <a:schemeClr val="dk1"/>
              </a:buClr>
              <a:buSzPts val="2400"/>
              <a:buFont typeface="Times New Roman"/>
              <a:buNone/>
              <a:defRPr sz="2400" b="1"/>
            </a:lvl1pPr>
            <a:lvl2pPr marL="914400" lvl="1" indent="-228600" algn="l" rtl="0">
              <a:spcBef>
                <a:spcPts val="400"/>
              </a:spcBef>
              <a:spcAft>
                <a:spcPts val="0"/>
              </a:spcAft>
              <a:buClr>
                <a:schemeClr val="dk1"/>
              </a:buClr>
              <a:buSzPts val="2000"/>
              <a:buFont typeface="Times New Roman"/>
              <a:buNone/>
              <a:defRPr sz="2000" b="1"/>
            </a:lvl2pPr>
            <a:lvl3pPr marL="1371600" lvl="2" indent="-228600" algn="l" rtl="0">
              <a:spcBef>
                <a:spcPts val="360"/>
              </a:spcBef>
              <a:spcAft>
                <a:spcPts val="0"/>
              </a:spcAft>
              <a:buClr>
                <a:schemeClr val="dk1"/>
              </a:buClr>
              <a:buSzPts val="1800"/>
              <a:buFont typeface="Times New Roman"/>
              <a:buNone/>
              <a:defRPr sz="1800" b="1"/>
            </a:lvl3pPr>
            <a:lvl4pPr marL="1828800" lvl="3" indent="-228600" algn="l" rtl="0">
              <a:spcBef>
                <a:spcPts val="320"/>
              </a:spcBef>
              <a:spcAft>
                <a:spcPts val="0"/>
              </a:spcAft>
              <a:buClr>
                <a:schemeClr val="dk1"/>
              </a:buClr>
              <a:buSzPts val="1600"/>
              <a:buFont typeface="Times New Roman"/>
              <a:buNone/>
              <a:defRPr sz="1600" b="1"/>
            </a:lvl4pPr>
            <a:lvl5pPr marL="2286000" lvl="4" indent="-228600" algn="l" rtl="0">
              <a:spcBef>
                <a:spcPts val="320"/>
              </a:spcBef>
              <a:spcAft>
                <a:spcPts val="0"/>
              </a:spcAft>
              <a:buClr>
                <a:schemeClr val="dk1"/>
              </a:buClr>
              <a:buSzPts val="1600"/>
              <a:buFont typeface="Times New Roman"/>
              <a:buNone/>
              <a:defRPr sz="1600" b="1"/>
            </a:lvl5pPr>
            <a:lvl6pPr marL="2743200" lvl="5" indent="-228600" algn="l" rtl="0">
              <a:spcBef>
                <a:spcPts val="320"/>
              </a:spcBef>
              <a:spcAft>
                <a:spcPts val="0"/>
              </a:spcAft>
              <a:buClr>
                <a:schemeClr val="dk1"/>
              </a:buClr>
              <a:buSzPts val="1600"/>
              <a:buFont typeface="Times New Roman"/>
              <a:buNone/>
              <a:defRPr sz="1600" b="1"/>
            </a:lvl6pPr>
            <a:lvl7pPr marL="3200400" lvl="6" indent="-228600" algn="l" rtl="0">
              <a:spcBef>
                <a:spcPts val="320"/>
              </a:spcBef>
              <a:spcAft>
                <a:spcPts val="0"/>
              </a:spcAft>
              <a:buClr>
                <a:schemeClr val="dk1"/>
              </a:buClr>
              <a:buSzPts val="1600"/>
              <a:buFont typeface="Times New Roman"/>
              <a:buNone/>
              <a:defRPr sz="1600" b="1"/>
            </a:lvl7pPr>
            <a:lvl8pPr marL="3657600" lvl="7" indent="-228600" algn="l" rtl="0">
              <a:spcBef>
                <a:spcPts val="320"/>
              </a:spcBef>
              <a:spcAft>
                <a:spcPts val="0"/>
              </a:spcAft>
              <a:buClr>
                <a:schemeClr val="dk1"/>
              </a:buClr>
              <a:buSzPts val="1600"/>
              <a:buFont typeface="Times New Roman"/>
              <a:buNone/>
              <a:defRPr sz="1600" b="1"/>
            </a:lvl8pPr>
            <a:lvl9pPr marL="4114800" lvl="8" indent="-228600" algn="l" rtl="0">
              <a:spcBef>
                <a:spcPts val="320"/>
              </a:spcBef>
              <a:spcAft>
                <a:spcPts val="0"/>
              </a:spcAft>
              <a:buClr>
                <a:schemeClr val="dk1"/>
              </a:buClr>
              <a:buSzPts val="1600"/>
              <a:buFont typeface="Times New Roman"/>
              <a:buNone/>
              <a:defRPr sz="1600" b="1"/>
            </a:lvl9pPr>
          </a:lstStyle>
          <a:p>
            <a:endParaRPr/>
          </a:p>
        </p:txBody>
      </p:sp>
      <p:sp>
        <p:nvSpPr>
          <p:cNvPr id="61" name="Google Shape;61;p9"/>
          <p:cNvSpPr txBox="1">
            <a:spLocks noGrp="1"/>
          </p:cNvSpPr>
          <p:nvPr>
            <p:ph type="body" idx="4"/>
          </p:nvPr>
        </p:nvSpPr>
        <p:spPr>
          <a:xfrm>
            <a:off x="4645033" y="2174875"/>
            <a:ext cx="4041900" cy="3951300"/>
          </a:xfrm>
          <a:prstGeom prst="rect">
            <a:avLst/>
          </a:prstGeom>
          <a:noFill/>
          <a:ln>
            <a:noFill/>
          </a:ln>
        </p:spPr>
        <p:txBody>
          <a:bodyPr spcFirstLastPara="1" wrap="square" lIns="91425" tIns="45700" rIns="91425" bIns="45700" anchor="t" anchorCtr="0">
            <a:noAutofit/>
          </a:bodyPr>
          <a:lstStyle>
            <a:lvl1pPr marL="457200" lvl="0" indent="-381000" algn="l" rtl="0">
              <a:spcBef>
                <a:spcPts val="480"/>
              </a:spcBef>
              <a:spcAft>
                <a:spcPts val="0"/>
              </a:spcAft>
              <a:buClr>
                <a:schemeClr val="dk1"/>
              </a:buClr>
              <a:buSzPts val="2400"/>
              <a:buFont typeface="Times New Roman"/>
              <a:buChar char="•"/>
              <a:defRPr sz="2400"/>
            </a:lvl1pPr>
            <a:lvl2pPr marL="914400" lvl="1" indent="-355600" algn="l" rtl="0">
              <a:spcBef>
                <a:spcPts val="400"/>
              </a:spcBef>
              <a:spcAft>
                <a:spcPts val="0"/>
              </a:spcAft>
              <a:buClr>
                <a:schemeClr val="dk1"/>
              </a:buClr>
              <a:buSzPts val="2000"/>
              <a:buFont typeface="Times New Roman"/>
              <a:buChar char="–"/>
              <a:defRPr sz="2000"/>
            </a:lvl2pPr>
            <a:lvl3pPr marL="1371600" lvl="2" indent="-342900" algn="l" rtl="0">
              <a:spcBef>
                <a:spcPts val="360"/>
              </a:spcBef>
              <a:spcAft>
                <a:spcPts val="0"/>
              </a:spcAft>
              <a:buClr>
                <a:schemeClr val="dk1"/>
              </a:buClr>
              <a:buSzPts val="1800"/>
              <a:buFont typeface="Times New Roman"/>
              <a:buChar char="•"/>
              <a:defRPr sz="1800"/>
            </a:lvl3pPr>
            <a:lvl4pPr marL="1828800" lvl="3" indent="-330200" algn="l" rtl="0">
              <a:spcBef>
                <a:spcPts val="320"/>
              </a:spcBef>
              <a:spcAft>
                <a:spcPts val="0"/>
              </a:spcAft>
              <a:buClr>
                <a:schemeClr val="dk1"/>
              </a:buClr>
              <a:buSzPts val="1600"/>
              <a:buFont typeface="Times New Roman"/>
              <a:buChar char="–"/>
              <a:defRPr sz="1600"/>
            </a:lvl4pPr>
            <a:lvl5pPr marL="2286000" lvl="4" indent="-330200" algn="l" rtl="0">
              <a:spcBef>
                <a:spcPts val="320"/>
              </a:spcBef>
              <a:spcAft>
                <a:spcPts val="0"/>
              </a:spcAft>
              <a:buClr>
                <a:schemeClr val="dk1"/>
              </a:buClr>
              <a:buSzPts val="1600"/>
              <a:buFont typeface="Times New Roman"/>
              <a:buChar char="»"/>
              <a:defRPr sz="1600"/>
            </a:lvl5pPr>
            <a:lvl6pPr marL="2743200" lvl="5" indent="-330200" algn="l" rtl="0">
              <a:spcBef>
                <a:spcPts val="320"/>
              </a:spcBef>
              <a:spcAft>
                <a:spcPts val="0"/>
              </a:spcAft>
              <a:buClr>
                <a:schemeClr val="dk1"/>
              </a:buClr>
              <a:buSzPts val="1600"/>
              <a:buFont typeface="Times New Roman"/>
              <a:buChar char="»"/>
              <a:defRPr sz="1600"/>
            </a:lvl6pPr>
            <a:lvl7pPr marL="3200400" lvl="6" indent="-330200" algn="l" rtl="0">
              <a:spcBef>
                <a:spcPts val="320"/>
              </a:spcBef>
              <a:spcAft>
                <a:spcPts val="0"/>
              </a:spcAft>
              <a:buClr>
                <a:schemeClr val="dk1"/>
              </a:buClr>
              <a:buSzPts val="1600"/>
              <a:buFont typeface="Times New Roman"/>
              <a:buChar char="»"/>
              <a:defRPr sz="1600"/>
            </a:lvl7pPr>
            <a:lvl8pPr marL="3657600" lvl="7" indent="-330200" algn="l" rtl="0">
              <a:spcBef>
                <a:spcPts val="320"/>
              </a:spcBef>
              <a:spcAft>
                <a:spcPts val="0"/>
              </a:spcAft>
              <a:buClr>
                <a:schemeClr val="dk1"/>
              </a:buClr>
              <a:buSzPts val="1600"/>
              <a:buFont typeface="Times New Roman"/>
              <a:buChar char="»"/>
              <a:defRPr sz="1600"/>
            </a:lvl8pPr>
            <a:lvl9pPr marL="4114800" lvl="8" indent="-330200" algn="l" rtl="0">
              <a:spcBef>
                <a:spcPts val="320"/>
              </a:spcBef>
              <a:spcAft>
                <a:spcPts val="0"/>
              </a:spcAft>
              <a:buClr>
                <a:schemeClr val="dk1"/>
              </a:buClr>
              <a:buSzPts val="1600"/>
              <a:buFont typeface="Times New Roman"/>
              <a:buChar char="»"/>
              <a:defRPr sz="1600"/>
            </a:lvl9pPr>
          </a:lstStyle>
          <a:p>
            <a:endParaRPr/>
          </a:p>
        </p:txBody>
      </p:sp>
      <p:sp>
        <p:nvSpPr>
          <p:cNvPr id="62" name="Google Shape;62;p9"/>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7" name="Google Shape;67;p10"/>
          <p:cNvSpPr txBox="1">
            <a:spLocks noGrp="1"/>
          </p:cNvSpPr>
          <p:nvPr>
            <p:ph type="body" idx="1"/>
          </p:nvPr>
        </p:nvSpPr>
        <p:spPr>
          <a:xfrm>
            <a:off x="685800" y="1981200"/>
            <a:ext cx="3810000" cy="4114800"/>
          </a:xfrm>
          <a:prstGeom prst="rect">
            <a:avLst/>
          </a:prstGeom>
          <a:noFill/>
          <a:ln>
            <a:noFill/>
          </a:ln>
        </p:spPr>
        <p:txBody>
          <a:bodyPr spcFirstLastPara="1" wrap="square" lIns="91425" tIns="45700" rIns="91425" bIns="45700" anchor="t" anchorCtr="0">
            <a:noAutofit/>
          </a:bodyPr>
          <a:lstStyle>
            <a:lvl1pPr marL="457200" lvl="0" indent="-406400" algn="l" rtl="0">
              <a:spcBef>
                <a:spcPts val="560"/>
              </a:spcBef>
              <a:spcAft>
                <a:spcPts val="0"/>
              </a:spcAft>
              <a:buClr>
                <a:schemeClr val="dk1"/>
              </a:buClr>
              <a:buSzPts val="2800"/>
              <a:buFont typeface="Times New Roman"/>
              <a:buChar char="•"/>
              <a:defRPr sz="2800"/>
            </a:lvl1pPr>
            <a:lvl2pPr marL="914400" lvl="1" indent="-381000" algn="l" rtl="0">
              <a:spcBef>
                <a:spcPts val="480"/>
              </a:spcBef>
              <a:spcAft>
                <a:spcPts val="0"/>
              </a:spcAft>
              <a:buClr>
                <a:schemeClr val="dk1"/>
              </a:buClr>
              <a:buSzPts val="2400"/>
              <a:buFont typeface="Times New Roman"/>
              <a:buChar char="–"/>
              <a:defRPr sz="2400"/>
            </a:lvl2pPr>
            <a:lvl3pPr marL="1371600" lvl="2" indent="-355600" algn="l" rtl="0">
              <a:spcBef>
                <a:spcPts val="400"/>
              </a:spcBef>
              <a:spcAft>
                <a:spcPts val="0"/>
              </a:spcAft>
              <a:buClr>
                <a:schemeClr val="dk1"/>
              </a:buClr>
              <a:buSzPts val="2000"/>
              <a:buFont typeface="Times New Roman"/>
              <a:buChar char="•"/>
              <a:defRPr sz="2000"/>
            </a:lvl3pPr>
            <a:lvl4pPr marL="1828800" lvl="3" indent="-342900" algn="l" rtl="0">
              <a:spcBef>
                <a:spcPts val="360"/>
              </a:spcBef>
              <a:spcAft>
                <a:spcPts val="0"/>
              </a:spcAft>
              <a:buClr>
                <a:schemeClr val="dk1"/>
              </a:buClr>
              <a:buSzPts val="1800"/>
              <a:buFont typeface="Times New Roman"/>
              <a:buChar char="–"/>
              <a:defRPr sz="1800"/>
            </a:lvl4pPr>
            <a:lvl5pPr marL="2286000" lvl="4" indent="-342900" algn="l" rtl="0">
              <a:spcBef>
                <a:spcPts val="360"/>
              </a:spcBef>
              <a:spcAft>
                <a:spcPts val="0"/>
              </a:spcAft>
              <a:buClr>
                <a:schemeClr val="dk1"/>
              </a:buClr>
              <a:buSzPts val="1800"/>
              <a:buFont typeface="Times New Roman"/>
              <a:buChar char="»"/>
              <a:defRPr sz="1800"/>
            </a:lvl5pPr>
            <a:lvl6pPr marL="2743200" lvl="5" indent="-342900" algn="l" rtl="0">
              <a:spcBef>
                <a:spcPts val="360"/>
              </a:spcBef>
              <a:spcAft>
                <a:spcPts val="0"/>
              </a:spcAft>
              <a:buClr>
                <a:schemeClr val="dk1"/>
              </a:buClr>
              <a:buSzPts val="1800"/>
              <a:buFont typeface="Times New Roman"/>
              <a:buChar char="»"/>
              <a:defRPr sz="1800"/>
            </a:lvl6pPr>
            <a:lvl7pPr marL="3200400" lvl="6" indent="-342900" algn="l" rtl="0">
              <a:spcBef>
                <a:spcPts val="360"/>
              </a:spcBef>
              <a:spcAft>
                <a:spcPts val="0"/>
              </a:spcAft>
              <a:buClr>
                <a:schemeClr val="dk1"/>
              </a:buClr>
              <a:buSzPts val="1800"/>
              <a:buFont typeface="Times New Roman"/>
              <a:buChar char="»"/>
              <a:defRPr sz="1800"/>
            </a:lvl7pPr>
            <a:lvl8pPr marL="3657600" lvl="7" indent="-342900" algn="l" rtl="0">
              <a:spcBef>
                <a:spcPts val="360"/>
              </a:spcBef>
              <a:spcAft>
                <a:spcPts val="0"/>
              </a:spcAft>
              <a:buClr>
                <a:schemeClr val="dk1"/>
              </a:buClr>
              <a:buSzPts val="1800"/>
              <a:buFont typeface="Times New Roman"/>
              <a:buChar char="»"/>
              <a:defRPr sz="1800"/>
            </a:lvl8pPr>
            <a:lvl9pPr marL="4114800" lvl="8" indent="-342900" algn="l" rtl="0">
              <a:spcBef>
                <a:spcPts val="360"/>
              </a:spcBef>
              <a:spcAft>
                <a:spcPts val="0"/>
              </a:spcAft>
              <a:buClr>
                <a:schemeClr val="dk1"/>
              </a:buClr>
              <a:buSzPts val="1800"/>
              <a:buFont typeface="Times New Roman"/>
              <a:buChar char="»"/>
              <a:defRPr sz="1800"/>
            </a:lvl9pPr>
          </a:lstStyle>
          <a:p>
            <a:endParaRPr/>
          </a:p>
        </p:txBody>
      </p:sp>
      <p:sp>
        <p:nvSpPr>
          <p:cNvPr id="68" name="Google Shape;68;p10"/>
          <p:cNvSpPr txBox="1">
            <a:spLocks noGrp="1"/>
          </p:cNvSpPr>
          <p:nvPr>
            <p:ph type="body" idx="2"/>
          </p:nvPr>
        </p:nvSpPr>
        <p:spPr>
          <a:xfrm>
            <a:off x="4648200" y="1981200"/>
            <a:ext cx="3810000" cy="4114800"/>
          </a:xfrm>
          <a:prstGeom prst="rect">
            <a:avLst/>
          </a:prstGeom>
          <a:noFill/>
          <a:ln>
            <a:noFill/>
          </a:ln>
        </p:spPr>
        <p:txBody>
          <a:bodyPr spcFirstLastPara="1" wrap="square" lIns="91425" tIns="45700" rIns="91425" bIns="45700" anchor="t" anchorCtr="0">
            <a:noAutofit/>
          </a:bodyPr>
          <a:lstStyle>
            <a:lvl1pPr marL="457200" lvl="0" indent="-406400" algn="l" rtl="0">
              <a:spcBef>
                <a:spcPts val="560"/>
              </a:spcBef>
              <a:spcAft>
                <a:spcPts val="0"/>
              </a:spcAft>
              <a:buClr>
                <a:schemeClr val="dk1"/>
              </a:buClr>
              <a:buSzPts val="2800"/>
              <a:buFont typeface="Times New Roman"/>
              <a:buChar char="•"/>
              <a:defRPr sz="2800"/>
            </a:lvl1pPr>
            <a:lvl2pPr marL="914400" lvl="1" indent="-381000" algn="l" rtl="0">
              <a:spcBef>
                <a:spcPts val="480"/>
              </a:spcBef>
              <a:spcAft>
                <a:spcPts val="0"/>
              </a:spcAft>
              <a:buClr>
                <a:schemeClr val="dk1"/>
              </a:buClr>
              <a:buSzPts val="2400"/>
              <a:buFont typeface="Times New Roman"/>
              <a:buChar char="–"/>
              <a:defRPr sz="2400"/>
            </a:lvl2pPr>
            <a:lvl3pPr marL="1371600" lvl="2" indent="-355600" algn="l" rtl="0">
              <a:spcBef>
                <a:spcPts val="400"/>
              </a:spcBef>
              <a:spcAft>
                <a:spcPts val="0"/>
              </a:spcAft>
              <a:buClr>
                <a:schemeClr val="dk1"/>
              </a:buClr>
              <a:buSzPts val="2000"/>
              <a:buFont typeface="Times New Roman"/>
              <a:buChar char="•"/>
              <a:defRPr sz="2000"/>
            </a:lvl3pPr>
            <a:lvl4pPr marL="1828800" lvl="3" indent="-342900" algn="l" rtl="0">
              <a:spcBef>
                <a:spcPts val="360"/>
              </a:spcBef>
              <a:spcAft>
                <a:spcPts val="0"/>
              </a:spcAft>
              <a:buClr>
                <a:schemeClr val="dk1"/>
              </a:buClr>
              <a:buSzPts val="1800"/>
              <a:buFont typeface="Times New Roman"/>
              <a:buChar char="–"/>
              <a:defRPr sz="1800"/>
            </a:lvl4pPr>
            <a:lvl5pPr marL="2286000" lvl="4" indent="-342900" algn="l" rtl="0">
              <a:spcBef>
                <a:spcPts val="360"/>
              </a:spcBef>
              <a:spcAft>
                <a:spcPts val="0"/>
              </a:spcAft>
              <a:buClr>
                <a:schemeClr val="dk1"/>
              </a:buClr>
              <a:buSzPts val="1800"/>
              <a:buFont typeface="Times New Roman"/>
              <a:buChar char="»"/>
              <a:defRPr sz="1800"/>
            </a:lvl5pPr>
            <a:lvl6pPr marL="2743200" lvl="5" indent="-342900" algn="l" rtl="0">
              <a:spcBef>
                <a:spcPts val="360"/>
              </a:spcBef>
              <a:spcAft>
                <a:spcPts val="0"/>
              </a:spcAft>
              <a:buClr>
                <a:schemeClr val="dk1"/>
              </a:buClr>
              <a:buSzPts val="1800"/>
              <a:buFont typeface="Times New Roman"/>
              <a:buChar char="»"/>
              <a:defRPr sz="1800"/>
            </a:lvl6pPr>
            <a:lvl7pPr marL="3200400" lvl="6" indent="-342900" algn="l" rtl="0">
              <a:spcBef>
                <a:spcPts val="360"/>
              </a:spcBef>
              <a:spcAft>
                <a:spcPts val="0"/>
              </a:spcAft>
              <a:buClr>
                <a:schemeClr val="dk1"/>
              </a:buClr>
              <a:buSzPts val="1800"/>
              <a:buFont typeface="Times New Roman"/>
              <a:buChar char="»"/>
              <a:defRPr sz="1800"/>
            </a:lvl7pPr>
            <a:lvl8pPr marL="3657600" lvl="7" indent="-342900" algn="l" rtl="0">
              <a:spcBef>
                <a:spcPts val="360"/>
              </a:spcBef>
              <a:spcAft>
                <a:spcPts val="0"/>
              </a:spcAft>
              <a:buClr>
                <a:schemeClr val="dk1"/>
              </a:buClr>
              <a:buSzPts val="1800"/>
              <a:buFont typeface="Times New Roman"/>
              <a:buChar char="»"/>
              <a:defRPr sz="1800"/>
            </a:lvl8pPr>
            <a:lvl9pPr marL="4114800" lvl="8" indent="-342900" algn="l" rtl="0">
              <a:spcBef>
                <a:spcPts val="360"/>
              </a:spcBef>
              <a:spcAft>
                <a:spcPts val="0"/>
              </a:spcAft>
              <a:buClr>
                <a:schemeClr val="dk1"/>
              </a:buClr>
              <a:buSzPts val="1800"/>
              <a:buFont typeface="Times New Roman"/>
              <a:buChar char="»"/>
              <a:defRPr sz="1800"/>
            </a:lvl9pPr>
          </a:lstStyle>
          <a:p>
            <a:endParaRPr/>
          </a:p>
        </p:txBody>
      </p:sp>
      <p:sp>
        <p:nvSpPr>
          <p:cNvPr id="69" name="Google Shape;69;p10"/>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722313" y="4406912"/>
            <a:ext cx="7772400" cy="1362000"/>
          </a:xfrm>
          <a:prstGeom prst="rect">
            <a:avLst/>
          </a:prstGeom>
          <a:noFill/>
          <a:ln>
            <a:noFill/>
          </a:ln>
        </p:spPr>
        <p:txBody>
          <a:bodyPr spcFirstLastPara="1" wrap="square" lIns="91425" tIns="45700" rIns="91425" bIns="45700" anchor="t" anchorCtr="0">
            <a:noAutofit/>
          </a:bodyPr>
          <a:lstStyle>
            <a:lvl1pPr lvl="0" algn="l" rtl="0">
              <a:spcBef>
                <a:spcPts val="0"/>
              </a:spcBef>
              <a:spcAft>
                <a:spcPts val="0"/>
              </a:spcAft>
              <a:buSzPts val="1400"/>
              <a:buNone/>
              <a:defRPr sz="4000" b="1" cap="none"/>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74" name="Google Shape;74;p11"/>
          <p:cNvSpPr txBox="1">
            <a:spLocks noGrp="1"/>
          </p:cNvSpPr>
          <p:nvPr>
            <p:ph type="body" idx="1"/>
          </p:nvPr>
        </p:nvSpPr>
        <p:spPr>
          <a:xfrm>
            <a:off x="722313" y="2906713"/>
            <a:ext cx="7772400" cy="1500300"/>
          </a:xfrm>
          <a:prstGeom prst="rect">
            <a:avLst/>
          </a:prstGeom>
          <a:noFill/>
          <a:ln>
            <a:noFill/>
          </a:ln>
        </p:spPr>
        <p:txBody>
          <a:bodyPr spcFirstLastPara="1" wrap="square" lIns="91425" tIns="45700" rIns="91425" bIns="45700" anchor="b" anchorCtr="0">
            <a:noAutofit/>
          </a:bodyPr>
          <a:lstStyle>
            <a:lvl1pPr marL="457200" lvl="0" indent="-228600" algn="l" rtl="0">
              <a:spcBef>
                <a:spcPts val="400"/>
              </a:spcBef>
              <a:spcAft>
                <a:spcPts val="0"/>
              </a:spcAft>
              <a:buClr>
                <a:schemeClr val="dk1"/>
              </a:buClr>
              <a:buSzPts val="2000"/>
              <a:buFont typeface="Times New Roman"/>
              <a:buNone/>
              <a:defRPr sz="2000"/>
            </a:lvl1pPr>
            <a:lvl2pPr marL="914400" lvl="1" indent="-228600" algn="l" rtl="0">
              <a:spcBef>
                <a:spcPts val="360"/>
              </a:spcBef>
              <a:spcAft>
                <a:spcPts val="0"/>
              </a:spcAft>
              <a:buClr>
                <a:schemeClr val="dk1"/>
              </a:buClr>
              <a:buSzPts val="1800"/>
              <a:buFont typeface="Times New Roman"/>
              <a:buNone/>
              <a:defRPr sz="1800"/>
            </a:lvl2pPr>
            <a:lvl3pPr marL="1371600" lvl="2" indent="-228600" algn="l" rtl="0">
              <a:spcBef>
                <a:spcPts val="320"/>
              </a:spcBef>
              <a:spcAft>
                <a:spcPts val="0"/>
              </a:spcAft>
              <a:buClr>
                <a:schemeClr val="dk1"/>
              </a:buClr>
              <a:buSzPts val="1600"/>
              <a:buFont typeface="Times New Roman"/>
              <a:buNone/>
              <a:defRPr sz="1600"/>
            </a:lvl3pPr>
            <a:lvl4pPr marL="1828800" lvl="3" indent="-228600" algn="l" rtl="0">
              <a:spcBef>
                <a:spcPts val="280"/>
              </a:spcBef>
              <a:spcAft>
                <a:spcPts val="0"/>
              </a:spcAft>
              <a:buClr>
                <a:schemeClr val="dk1"/>
              </a:buClr>
              <a:buSzPts val="1400"/>
              <a:buFont typeface="Times New Roman"/>
              <a:buNone/>
              <a:defRPr sz="1400"/>
            </a:lvl4pPr>
            <a:lvl5pPr marL="2286000" lvl="4" indent="-228600" algn="l" rtl="0">
              <a:spcBef>
                <a:spcPts val="280"/>
              </a:spcBef>
              <a:spcAft>
                <a:spcPts val="0"/>
              </a:spcAft>
              <a:buClr>
                <a:schemeClr val="dk1"/>
              </a:buClr>
              <a:buSzPts val="1400"/>
              <a:buFont typeface="Times New Roman"/>
              <a:buNone/>
              <a:defRPr sz="1400"/>
            </a:lvl5pPr>
            <a:lvl6pPr marL="2743200" lvl="5" indent="-228600" algn="l" rtl="0">
              <a:spcBef>
                <a:spcPts val="280"/>
              </a:spcBef>
              <a:spcAft>
                <a:spcPts val="0"/>
              </a:spcAft>
              <a:buClr>
                <a:schemeClr val="dk1"/>
              </a:buClr>
              <a:buSzPts val="1400"/>
              <a:buFont typeface="Times New Roman"/>
              <a:buNone/>
              <a:defRPr sz="1400"/>
            </a:lvl6pPr>
            <a:lvl7pPr marL="3200400" lvl="6" indent="-228600" algn="l" rtl="0">
              <a:spcBef>
                <a:spcPts val="280"/>
              </a:spcBef>
              <a:spcAft>
                <a:spcPts val="0"/>
              </a:spcAft>
              <a:buClr>
                <a:schemeClr val="dk1"/>
              </a:buClr>
              <a:buSzPts val="1400"/>
              <a:buFont typeface="Times New Roman"/>
              <a:buNone/>
              <a:defRPr sz="1400"/>
            </a:lvl7pPr>
            <a:lvl8pPr marL="3657600" lvl="7" indent="-228600" algn="l" rtl="0">
              <a:spcBef>
                <a:spcPts val="280"/>
              </a:spcBef>
              <a:spcAft>
                <a:spcPts val="0"/>
              </a:spcAft>
              <a:buClr>
                <a:schemeClr val="dk1"/>
              </a:buClr>
              <a:buSzPts val="1400"/>
              <a:buFont typeface="Times New Roman"/>
              <a:buNone/>
              <a:defRPr sz="1400"/>
            </a:lvl8pPr>
            <a:lvl9pPr marL="4114800" lvl="8" indent="-228600" algn="l" rtl="0">
              <a:spcBef>
                <a:spcPts val="280"/>
              </a:spcBef>
              <a:spcAft>
                <a:spcPts val="0"/>
              </a:spcAft>
              <a:buClr>
                <a:schemeClr val="dk1"/>
              </a:buClr>
              <a:buSzPts val="1400"/>
              <a:buFont typeface="Times New Roman"/>
              <a:buNone/>
              <a:defRPr sz="1400"/>
            </a:lvl9pPr>
          </a:lstStyle>
          <a:p>
            <a:endParaRPr/>
          </a:p>
        </p:txBody>
      </p:sp>
      <p:sp>
        <p:nvSpPr>
          <p:cNvPr id="75" name="Google Shape;75;p11"/>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8"/>
        <p:cNvGrpSpPr/>
        <p:nvPr/>
      </p:nvGrpSpPr>
      <p:grpSpPr>
        <a:xfrm>
          <a:off x="0" y="0"/>
          <a:ext cx="0" cy="0"/>
          <a:chOff x="0" y="0"/>
          <a:chExt cx="0" cy="0"/>
        </a:xfrm>
      </p:grpSpPr>
      <p:sp>
        <p:nvSpPr>
          <p:cNvPr id="79" name="Google Shape;79;p12"/>
          <p:cNvSpPr txBox="1">
            <a:spLocks noGrp="1"/>
          </p:cNvSpPr>
          <p:nvPr>
            <p:ph type="ctrTitle"/>
          </p:nvPr>
        </p:nvSpPr>
        <p:spPr>
          <a:xfrm>
            <a:off x="685800" y="2130437"/>
            <a:ext cx="7772400" cy="1470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80" name="Google Shape;80;p12"/>
          <p:cNvSpPr txBox="1">
            <a:spLocks noGrp="1"/>
          </p:cNvSpPr>
          <p:nvPr>
            <p:ph type="subTitle" idx="1"/>
          </p:nvPr>
        </p:nvSpPr>
        <p:spPr>
          <a:xfrm>
            <a:off x="1371600" y="3886204"/>
            <a:ext cx="6400800" cy="1752600"/>
          </a:xfrm>
          <a:prstGeom prst="rect">
            <a:avLst/>
          </a:prstGeom>
          <a:noFill/>
          <a:ln>
            <a:noFill/>
          </a:ln>
        </p:spPr>
        <p:txBody>
          <a:bodyPr spcFirstLastPara="1" wrap="square" lIns="91425" tIns="45700" rIns="91425" bIns="45700" anchor="t" anchorCtr="0">
            <a:noAutofit/>
          </a:bodyPr>
          <a:lstStyle>
            <a:lvl1pPr lvl="0" algn="ctr" rtl="0">
              <a:spcBef>
                <a:spcPts val="640"/>
              </a:spcBef>
              <a:spcAft>
                <a:spcPts val="0"/>
              </a:spcAft>
              <a:buClr>
                <a:schemeClr val="dk1"/>
              </a:buClr>
              <a:buSzPts val="3200"/>
              <a:buFont typeface="Times New Roman"/>
              <a:buNone/>
              <a:defRPr/>
            </a:lvl1pPr>
            <a:lvl2pPr lvl="1" algn="ctr" rtl="0">
              <a:spcBef>
                <a:spcPts val="560"/>
              </a:spcBef>
              <a:spcAft>
                <a:spcPts val="0"/>
              </a:spcAft>
              <a:buClr>
                <a:schemeClr val="dk1"/>
              </a:buClr>
              <a:buSzPts val="2800"/>
              <a:buFont typeface="Times New Roman"/>
              <a:buNone/>
              <a:defRPr/>
            </a:lvl2pPr>
            <a:lvl3pPr lvl="2" algn="ctr" rtl="0">
              <a:spcBef>
                <a:spcPts val="480"/>
              </a:spcBef>
              <a:spcAft>
                <a:spcPts val="0"/>
              </a:spcAft>
              <a:buClr>
                <a:schemeClr val="dk1"/>
              </a:buClr>
              <a:buSzPts val="2400"/>
              <a:buFont typeface="Times New Roman"/>
              <a:buNone/>
              <a:defRPr/>
            </a:lvl3pPr>
            <a:lvl4pPr lvl="3" algn="ctr" rtl="0">
              <a:spcBef>
                <a:spcPts val="400"/>
              </a:spcBef>
              <a:spcAft>
                <a:spcPts val="0"/>
              </a:spcAft>
              <a:buClr>
                <a:schemeClr val="dk1"/>
              </a:buClr>
              <a:buSzPts val="2000"/>
              <a:buFont typeface="Times New Roman"/>
              <a:buNone/>
              <a:defRPr/>
            </a:lvl4pPr>
            <a:lvl5pPr lvl="4" algn="ctr" rtl="0">
              <a:spcBef>
                <a:spcPts val="400"/>
              </a:spcBef>
              <a:spcAft>
                <a:spcPts val="0"/>
              </a:spcAft>
              <a:buClr>
                <a:schemeClr val="dk1"/>
              </a:buClr>
              <a:buSzPts val="2000"/>
              <a:buFont typeface="Times New Roman"/>
              <a:buNone/>
              <a:defRPr/>
            </a:lvl5pPr>
            <a:lvl6pPr lvl="5" algn="ctr" rtl="0">
              <a:spcBef>
                <a:spcPts val="400"/>
              </a:spcBef>
              <a:spcAft>
                <a:spcPts val="0"/>
              </a:spcAft>
              <a:buClr>
                <a:schemeClr val="dk1"/>
              </a:buClr>
              <a:buSzPts val="2000"/>
              <a:buFont typeface="Times New Roman"/>
              <a:buNone/>
              <a:defRPr/>
            </a:lvl6pPr>
            <a:lvl7pPr lvl="6" algn="ctr" rtl="0">
              <a:spcBef>
                <a:spcPts val="400"/>
              </a:spcBef>
              <a:spcAft>
                <a:spcPts val="0"/>
              </a:spcAft>
              <a:buClr>
                <a:schemeClr val="dk1"/>
              </a:buClr>
              <a:buSzPts val="2000"/>
              <a:buFont typeface="Times New Roman"/>
              <a:buNone/>
              <a:defRPr/>
            </a:lvl7pPr>
            <a:lvl8pPr lvl="7" algn="ctr" rtl="0">
              <a:spcBef>
                <a:spcPts val="400"/>
              </a:spcBef>
              <a:spcAft>
                <a:spcPts val="0"/>
              </a:spcAft>
              <a:buClr>
                <a:schemeClr val="dk1"/>
              </a:buClr>
              <a:buSzPts val="2000"/>
              <a:buFont typeface="Times New Roman"/>
              <a:buNone/>
              <a:defRPr/>
            </a:lvl8pPr>
            <a:lvl9pPr lvl="8" algn="ctr" rtl="0">
              <a:spcBef>
                <a:spcPts val="400"/>
              </a:spcBef>
              <a:spcAft>
                <a:spcPts val="0"/>
              </a:spcAft>
              <a:buClr>
                <a:schemeClr val="dk1"/>
              </a:buClr>
              <a:buSzPts val="2000"/>
              <a:buFont typeface="Times New Roman"/>
              <a:buNone/>
              <a:defRPr/>
            </a:lvl9pPr>
          </a:lstStyle>
          <a:p>
            <a:endParaRPr/>
          </a:p>
        </p:txBody>
      </p:sp>
      <p:sp>
        <p:nvSpPr>
          <p:cNvPr id="81" name="Google Shape;81;p12"/>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98"/>
        <p:cNvGrpSpPr/>
        <p:nvPr/>
      </p:nvGrpSpPr>
      <p:grpSpPr>
        <a:xfrm>
          <a:off x="0" y="0"/>
          <a:ext cx="0" cy="0"/>
          <a:chOff x="0" y="0"/>
          <a:chExt cx="0" cy="0"/>
        </a:xfrm>
      </p:grpSpPr>
      <p:sp>
        <p:nvSpPr>
          <p:cNvPr id="99" name="Google Shape;99;p14"/>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00" name="Google Shape;100;p14"/>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101" name="Google Shape;101;p14"/>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17"/>
        <p:cNvGrpSpPr/>
        <p:nvPr/>
      </p:nvGrpSpPr>
      <p:grpSpPr>
        <a:xfrm>
          <a:off x="0" y="0"/>
          <a:ext cx="0" cy="0"/>
          <a:chOff x="0" y="0"/>
          <a:chExt cx="0" cy="0"/>
        </a:xfrm>
      </p:grpSpPr>
      <p:sp>
        <p:nvSpPr>
          <p:cNvPr id="118" name="Google Shape;118;p16"/>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9" name="Google Shape;119;p16"/>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120" name="Google Shape;120;p16"/>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21" name="Google Shape;121;p16"/>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36"/>
        <p:cNvGrpSpPr/>
        <p:nvPr/>
      </p:nvGrpSpPr>
      <p:grpSpPr>
        <a:xfrm>
          <a:off x="0" y="0"/>
          <a:ext cx="0" cy="0"/>
          <a:chOff x="0" y="0"/>
          <a:chExt cx="0" cy="0"/>
        </a:xfrm>
      </p:grpSpPr>
      <p:sp>
        <p:nvSpPr>
          <p:cNvPr id="137" name="Google Shape;137;p18"/>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38" name="Google Shape;138;p18"/>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139" name="Google Shape;139;p18"/>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40" name="Google Shape;140;p18"/>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5"/>
        <p:cNvGrpSpPr/>
        <p:nvPr/>
      </p:nvGrpSpPr>
      <p:grpSpPr>
        <a:xfrm>
          <a:off x="0" y="0"/>
          <a:ext cx="0" cy="0"/>
          <a:chOff x="0" y="0"/>
          <a:chExt cx="0" cy="0"/>
        </a:xfrm>
      </p:grpSpPr>
      <p:sp>
        <p:nvSpPr>
          <p:cNvPr id="156" name="Google Shape;156;p20"/>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57" name="Google Shape;157;p20"/>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158" name="Google Shape;158;p20"/>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159" name="Google Shape;159;p20"/>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231"/>
        <p:cNvGrpSpPr/>
        <p:nvPr/>
      </p:nvGrpSpPr>
      <p:grpSpPr>
        <a:xfrm>
          <a:off x="0" y="0"/>
          <a:ext cx="0" cy="0"/>
          <a:chOff x="0" y="0"/>
          <a:chExt cx="0" cy="0"/>
        </a:xfrm>
      </p:grpSpPr>
      <p:sp>
        <p:nvSpPr>
          <p:cNvPr id="232" name="Google Shape;232;p26"/>
          <p:cNvSpPr txBox="1">
            <a:spLocks noGrp="1"/>
          </p:cNvSpPr>
          <p:nvPr>
            <p:ph type="ctrTitle"/>
          </p:nvPr>
        </p:nvSpPr>
        <p:spPr>
          <a:xfrm>
            <a:off x="685800" y="1736726"/>
            <a:ext cx="7772400" cy="19209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sz="54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233" name="Google Shape;233;p26"/>
          <p:cNvSpPr txBox="1">
            <a:spLocks noGrp="1"/>
          </p:cNvSpPr>
          <p:nvPr>
            <p:ph type="subTitle" idx="1"/>
          </p:nvPr>
        </p:nvSpPr>
        <p:spPr>
          <a:xfrm>
            <a:off x="1371600" y="3886204"/>
            <a:ext cx="6400800" cy="1752600"/>
          </a:xfrm>
          <a:prstGeom prst="rect">
            <a:avLst/>
          </a:prstGeom>
          <a:noFill/>
          <a:ln>
            <a:noFill/>
          </a:ln>
        </p:spPr>
        <p:txBody>
          <a:bodyPr spcFirstLastPara="1" wrap="square" lIns="102850" tIns="51425" rIns="102850" bIns="51425" anchor="t" anchorCtr="0">
            <a:noAutofit/>
          </a:bodyPr>
          <a:lstStyle>
            <a:lvl1pPr lvl="0" algn="ctr" rtl="0">
              <a:spcBef>
                <a:spcPts val="540"/>
              </a:spcBef>
              <a:spcAft>
                <a:spcPts val="0"/>
              </a:spcAft>
              <a:buSzPts val="1890"/>
              <a:buFont typeface="Noto Sans Symbols"/>
              <a:buNone/>
              <a:defRPr/>
            </a:lvl1pPr>
            <a:lvl2pPr lvl="1" algn="l" rtl="0">
              <a:spcBef>
                <a:spcPts val="360"/>
              </a:spcBef>
              <a:spcAft>
                <a:spcPts val="0"/>
              </a:spcAft>
              <a:buSzPts val="1260"/>
              <a:buChar char="■"/>
              <a:defRPr/>
            </a:lvl2pPr>
            <a:lvl3pPr lvl="2" algn="l" rtl="0">
              <a:spcBef>
                <a:spcPts val="360"/>
              </a:spcBef>
              <a:spcAft>
                <a:spcPts val="0"/>
              </a:spcAft>
              <a:buSzPts val="1260"/>
              <a:buChar char="■"/>
              <a:defRPr/>
            </a:lvl3pPr>
            <a:lvl4pPr lvl="3" algn="l" rtl="0">
              <a:spcBef>
                <a:spcPts val="360"/>
              </a:spcBef>
              <a:spcAft>
                <a:spcPts val="0"/>
              </a:spcAft>
              <a:buSzPts val="1260"/>
              <a:buChar char="■"/>
              <a:defRPr/>
            </a:lvl4pPr>
            <a:lvl5pPr lvl="4" algn="l" rtl="0">
              <a:spcBef>
                <a:spcPts val="360"/>
              </a:spcBef>
              <a:spcAft>
                <a:spcPts val="0"/>
              </a:spcAft>
              <a:buSzPts val="1260"/>
              <a:buChar char="■"/>
              <a:defRPr/>
            </a:lvl5pPr>
            <a:lvl6pPr lvl="5" algn="l" rtl="0">
              <a:spcBef>
                <a:spcPts val="360"/>
              </a:spcBef>
              <a:spcAft>
                <a:spcPts val="0"/>
              </a:spcAft>
              <a:buSzPts val="1260"/>
              <a:buChar char="■"/>
              <a:defRPr/>
            </a:lvl6pPr>
            <a:lvl7pPr lvl="6" algn="l" rtl="0">
              <a:spcBef>
                <a:spcPts val="360"/>
              </a:spcBef>
              <a:spcAft>
                <a:spcPts val="0"/>
              </a:spcAft>
              <a:buSzPts val="1260"/>
              <a:buChar char="■"/>
              <a:defRPr/>
            </a:lvl7pPr>
            <a:lvl8pPr lvl="7" algn="l" rtl="0">
              <a:spcBef>
                <a:spcPts val="360"/>
              </a:spcBef>
              <a:spcAft>
                <a:spcPts val="0"/>
              </a:spcAft>
              <a:buSzPts val="1260"/>
              <a:buChar char="■"/>
              <a:defRPr/>
            </a:lvl8pPr>
            <a:lvl9pPr lvl="8" algn="l" rtl="0">
              <a:spcBef>
                <a:spcPts val="360"/>
              </a:spcBef>
              <a:spcAft>
                <a:spcPts val="0"/>
              </a:spcAft>
              <a:buSzPts val="1260"/>
              <a:buChar char="■"/>
              <a:defRPr/>
            </a:lvl9pPr>
          </a:lstStyle>
          <a:p>
            <a:endParaRPr/>
          </a:p>
        </p:txBody>
      </p:sp>
      <p:sp>
        <p:nvSpPr>
          <p:cNvPr id="234" name="Google Shape;234;p26"/>
          <p:cNvSpPr txBox="1">
            <a:spLocks noGrp="1"/>
          </p:cNvSpPr>
          <p:nvPr>
            <p:ph type="dt" idx="10"/>
          </p:nvPr>
        </p:nvSpPr>
        <p:spPr>
          <a:xfrm>
            <a:off x="457200" y="6248400"/>
            <a:ext cx="21336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5" name="Google Shape;235;p26"/>
          <p:cNvSpPr txBox="1">
            <a:spLocks noGrp="1"/>
          </p:cNvSpPr>
          <p:nvPr>
            <p:ph type="ftr" idx="11"/>
          </p:nvPr>
        </p:nvSpPr>
        <p:spPr>
          <a:xfrm>
            <a:off x="3124200" y="6251575"/>
            <a:ext cx="28956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36" name="Google Shape;236;p26"/>
          <p:cNvSpPr txBox="1">
            <a:spLocks noGrp="1"/>
          </p:cNvSpPr>
          <p:nvPr>
            <p:ph type="sldNum" idx="12"/>
          </p:nvPr>
        </p:nvSpPr>
        <p:spPr>
          <a:xfrm>
            <a:off x="6553200" y="6254750"/>
            <a:ext cx="21336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1"/>
        <p:cNvGrpSpPr/>
        <p:nvPr/>
      </p:nvGrpSpPr>
      <p:grpSpPr>
        <a:xfrm>
          <a:off x="0" y="0"/>
          <a:ext cx="0" cy="0"/>
          <a:chOff x="0" y="0"/>
          <a:chExt cx="0" cy="0"/>
        </a:xfrm>
      </p:grpSpPr>
      <p:sp>
        <p:nvSpPr>
          <p:cNvPr id="252" name="Google Shape;252;p28"/>
          <p:cNvSpPr txBox="1">
            <a:spLocks noGrp="1"/>
          </p:cNvSpPr>
          <p:nvPr>
            <p:ph type="title"/>
          </p:nvPr>
        </p:nvSpPr>
        <p:spPr>
          <a:xfrm>
            <a:off x="722489" y="4406911"/>
            <a:ext cx="7772400" cy="1362000"/>
          </a:xfrm>
          <a:prstGeom prst="rect">
            <a:avLst/>
          </a:prstGeom>
          <a:noFill/>
          <a:ln>
            <a:noFill/>
          </a:ln>
        </p:spPr>
        <p:txBody>
          <a:bodyPr spcFirstLastPara="1" wrap="square" lIns="102850" tIns="51425" rIns="102850" bIns="51425" anchor="t" anchorCtr="0">
            <a:noAutofit/>
          </a:bodyPr>
          <a:lstStyle>
            <a:lvl1pPr lvl="0" algn="l" rtl="0">
              <a:spcBef>
                <a:spcPts val="0"/>
              </a:spcBef>
              <a:spcAft>
                <a:spcPts val="0"/>
              </a:spcAft>
              <a:buSzPts val="1400"/>
              <a:buNone/>
              <a:defRPr sz="4000" b="1" cap="none"/>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253" name="Google Shape;253;p28"/>
          <p:cNvSpPr txBox="1">
            <a:spLocks noGrp="1"/>
          </p:cNvSpPr>
          <p:nvPr>
            <p:ph type="body" idx="1"/>
          </p:nvPr>
        </p:nvSpPr>
        <p:spPr>
          <a:xfrm>
            <a:off x="722489" y="2906713"/>
            <a:ext cx="7772400" cy="1500300"/>
          </a:xfrm>
          <a:prstGeom prst="rect">
            <a:avLst/>
          </a:prstGeom>
          <a:noFill/>
          <a:ln>
            <a:noFill/>
          </a:ln>
        </p:spPr>
        <p:txBody>
          <a:bodyPr spcFirstLastPara="1" wrap="square" lIns="102850" tIns="51425" rIns="102850" bIns="51425" anchor="b" anchorCtr="0">
            <a:noAutofit/>
          </a:bodyPr>
          <a:lstStyle>
            <a:lvl1pPr marL="457200" lvl="0" indent="-228600" algn="l" rtl="0">
              <a:spcBef>
                <a:spcPts val="400"/>
              </a:spcBef>
              <a:spcAft>
                <a:spcPts val="0"/>
              </a:spcAft>
              <a:buSzPts val="1400"/>
              <a:buNone/>
              <a:defRPr sz="2000"/>
            </a:lvl1pPr>
            <a:lvl2pPr marL="914400" lvl="1" indent="-228600" algn="l" rtl="0">
              <a:spcBef>
                <a:spcPts val="360"/>
              </a:spcBef>
              <a:spcAft>
                <a:spcPts val="0"/>
              </a:spcAft>
              <a:buSzPts val="1260"/>
              <a:buNone/>
              <a:defRPr sz="1800"/>
            </a:lvl2pPr>
            <a:lvl3pPr marL="1371600" lvl="2" indent="-228600" algn="l" rtl="0">
              <a:spcBef>
                <a:spcPts val="320"/>
              </a:spcBef>
              <a:spcAft>
                <a:spcPts val="0"/>
              </a:spcAft>
              <a:buSzPts val="1120"/>
              <a:buNone/>
              <a:defRPr sz="1600"/>
            </a:lvl3pPr>
            <a:lvl4pPr marL="1828800" lvl="3" indent="-228600" algn="l" rtl="0">
              <a:spcBef>
                <a:spcPts val="280"/>
              </a:spcBef>
              <a:spcAft>
                <a:spcPts val="0"/>
              </a:spcAft>
              <a:buSzPts val="980"/>
              <a:buNone/>
              <a:defRPr sz="1400"/>
            </a:lvl4pPr>
            <a:lvl5pPr marL="2286000" lvl="4" indent="-228600" algn="l" rtl="0">
              <a:spcBef>
                <a:spcPts val="280"/>
              </a:spcBef>
              <a:spcAft>
                <a:spcPts val="0"/>
              </a:spcAft>
              <a:buSzPts val="980"/>
              <a:buNone/>
              <a:defRPr sz="1400"/>
            </a:lvl5pPr>
            <a:lvl6pPr marL="2743200" lvl="5" indent="-228600" algn="l" rtl="0">
              <a:spcBef>
                <a:spcPts val="280"/>
              </a:spcBef>
              <a:spcAft>
                <a:spcPts val="0"/>
              </a:spcAft>
              <a:buSzPts val="980"/>
              <a:buNone/>
              <a:defRPr sz="1400"/>
            </a:lvl6pPr>
            <a:lvl7pPr marL="3200400" lvl="6" indent="-228600" algn="l" rtl="0">
              <a:spcBef>
                <a:spcPts val="280"/>
              </a:spcBef>
              <a:spcAft>
                <a:spcPts val="0"/>
              </a:spcAft>
              <a:buSzPts val="980"/>
              <a:buNone/>
              <a:defRPr sz="1400"/>
            </a:lvl7pPr>
            <a:lvl8pPr marL="3657600" lvl="7" indent="-228600" algn="l" rtl="0">
              <a:spcBef>
                <a:spcPts val="280"/>
              </a:spcBef>
              <a:spcAft>
                <a:spcPts val="0"/>
              </a:spcAft>
              <a:buSzPts val="980"/>
              <a:buNone/>
              <a:defRPr sz="1400"/>
            </a:lvl8pPr>
            <a:lvl9pPr marL="4114800" lvl="8" indent="-228600" algn="l" rtl="0">
              <a:spcBef>
                <a:spcPts val="280"/>
              </a:spcBef>
              <a:spcAft>
                <a:spcPts val="0"/>
              </a:spcAft>
              <a:buSzPts val="980"/>
              <a:buNone/>
              <a:defRPr sz="1400"/>
            </a:lvl9pPr>
          </a:lstStyle>
          <a:p>
            <a:endParaRPr/>
          </a:p>
        </p:txBody>
      </p:sp>
      <p:sp>
        <p:nvSpPr>
          <p:cNvPr id="254" name="Google Shape;254;p28"/>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55" name="Google Shape;255;p28"/>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70"/>
        <p:cNvGrpSpPr/>
        <p:nvPr/>
      </p:nvGrpSpPr>
      <p:grpSpPr>
        <a:xfrm>
          <a:off x="0" y="0"/>
          <a:ext cx="0" cy="0"/>
          <a:chOff x="0" y="0"/>
          <a:chExt cx="0" cy="0"/>
        </a:xfrm>
      </p:grpSpPr>
      <p:sp>
        <p:nvSpPr>
          <p:cNvPr id="271" name="Google Shape;271;p30"/>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272" name="Google Shape;272;p30"/>
          <p:cNvSpPr txBox="1">
            <a:spLocks noGrp="1"/>
          </p:cNvSpPr>
          <p:nvPr>
            <p:ph type="body" idx="1"/>
          </p:nvPr>
        </p:nvSpPr>
        <p:spPr>
          <a:xfrm>
            <a:off x="457211" y="1600210"/>
            <a:ext cx="4047000" cy="4499100"/>
          </a:xfrm>
          <a:prstGeom prst="rect">
            <a:avLst/>
          </a:prstGeom>
          <a:noFill/>
          <a:ln>
            <a:noFill/>
          </a:ln>
        </p:spPr>
        <p:txBody>
          <a:bodyPr spcFirstLastPara="1" wrap="square" lIns="102850" tIns="51425" rIns="102850" bIns="51425" anchor="t" anchorCtr="0">
            <a:noAutofit/>
          </a:bodyPr>
          <a:lstStyle>
            <a:lvl1pPr marL="457200" lvl="0" indent="-353060" algn="l" rtl="0">
              <a:spcBef>
                <a:spcPts val="560"/>
              </a:spcBef>
              <a:spcAft>
                <a:spcPts val="0"/>
              </a:spcAft>
              <a:buSzPts val="1960"/>
              <a:buChar char="■"/>
              <a:defRPr sz="2800"/>
            </a:lvl1pPr>
            <a:lvl2pPr marL="914400" lvl="1" indent="-335280" algn="l" rtl="0">
              <a:spcBef>
                <a:spcPts val="480"/>
              </a:spcBef>
              <a:spcAft>
                <a:spcPts val="0"/>
              </a:spcAft>
              <a:buSzPts val="1680"/>
              <a:buChar char="■"/>
              <a:defRPr sz="2400"/>
            </a:lvl2pPr>
            <a:lvl3pPr marL="1371600" lvl="2" indent="-317500" algn="l" rtl="0">
              <a:spcBef>
                <a:spcPts val="400"/>
              </a:spcBef>
              <a:spcAft>
                <a:spcPts val="0"/>
              </a:spcAft>
              <a:buSzPts val="1400"/>
              <a:buChar char="■"/>
              <a:defRPr sz="2000"/>
            </a:lvl3pPr>
            <a:lvl4pPr marL="1828800" lvl="3" indent="-308610" algn="l" rtl="0">
              <a:spcBef>
                <a:spcPts val="360"/>
              </a:spcBef>
              <a:spcAft>
                <a:spcPts val="0"/>
              </a:spcAft>
              <a:buSzPts val="1260"/>
              <a:buChar char="■"/>
              <a:defRPr sz="1800"/>
            </a:lvl4pPr>
            <a:lvl5pPr marL="2286000" lvl="4" indent="-308610" algn="l" rtl="0">
              <a:spcBef>
                <a:spcPts val="360"/>
              </a:spcBef>
              <a:spcAft>
                <a:spcPts val="0"/>
              </a:spcAft>
              <a:buSzPts val="1260"/>
              <a:buChar char="■"/>
              <a:defRPr sz="1800"/>
            </a:lvl5pPr>
            <a:lvl6pPr marL="2743200" lvl="5" indent="-308610" algn="l" rtl="0">
              <a:spcBef>
                <a:spcPts val="360"/>
              </a:spcBef>
              <a:spcAft>
                <a:spcPts val="0"/>
              </a:spcAft>
              <a:buSzPts val="1260"/>
              <a:buChar char="■"/>
              <a:defRPr sz="1800"/>
            </a:lvl6pPr>
            <a:lvl7pPr marL="3200400" lvl="6" indent="-308610" algn="l" rtl="0">
              <a:spcBef>
                <a:spcPts val="360"/>
              </a:spcBef>
              <a:spcAft>
                <a:spcPts val="0"/>
              </a:spcAft>
              <a:buSzPts val="1260"/>
              <a:buChar char="■"/>
              <a:defRPr sz="1800"/>
            </a:lvl7pPr>
            <a:lvl8pPr marL="3657600" lvl="7" indent="-308609" algn="l" rtl="0">
              <a:spcBef>
                <a:spcPts val="360"/>
              </a:spcBef>
              <a:spcAft>
                <a:spcPts val="0"/>
              </a:spcAft>
              <a:buSzPts val="1260"/>
              <a:buChar char="■"/>
              <a:defRPr sz="1800"/>
            </a:lvl8pPr>
            <a:lvl9pPr marL="4114800" lvl="8" indent="-308609" algn="l" rtl="0">
              <a:spcBef>
                <a:spcPts val="360"/>
              </a:spcBef>
              <a:spcAft>
                <a:spcPts val="0"/>
              </a:spcAft>
              <a:buSzPts val="1260"/>
              <a:buChar char="■"/>
              <a:defRPr sz="1800"/>
            </a:lvl9pPr>
          </a:lstStyle>
          <a:p>
            <a:endParaRPr/>
          </a:p>
        </p:txBody>
      </p:sp>
      <p:sp>
        <p:nvSpPr>
          <p:cNvPr id="273" name="Google Shape;273;p30"/>
          <p:cNvSpPr txBox="1">
            <a:spLocks noGrp="1"/>
          </p:cNvSpPr>
          <p:nvPr>
            <p:ph type="body" idx="2"/>
          </p:nvPr>
        </p:nvSpPr>
        <p:spPr>
          <a:xfrm>
            <a:off x="4639737" y="1600210"/>
            <a:ext cx="4047000" cy="4499100"/>
          </a:xfrm>
          <a:prstGeom prst="rect">
            <a:avLst/>
          </a:prstGeom>
          <a:noFill/>
          <a:ln>
            <a:noFill/>
          </a:ln>
        </p:spPr>
        <p:txBody>
          <a:bodyPr spcFirstLastPara="1" wrap="square" lIns="102850" tIns="51425" rIns="102850" bIns="51425" anchor="t" anchorCtr="0">
            <a:noAutofit/>
          </a:bodyPr>
          <a:lstStyle>
            <a:lvl1pPr marL="457200" lvl="0" indent="-353060" algn="l" rtl="0">
              <a:spcBef>
                <a:spcPts val="560"/>
              </a:spcBef>
              <a:spcAft>
                <a:spcPts val="0"/>
              </a:spcAft>
              <a:buSzPts val="1960"/>
              <a:buChar char="■"/>
              <a:defRPr sz="2800"/>
            </a:lvl1pPr>
            <a:lvl2pPr marL="914400" lvl="1" indent="-335280" algn="l" rtl="0">
              <a:spcBef>
                <a:spcPts val="480"/>
              </a:spcBef>
              <a:spcAft>
                <a:spcPts val="0"/>
              </a:spcAft>
              <a:buSzPts val="1680"/>
              <a:buChar char="■"/>
              <a:defRPr sz="2400"/>
            </a:lvl2pPr>
            <a:lvl3pPr marL="1371600" lvl="2" indent="-317500" algn="l" rtl="0">
              <a:spcBef>
                <a:spcPts val="400"/>
              </a:spcBef>
              <a:spcAft>
                <a:spcPts val="0"/>
              </a:spcAft>
              <a:buSzPts val="1400"/>
              <a:buChar char="■"/>
              <a:defRPr sz="2000"/>
            </a:lvl3pPr>
            <a:lvl4pPr marL="1828800" lvl="3" indent="-308610" algn="l" rtl="0">
              <a:spcBef>
                <a:spcPts val="360"/>
              </a:spcBef>
              <a:spcAft>
                <a:spcPts val="0"/>
              </a:spcAft>
              <a:buSzPts val="1260"/>
              <a:buChar char="■"/>
              <a:defRPr sz="1800"/>
            </a:lvl4pPr>
            <a:lvl5pPr marL="2286000" lvl="4" indent="-308610" algn="l" rtl="0">
              <a:spcBef>
                <a:spcPts val="360"/>
              </a:spcBef>
              <a:spcAft>
                <a:spcPts val="0"/>
              </a:spcAft>
              <a:buSzPts val="1260"/>
              <a:buChar char="■"/>
              <a:defRPr sz="1800"/>
            </a:lvl5pPr>
            <a:lvl6pPr marL="2743200" lvl="5" indent="-308610" algn="l" rtl="0">
              <a:spcBef>
                <a:spcPts val="360"/>
              </a:spcBef>
              <a:spcAft>
                <a:spcPts val="0"/>
              </a:spcAft>
              <a:buSzPts val="1260"/>
              <a:buChar char="■"/>
              <a:defRPr sz="1800"/>
            </a:lvl6pPr>
            <a:lvl7pPr marL="3200400" lvl="6" indent="-308610" algn="l" rtl="0">
              <a:spcBef>
                <a:spcPts val="360"/>
              </a:spcBef>
              <a:spcAft>
                <a:spcPts val="0"/>
              </a:spcAft>
              <a:buSzPts val="1260"/>
              <a:buChar char="■"/>
              <a:defRPr sz="1800"/>
            </a:lvl7pPr>
            <a:lvl8pPr marL="3657600" lvl="7" indent="-308609" algn="l" rtl="0">
              <a:spcBef>
                <a:spcPts val="360"/>
              </a:spcBef>
              <a:spcAft>
                <a:spcPts val="0"/>
              </a:spcAft>
              <a:buSzPts val="1260"/>
              <a:buChar char="■"/>
              <a:defRPr sz="1800"/>
            </a:lvl8pPr>
            <a:lvl9pPr marL="4114800" lvl="8" indent="-308609" algn="l" rtl="0">
              <a:spcBef>
                <a:spcPts val="360"/>
              </a:spcBef>
              <a:spcAft>
                <a:spcPts val="0"/>
              </a:spcAft>
              <a:buSzPts val="1260"/>
              <a:buChar char="■"/>
              <a:defRPr sz="1800"/>
            </a:lvl9pPr>
          </a:lstStyle>
          <a:p>
            <a:endParaRPr/>
          </a:p>
        </p:txBody>
      </p:sp>
      <p:sp>
        <p:nvSpPr>
          <p:cNvPr id="274" name="Google Shape;274;p30"/>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75" name="Google Shape;275;p30"/>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0"/>
        <p:cNvGrpSpPr/>
        <p:nvPr/>
      </p:nvGrpSpPr>
      <p:grpSpPr>
        <a:xfrm>
          <a:off x="0" y="0"/>
          <a:ext cx="0" cy="0"/>
          <a:chOff x="0" y="0"/>
          <a:chExt cx="0" cy="0"/>
        </a:xfrm>
      </p:grpSpPr>
      <p:sp>
        <p:nvSpPr>
          <p:cNvPr id="291" name="Google Shape;291;p32"/>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292" name="Google Shape;292;p32"/>
          <p:cNvSpPr txBox="1">
            <a:spLocks noGrp="1"/>
          </p:cNvSpPr>
          <p:nvPr>
            <p:ph type="body" idx="1"/>
          </p:nvPr>
        </p:nvSpPr>
        <p:spPr>
          <a:xfrm>
            <a:off x="457200" y="1535113"/>
            <a:ext cx="4040100" cy="639900"/>
          </a:xfrm>
          <a:prstGeom prst="rect">
            <a:avLst/>
          </a:prstGeom>
          <a:noFill/>
          <a:ln>
            <a:noFill/>
          </a:ln>
        </p:spPr>
        <p:txBody>
          <a:bodyPr spcFirstLastPara="1" wrap="square" lIns="102850" tIns="51425" rIns="102850" bIns="51425" anchor="b" anchorCtr="0">
            <a:noAutofit/>
          </a:bodyPr>
          <a:lstStyle>
            <a:lvl1pPr marL="457200" lvl="0" indent="-228600" algn="l" rtl="0">
              <a:spcBef>
                <a:spcPts val="480"/>
              </a:spcBef>
              <a:spcAft>
                <a:spcPts val="0"/>
              </a:spcAft>
              <a:buSzPts val="1680"/>
              <a:buNone/>
              <a:defRPr sz="2400" b="1"/>
            </a:lvl1pPr>
            <a:lvl2pPr marL="914400" lvl="1" indent="-228600" algn="l" rtl="0">
              <a:spcBef>
                <a:spcPts val="400"/>
              </a:spcBef>
              <a:spcAft>
                <a:spcPts val="0"/>
              </a:spcAft>
              <a:buSzPts val="1400"/>
              <a:buNone/>
              <a:defRPr sz="2000" b="1"/>
            </a:lvl2pPr>
            <a:lvl3pPr marL="1371600" lvl="2" indent="-228600" algn="l" rtl="0">
              <a:spcBef>
                <a:spcPts val="360"/>
              </a:spcBef>
              <a:spcAft>
                <a:spcPts val="0"/>
              </a:spcAft>
              <a:buSzPts val="1260"/>
              <a:buNone/>
              <a:defRPr sz="1800" b="1"/>
            </a:lvl3pPr>
            <a:lvl4pPr marL="1828800" lvl="3" indent="-228600" algn="l" rtl="0">
              <a:spcBef>
                <a:spcPts val="320"/>
              </a:spcBef>
              <a:spcAft>
                <a:spcPts val="0"/>
              </a:spcAft>
              <a:buSzPts val="1120"/>
              <a:buNone/>
              <a:defRPr sz="1600" b="1"/>
            </a:lvl4pPr>
            <a:lvl5pPr marL="2286000" lvl="4" indent="-228600" algn="l" rtl="0">
              <a:spcBef>
                <a:spcPts val="320"/>
              </a:spcBef>
              <a:spcAft>
                <a:spcPts val="0"/>
              </a:spcAft>
              <a:buSzPts val="1120"/>
              <a:buNone/>
              <a:defRPr sz="1600" b="1"/>
            </a:lvl5pPr>
            <a:lvl6pPr marL="2743200" lvl="5" indent="-228600" algn="l" rtl="0">
              <a:spcBef>
                <a:spcPts val="320"/>
              </a:spcBef>
              <a:spcAft>
                <a:spcPts val="0"/>
              </a:spcAft>
              <a:buSzPts val="1120"/>
              <a:buNone/>
              <a:defRPr sz="1600" b="1"/>
            </a:lvl6pPr>
            <a:lvl7pPr marL="3200400" lvl="6" indent="-228600" algn="l" rtl="0">
              <a:spcBef>
                <a:spcPts val="320"/>
              </a:spcBef>
              <a:spcAft>
                <a:spcPts val="0"/>
              </a:spcAft>
              <a:buSzPts val="1120"/>
              <a:buNone/>
              <a:defRPr sz="1600" b="1"/>
            </a:lvl7pPr>
            <a:lvl8pPr marL="3657600" lvl="7" indent="-228600" algn="l" rtl="0">
              <a:spcBef>
                <a:spcPts val="320"/>
              </a:spcBef>
              <a:spcAft>
                <a:spcPts val="0"/>
              </a:spcAft>
              <a:buSzPts val="1120"/>
              <a:buNone/>
              <a:defRPr sz="1600" b="1"/>
            </a:lvl8pPr>
            <a:lvl9pPr marL="4114800" lvl="8" indent="-228600" algn="l" rtl="0">
              <a:spcBef>
                <a:spcPts val="320"/>
              </a:spcBef>
              <a:spcAft>
                <a:spcPts val="0"/>
              </a:spcAft>
              <a:buSzPts val="1120"/>
              <a:buNone/>
              <a:defRPr sz="1600" b="1"/>
            </a:lvl9pPr>
          </a:lstStyle>
          <a:p>
            <a:endParaRPr/>
          </a:p>
        </p:txBody>
      </p:sp>
      <p:sp>
        <p:nvSpPr>
          <p:cNvPr id="293" name="Google Shape;293;p32"/>
          <p:cNvSpPr txBox="1">
            <a:spLocks noGrp="1"/>
          </p:cNvSpPr>
          <p:nvPr>
            <p:ph type="body" idx="2"/>
          </p:nvPr>
        </p:nvSpPr>
        <p:spPr>
          <a:xfrm>
            <a:off x="457200" y="2174875"/>
            <a:ext cx="4040100" cy="3951300"/>
          </a:xfrm>
          <a:prstGeom prst="rect">
            <a:avLst/>
          </a:prstGeom>
          <a:noFill/>
          <a:ln>
            <a:noFill/>
          </a:ln>
        </p:spPr>
        <p:txBody>
          <a:bodyPr spcFirstLastPara="1" wrap="square" lIns="102850" tIns="51425" rIns="102850" bIns="51425" anchor="t" anchorCtr="0">
            <a:noAutofit/>
          </a:bodyPr>
          <a:lstStyle>
            <a:lvl1pPr marL="457200" lvl="0" indent="-335280" algn="l" rtl="0">
              <a:spcBef>
                <a:spcPts val="480"/>
              </a:spcBef>
              <a:spcAft>
                <a:spcPts val="0"/>
              </a:spcAft>
              <a:buSzPts val="1680"/>
              <a:buChar char="■"/>
              <a:defRPr sz="2400"/>
            </a:lvl1pPr>
            <a:lvl2pPr marL="914400" lvl="1" indent="-317500" algn="l" rtl="0">
              <a:spcBef>
                <a:spcPts val="400"/>
              </a:spcBef>
              <a:spcAft>
                <a:spcPts val="0"/>
              </a:spcAft>
              <a:buSzPts val="1400"/>
              <a:buChar char="■"/>
              <a:defRPr sz="2000"/>
            </a:lvl2pPr>
            <a:lvl3pPr marL="1371600" lvl="2" indent="-308610" algn="l" rtl="0">
              <a:spcBef>
                <a:spcPts val="360"/>
              </a:spcBef>
              <a:spcAft>
                <a:spcPts val="0"/>
              </a:spcAft>
              <a:buSzPts val="1260"/>
              <a:buChar char="■"/>
              <a:defRPr sz="1800"/>
            </a:lvl3pPr>
            <a:lvl4pPr marL="1828800" lvl="3" indent="-299719" algn="l" rtl="0">
              <a:spcBef>
                <a:spcPts val="320"/>
              </a:spcBef>
              <a:spcAft>
                <a:spcPts val="0"/>
              </a:spcAft>
              <a:buSzPts val="1120"/>
              <a:buChar char="■"/>
              <a:defRPr sz="1600"/>
            </a:lvl4pPr>
            <a:lvl5pPr marL="2286000" lvl="4" indent="-299720" algn="l" rtl="0">
              <a:spcBef>
                <a:spcPts val="320"/>
              </a:spcBef>
              <a:spcAft>
                <a:spcPts val="0"/>
              </a:spcAft>
              <a:buSzPts val="1120"/>
              <a:buChar char="■"/>
              <a:defRPr sz="1600"/>
            </a:lvl5pPr>
            <a:lvl6pPr marL="2743200" lvl="5" indent="-299720" algn="l" rtl="0">
              <a:spcBef>
                <a:spcPts val="320"/>
              </a:spcBef>
              <a:spcAft>
                <a:spcPts val="0"/>
              </a:spcAft>
              <a:buSzPts val="1120"/>
              <a:buChar char="■"/>
              <a:defRPr sz="1600"/>
            </a:lvl6pPr>
            <a:lvl7pPr marL="3200400" lvl="6" indent="-299720" algn="l" rtl="0">
              <a:spcBef>
                <a:spcPts val="320"/>
              </a:spcBef>
              <a:spcAft>
                <a:spcPts val="0"/>
              </a:spcAft>
              <a:buSzPts val="1120"/>
              <a:buChar char="■"/>
              <a:defRPr sz="1600"/>
            </a:lvl7pPr>
            <a:lvl8pPr marL="3657600" lvl="7" indent="-299720" algn="l" rtl="0">
              <a:spcBef>
                <a:spcPts val="320"/>
              </a:spcBef>
              <a:spcAft>
                <a:spcPts val="0"/>
              </a:spcAft>
              <a:buSzPts val="1120"/>
              <a:buChar char="■"/>
              <a:defRPr sz="1600"/>
            </a:lvl8pPr>
            <a:lvl9pPr marL="4114800" lvl="8" indent="-299720" algn="l" rtl="0">
              <a:spcBef>
                <a:spcPts val="320"/>
              </a:spcBef>
              <a:spcAft>
                <a:spcPts val="0"/>
              </a:spcAft>
              <a:buSzPts val="1120"/>
              <a:buChar char="■"/>
              <a:defRPr sz="1600"/>
            </a:lvl9pPr>
          </a:lstStyle>
          <a:p>
            <a:endParaRPr/>
          </a:p>
        </p:txBody>
      </p:sp>
      <p:sp>
        <p:nvSpPr>
          <p:cNvPr id="294" name="Google Shape;294;p32"/>
          <p:cNvSpPr txBox="1">
            <a:spLocks noGrp="1"/>
          </p:cNvSpPr>
          <p:nvPr>
            <p:ph type="body" idx="3"/>
          </p:nvPr>
        </p:nvSpPr>
        <p:spPr>
          <a:xfrm>
            <a:off x="4645378" y="1535113"/>
            <a:ext cx="4041300" cy="639900"/>
          </a:xfrm>
          <a:prstGeom prst="rect">
            <a:avLst/>
          </a:prstGeom>
          <a:noFill/>
          <a:ln>
            <a:noFill/>
          </a:ln>
        </p:spPr>
        <p:txBody>
          <a:bodyPr spcFirstLastPara="1" wrap="square" lIns="102850" tIns="51425" rIns="102850" bIns="51425" anchor="b" anchorCtr="0">
            <a:noAutofit/>
          </a:bodyPr>
          <a:lstStyle>
            <a:lvl1pPr marL="457200" lvl="0" indent="-228600" algn="l" rtl="0">
              <a:spcBef>
                <a:spcPts val="480"/>
              </a:spcBef>
              <a:spcAft>
                <a:spcPts val="0"/>
              </a:spcAft>
              <a:buSzPts val="1680"/>
              <a:buNone/>
              <a:defRPr sz="2400" b="1"/>
            </a:lvl1pPr>
            <a:lvl2pPr marL="914400" lvl="1" indent="-228600" algn="l" rtl="0">
              <a:spcBef>
                <a:spcPts val="400"/>
              </a:spcBef>
              <a:spcAft>
                <a:spcPts val="0"/>
              </a:spcAft>
              <a:buSzPts val="1400"/>
              <a:buNone/>
              <a:defRPr sz="2000" b="1"/>
            </a:lvl2pPr>
            <a:lvl3pPr marL="1371600" lvl="2" indent="-228600" algn="l" rtl="0">
              <a:spcBef>
                <a:spcPts val="360"/>
              </a:spcBef>
              <a:spcAft>
                <a:spcPts val="0"/>
              </a:spcAft>
              <a:buSzPts val="1260"/>
              <a:buNone/>
              <a:defRPr sz="1800" b="1"/>
            </a:lvl3pPr>
            <a:lvl4pPr marL="1828800" lvl="3" indent="-228600" algn="l" rtl="0">
              <a:spcBef>
                <a:spcPts val="320"/>
              </a:spcBef>
              <a:spcAft>
                <a:spcPts val="0"/>
              </a:spcAft>
              <a:buSzPts val="1120"/>
              <a:buNone/>
              <a:defRPr sz="1600" b="1"/>
            </a:lvl4pPr>
            <a:lvl5pPr marL="2286000" lvl="4" indent="-228600" algn="l" rtl="0">
              <a:spcBef>
                <a:spcPts val="320"/>
              </a:spcBef>
              <a:spcAft>
                <a:spcPts val="0"/>
              </a:spcAft>
              <a:buSzPts val="1120"/>
              <a:buNone/>
              <a:defRPr sz="1600" b="1"/>
            </a:lvl5pPr>
            <a:lvl6pPr marL="2743200" lvl="5" indent="-228600" algn="l" rtl="0">
              <a:spcBef>
                <a:spcPts val="320"/>
              </a:spcBef>
              <a:spcAft>
                <a:spcPts val="0"/>
              </a:spcAft>
              <a:buSzPts val="1120"/>
              <a:buNone/>
              <a:defRPr sz="1600" b="1"/>
            </a:lvl6pPr>
            <a:lvl7pPr marL="3200400" lvl="6" indent="-228600" algn="l" rtl="0">
              <a:spcBef>
                <a:spcPts val="320"/>
              </a:spcBef>
              <a:spcAft>
                <a:spcPts val="0"/>
              </a:spcAft>
              <a:buSzPts val="1120"/>
              <a:buNone/>
              <a:defRPr sz="1600" b="1"/>
            </a:lvl7pPr>
            <a:lvl8pPr marL="3657600" lvl="7" indent="-228600" algn="l" rtl="0">
              <a:spcBef>
                <a:spcPts val="320"/>
              </a:spcBef>
              <a:spcAft>
                <a:spcPts val="0"/>
              </a:spcAft>
              <a:buSzPts val="1120"/>
              <a:buNone/>
              <a:defRPr sz="1600" b="1"/>
            </a:lvl8pPr>
            <a:lvl9pPr marL="4114800" lvl="8" indent="-228600" algn="l" rtl="0">
              <a:spcBef>
                <a:spcPts val="320"/>
              </a:spcBef>
              <a:spcAft>
                <a:spcPts val="0"/>
              </a:spcAft>
              <a:buSzPts val="1120"/>
              <a:buNone/>
              <a:defRPr sz="1600" b="1"/>
            </a:lvl9pPr>
          </a:lstStyle>
          <a:p>
            <a:endParaRPr/>
          </a:p>
        </p:txBody>
      </p:sp>
      <p:sp>
        <p:nvSpPr>
          <p:cNvPr id="295" name="Google Shape;295;p32"/>
          <p:cNvSpPr txBox="1">
            <a:spLocks noGrp="1"/>
          </p:cNvSpPr>
          <p:nvPr>
            <p:ph type="body" idx="4"/>
          </p:nvPr>
        </p:nvSpPr>
        <p:spPr>
          <a:xfrm>
            <a:off x="4645378" y="2174875"/>
            <a:ext cx="4041300" cy="3951300"/>
          </a:xfrm>
          <a:prstGeom prst="rect">
            <a:avLst/>
          </a:prstGeom>
          <a:noFill/>
          <a:ln>
            <a:noFill/>
          </a:ln>
        </p:spPr>
        <p:txBody>
          <a:bodyPr spcFirstLastPara="1" wrap="square" lIns="102850" tIns="51425" rIns="102850" bIns="51425" anchor="t" anchorCtr="0">
            <a:noAutofit/>
          </a:bodyPr>
          <a:lstStyle>
            <a:lvl1pPr marL="457200" lvl="0" indent="-335280" algn="l" rtl="0">
              <a:spcBef>
                <a:spcPts val="480"/>
              </a:spcBef>
              <a:spcAft>
                <a:spcPts val="0"/>
              </a:spcAft>
              <a:buSzPts val="1680"/>
              <a:buChar char="■"/>
              <a:defRPr sz="2400"/>
            </a:lvl1pPr>
            <a:lvl2pPr marL="914400" lvl="1" indent="-317500" algn="l" rtl="0">
              <a:spcBef>
                <a:spcPts val="400"/>
              </a:spcBef>
              <a:spcAft>
                <a:spcPts val="0"/>
              </a:spcAft>
              <a:buSzPts val="1400"/>
              <a:buChar char="■"/>
              <a:defRPr sz="2000"/>
            </a:lvl2pPr>
            <a:lvl3pPr marL="1371600" lvl="2" indent="-308610" algn="l" rtl="0">
              <a:spcBef>
                <a:spcPts val="360"/>
              </a:spcBef>
              <a:spcAft>
                <a:spcPts val="0"/>
              </a:spcAft>
              <a:buSzPts val="1260"/>
              <a:buChar char="■"/>
              <a:defRPr sz="1800"/>
            </a:lvl3pPr>
            <a:lvl4pPr marL="1828800" lvl="3" indent="-299719" algn="l" rtl="0">
              <a:spcBef>
                <a:spcPts val="320"/>
              </a:spcBef>
              <a:spcAft>
                <a:spcPts val="0"/>
              </a:spcAft>
              <a:buSzPts val="1120"/>
              <a:buChar char="■"/>
              <a:defRPr sz="1600"/>
            </a:lvl4pPr>
            <a:lvl5pPr marL="2286000" lvl="4" indent="-299720" algn="l" rtl="0">
              <a:spcBef>
                <a:spcPts val="320"/>
              </a:spcBef>
              <a:spcAft>
                <a:spcPts val="0"/>
              </a:spcAft>
              <a:buSzPts val="1120"/>
              <a:buChar char="■"/>
              <a:defRPr sz="1600"/>
            </a:lvl5pPr>
            <a:lvl6pPr marL="2743200" lvl="5" indent="-299720" algn="l" rtl="0">
              <a:spcBef>
                <a:spcPts val="320"/>
              </a:spcBef>
              <a:spcAft>
                <a:spcPts val="0"/>
              </a:spcAft>
              <a:buSzPts val="1120"/>
              <a:buChar char="■"/>
              <a:defRPr sz="1600"/>
            </a:lvl6pPr>
            <a:lvl7pPr marL="3200400" lvl="6" indent="-299720" algn="l" rtl="0">
              <a:spcBef>
                <a:spcPts val="320"/>
              </a:spcBef>
              <a:spcAft>
                <a:spcPts val="0"/>
              </a:spcAft>
              <a:buSzPts val="1120"/>
              <a:buChar char="■"/>
              <a:defRPr sz="1600"/>
            </a:lvl7pPr>
            <a:lvl8pPr marL="3657600" lvl="7" indent="-299720" algn="l" rtl="0">
              <a:spcBef>
                <a:spcPts val="320"/>
              </a:spcBef>
              <a:spcAft>
                <a:spcPts val="0"/>
              </a:spcAft>
              <a:buSzPts val="1120"/>
              <a:buChar char="■"/>
              <a:defRPr sz="1600"/>
            </a:lvl8pPr>
            <a:lvl9pPr marL="4114800" lvl="8" indent="-299720" algn="l" rtl="0">
              <a:spcBef>
                <a:spcPts val="320"/>
              </a:spcBef>
              <a:spcAft>
                <a:spcPts val="0"/>
              </a:spcAft>
              <a:buSzPts val="1120"/>
              <a:buChar char="■"/>
              <a:defRPr sz="1600"/>
            </a:lvl9pPr>
          </a:lstStyle>
          <a:p>
            <a:endParaRPr/>
          </a:p>
        </p:txBody>
      </p:sp>
      <p:sp>
        <p:nvSpPr>
          <p:cNvPr id="296" name="Google Shape;296;p32"/>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297" name="Google Shape;297;p32"/>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2"/>
        <p:cNvGrpSpPr/>
        <p:nvPr/>
      </p:nvGrpSpPr>
      <p:grpSpPr>
        <a:xfrm>
          <a:off x="0" y="0"/>
          <a:ext cx="0" cy="0"/>
          <a:chOff x="0" y="0"/>
          <a:chExt cx="0" cy="0"/>
        </a:xfrm>
      </p:grpSpPr>
      <p:sp>
        <p:nvSpPr>
          <p:cNvPr id="313" name="Google Shape;313;p34"/>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14" name="Google Shape;314;p34"/>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15" name="Google Shape;315;p34"/>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30"/>
        <p:cNvGrpSpPr/>
        <p:nvPr/>
      </p:nvGrpSpPr>
      <p:grpSpPr>
        <a:xfrm>
          <a:off x="0" y="0"/>
          <a:ext cx="0" cy="0"/>
          <a:chOff x="0" y="0"/>
          <a:chExt cx="0" cy="0"/>
        </a:xfrm>
      </p:grpSpPr>
      <p:sp>
        <p:nvSpPr>
          <p:cNvPr id="331" name="Google Shape;331;p36"/>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32" name="Google Shape;332;p36"/>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47"/>
        <p:cNvGrpSpPr/>
        <p:nvPr/>
      </p:nvGrpSpPr>
      <p:grpSpPr>
        <a:xfrm>
          <a:off x="0" y="0"/>
          <a:ext cx="0" cy="0"/>
          <a:chOff x="0" y="0"/>
          <a:chExt cx="0" cy="0"/>
        </a:xfrm>
      </p:grpSpPr>
      <p:sp>
        <p:nvSpPr>
          <p:cNvPr id="348" name="Google Shape;348;p38"/>
          <p:cNvSpPr txBox="1">
            <a:spLocks noGrp="1"/>
          </p:cNvSpPr>
          <p:nvPr>
            <p:ph type="title"/>
          </p:nvPr>
        </p:nvSpPr>
        <p:spPr>
          <a:xfrm>
            <a:off x="457213" y="273050"/>
            <a:ext cx="3008400" cy="1162200"/>
          </a:xfrm>
          <a:prstGeom prst="rect">
            <a:avLst/>
          </a:prstGeom>
          <a:noFill/>
          <a:ln>
            <a:noFill/>
          </a:ln>
        </p:spPr>
        <p:txBody>
          <a:bodyPr spcFirstLastPara="1" wrap="square" lIns="102850" tIns="51425" rIns="102850" bIns="51425"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49" name="Google Shape;349;p38"/>
          <p:cNvSpPr txBox="1">
            <a:spLocks noGrp="1"/>
          </p:cNvSpPr>
          <p:nvPr>
            <p:ph type="body" idx="1"/>
          </p:nvPr>
        </p:nvSpPr>
        <p:spPr>
          <a:xfrm>
            <a:off x="3575756" y="273062"/>
            <a:ext cx="5111100" cy="5853000"/>
          </a:xfrm>
          <a:prstGeom prst="rect">
            <a:avLst/>
          </a:prstGeom>
          <a:noFill/>
          <a:ln>
            <a:noFill/>
          </a:ln>
        </p:spPr>
        <p:txBody>
          <a:bodyPr spcFirstLastPara="1" wrap="square" lIns="102850" tIns="51425" rIns="102850" bIns="51425" anchor="t" anchorCtr="0">
            <a:noAutofit/>
          </a:bodyPr>
          <a:lstStyle>
            <a:lvl1pPr marL="457200" lvl="0" indent="-370840" algn="l" rtl="0">
              <a:spcBef>
                <a:spcPts val="640"/>
              </a:spcBef>
              <a:spcAft>
                <a:spcPts val="0"/>
              </a:spcAft>
              <a:buSzPts val="2240"/>
              <a:buChar char="■"/>
              <a:defRPr sz="3200"/>
            </a:lvl1pPr>
            <a:lvl2pPr marL="914400" lvl="1" indent="-353060" algn="l" rtl="0">
              <a:spcBef>
                <a:spcPts val="560"/>
              </a:spcBef>
              <a:spcAft>
                <a:spcPts val="0"/>
              </a:spcAft>
              <a:buSzPts val="1960"/>
              <a:buChar char="■"/>
              <a:defRPr sz="2800"/>
            </a:lvl2pPr>
            <a:lvl3pPr marL="1371600" lvl="2" indent="-335280" algn="l" rtl="0">
              <a:spcBef>
                <a:spcPts val="480"/>
              </a:spcBef>
              <a:spcAft>
                <a:spcPts val="0"/>
              </a:spcAft>
              <a:buSzPts val="1680"/>
              <a:buChar char="■"/>
              <a:defRPr sz="2400"/>
            </a:lvl3pPr>
            <a:lvl4pPr marL="1828800" lvl="3" indent="-317500" algn="l" rtl="0">
              <a:spcBef>
                <a:spcPts val="400"/>
              </a:spcBef>
              <a:spcAft>
                <a:spcPts val="0"/>
              </a:spcAft>
              <a:buSzPts val="1400"/>
              <a:buChar char="■"/>
              <a:defRPr sz="2000"/>
            </a:lvl4pPr>
            <a:lvl5pPr marL="2286000" lvl="4" indent="-317500" algn="l" rtl="0">
              <a:spcBef>
                <a:spcPts val="400"/>
              </a:spcBef>
              <a:spcAft>
                <a:spcPts val="0"/>
              </a:spcAft>
              <a:buSzPts val="1400"/>
              <a:buChar char="■"/>
              <a:defRPr sz="2000"/>
            </a:lvl5pPr>
            <a:lvl6pPr marL="2743200" lvl="5" indent="-317500" algn="l" rtl="0">
              <a:spcBef>
                <a:spcPts val="400"/>
              </a:spcBef>
              <a:spcAft>
                <a:spcPts val="0"/>
              </a:spcAft>
              <a:buSzPts val="1400"/>
              <a:buChar char="■"/>
              <a:defRPr sz="2000"/>
            </a:lvl6pPr>
            <a:lvl7pPr marL="3200400" lvl="6" indent="-317500" algn="l" rtl="0">
              <a:spcBef>
                <a:spcPts val="400"/>
              </a:spcBef>
              <a:spcAft>
                <a:spcPts val="0"/>
              </a:spcAft>
              <a:buSzPts val="1400"/>
              <a:buChar char="■"/>
              <a:defRPr sz="2000"/>
            </a:lvl7pPr>
            <a:lvl8pPr marL="3657600" lvl="7" indent="-317500" algn="l" rtl="0">
              <a:spcBef>
                <a:spcPts val="400"/>
              </a:spcBef>
              <a:spcAft>
                <a:spcPts val="0"/>
              </a:spcAft>
              <a:buSzPts val="1400"/>
              <a:buChar char="■"/>
              <a:defRPr sz="2000"/>
            </a:lvl8pPr>
            <a:lvl9pPr marL="4114800" lvl="8" indent="-317500" algn="l" rtl="0">
              <a:spcBef>
                <a:spcPts val="400"/>
              </a:spcBef>
              <a:spcAft>
                <a:spcPts val="0"/>
              </a:spcAft>
              <a:buSzPts val="1400"/>
              <a:buChar char="■"/>
              <a:defRPr sz="2000"/>
            </a:lvl9pPr>
          </a:lstStyle>
          <a:p>
            <a:endParaRPr/>
          </a:p>
        </p:txBody>
      </p:sp>
      <p:sp>
        <p:nvSpPr>
          <p:cNvPr id="350" name="Google Shape;350;p38"/>
          <p:cNvSpPr txBox="1">
            <a:spLocks noGrp="1"/>
          </p:cNvSpPr>
          <p:nvPr>
            <p:ph type="body" idx="2"/>
          </p:nvPr>
        </p:nvSpPr>
        <p:spPr>
          <a:xfrm>
            <a:off x="457213" y="1435103"/>
            <a:ext cx="3008400" cy="4691100"/>
          </a:xfrm>
          <a:prstGeom prst="rect">
            <a:avLst/>
          </a:prstGeom>
          <a:noFill/>
          <a:ln>
            <a:noFill/>
          </a:ln>
        </p:spPr>
        <p:txBody>
          <a:bodyPr spcFirstLastPara="1" wrap="square" lIns="102850" tIns="51425" rIns="102850" bIns="51425" anchor="t" anchorCtr="0">
            <a:noAutofit/>
          </a:bodyPr>
          <a:lstStyle>
            <a:lvl1pPr marL="457200" lvl="0" indent="-228600" algn="l" rtl="0">
              <a:spcBef>
                <a:spcPts val="280"/>
              </a:spcBef>
              <a:spcAft>
                <a:spcPts val="0"/>
              </a:spcAft>
              <a:buSzPts val="980"/>
              <a:buNone/>
              <a:defRPr sz="1400"/>
            </a:lvl1pPr>
            <a:lvl2pPr marL="914400" lvl="1" indent="-228600" algn="l" rtl="0">
              <a:spcBef>
                <a:spcPts val="240"/>
              </a:spcBef>
              <a:spcAft>
                <a:spcPts val="0"/>
              </a:spcAft>
              <a:buSzPts val="840"/>
              <a:buNone/>
              <a:defRPr sz="1200"/>
            </a:lvl2pPr>
            <a:lvl3pPr marL="1371600" lvl="2" indent="-228600" algn="l" rtl="0">
              <a:spcBef>
                <a:spcPts val="200"/>
              </a:spcBef>
              <a:spcAft>
                <a:spcPts val="0"/>
              </a:spcAft>
              <a:buSzPts val="700"/>
              <a:buNone/>
              <a:defRPr sz="1000"/>
            </a:lvl3pPr>
            <a:lvl4pPr marL="1828800" lvl="3" indent="-228600" algn="l" rtl="0">
              <a:spcBef>
                <a:spcPts val="180"/>
              </a:spcBef>
              <a:spcAft>
                <a:spcPts val="0"/>
              </a:spcAft>
              <a:buSzPts val="630"/>
              <a:buNone/>
              <a:defRPr sz="900"/>
            </a:lvl4pPr>
            <a:lvl5pPr marL="2286000" lvl="4" indent="-228600" algn="l" rtl="0">
              <a:spcBef>
                <a:spcPts val="180"/>
              </a:spcBef>
              <a:spcAft>
                <a:spcPts val="0"/>
              </a:spcAft>
              <a:buSzPts val="630"/>
              <a:buNone/>
              <a:defRPr sz="900"/>
            </a:lvl5pPr>
            <a:lvl6pPr marL="2743200" lvl="5" indent="-228600" algn="l" rtl="0">
              <a:spcBef>
                <a:spcPts val="180"/>
              </a:spcBef>
              <a:spcAft>
                <a:spcPts val="0"/>
              </a:spcAft>
              <a:buSzPts val="630"/>
              <a:buNone/>
              <a:defRPr sz="900"/>
            </a:lvl6pPr>
            <a:lvl7pPr marL="3200400" lvl="6" indent="-228600" algn="l" rtl="0">
              <a:spcBef>
                <a:spcPts val="180"/>
              </a:spcBef>
              <a:spcAft>
                <a:spcPts val="0"/>
              </a:spcAft>
              <a:buSzPts val="630"/>
              <a:buNone/>
              <a:defRPr sz="900"/>
            </a:lvl7pPr>
            <a:lvl8pPr marL="3657600" lvl="7" indent="-228600" algn="l" rtl="0">
              <a:spcBef>
                <a:spcPts val="180"/>
              </a:spcBef>
              <a:spcAft>
                <a:spcPts val="0"/>
              </a:spcAft>
              <a:buSzPts val="630"/>
              <a:buNone/>
              <a:defRPr sz="900"/>
            </a:lvl8pPr>
            <a:lvl9pPr marL="4114800" lvl="8" indent="-228600" algn="l" rtl="0">
              <a:spcBef>
                <a:spcPts val="180"/>
              </a:spcBef>
              <a:spcAft>
                <a:spcPts val="0"/>
              </a:spcAft>
              <a:buSzPts val="630"/>
              <a:buNone/>
              <a:defRPr sz="900"/>
            </a:lvl9pPr>
          </a:lstStyle>
          <a:p>
            <a:endParaRPr/>
          </a:p>
        </p:txBody>
      </p:sp>
      <p:sp>
        <p:nvSpPr>
          <p:cNvPr id="351" name="Google Shape;351;p38"/>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52" name="Google Shape;352;p38"/>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67"/>
        <p:cNvGrpSpPr/>
        <p:nvPr/>
      </p:nvGrpSpPr>
      <p:grpSpPr>
        <a:xfrm>
          <a:off x="0" y="0"/>
          <a:ext cx="0" cy="0"/>
          <a:chOff x="0" y="0"/>
          <a:chExt cx="0" cy="0"/>
        </a:xfrm>
      </p:grpSpPr>
      <p:sp>
        <p:nvSpPr>
          <p:cNvPr id="368" name="Google Shape;368;p40"/>
          <p:cNvSpPr txBox="1">
            <a:spLocks noGrp="1"/>
          </p:cNvSpPr>
          <p:nvPr>
            <p:ph type="title"/>
          </p:nvPr>
        </p:nvSpPr>
        <p:spPr>
          <a:xfrm>
            <a:off x="1792111" y="4800606"/>
            <a:ext cx="5486400" cy="566700"/>
          </a:xfrm>
          <a:prstGeom prst="rect">
            <a:avLst/>
          </a:prstGeom>
          <a:noFill/>
          <a:ln>
            <a:noFill/>
          </a:ln>
        </p:spPr>
        <p:txBody>
          <a:bodyPr spcFirstLastPara="1" wrap="square" lIns="102850" tIns="51425" rIns="102850" bIns="51425"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69" name="Google Shape;369;p40"/>
          <p:cNvSpPr>
            <a:spLocks noGrp="1"/>
          </p:cNvSpPr>
          <p:nvPr>
            <p:ph type="pic" idx="2"/>
          </p:nvPr>
        </p:nvSpPr>
        <p:spPr>
          <a:xfrm>
            <a:off x="1792111" y="612775"/>
            <a:ext cx="5486400" cy="4114800"/>
          </a:xfrm>
          <a:prstGeom prst="rect">
            <a:avLst/>
          </a:prstGeom>
          <a:noFill/>
          <a:ln>
            <a:noFill/>
          </a:ln>
        </p:spPr>
      </p:sp>
      <p:sp>
        <p:nvSpPr>
          <p:cNvPr id="370" name="Google Shape;370;p40"/>
          <p:cNvSpPr txBox="1">
            <a:spLocks noGrp="1"/>
          </p:cNvSpPr>
          <p:nvPr>
            <p:ph type="body" idx="1"/>
          </p:nvPr>
        </p:nvSpPr>
        <p:spPr>
          <a:xfrm>
            <a:off x="1792111" y="5367344"/>
            <a:ext cx="5486400" cy="804900"/>
          </a:xfrm>
          <a:prstGeom prst="rect">
            <a:avLst/>
          </a:prstGeom>
          <a:noFill/>
          <a:ln>
            <a:noFill/>
          </a:ln>
        </p:spPr>
        <p:txBody>
          <a:bodyPr spcFirstLastPara="1" wrap="square" lIns="102850" tIns="51425" rIns="102850" bIns="51425" anchor="t" anchorCtr="0">
            <a:noAutofit/>
          </a:bodyPr>
          <a:lstStyle>
            <a:lvl1pPr marL="457200" lvl="0" indent="-228600" algn="l" rtl="0">
              <a:spcBef>
                <a:spcPts val="280"/>
              </a:spcBef>
              <a:spcAft>
                <a:spcPts val="0"/>
              </a:spcAft>
              <a:buSzPts val="980"/>
              <a:buNone/>
              <a:defRPr sz="1400"/>
            </a:lvl1pPr>
            <a:lvl2pPr marL="914400" lvl="1" indent="-228600" algn="l" rtl="0">
              <a:spcBef>
                <a:spcPts val="240"/>
              </a:spcBef>
              <a:spcAft>
                <a:spcPts val="0"/>
              </a:spcAft>
              <a:buSzPts val="840"/>
              <a:buNone/>
              <a:defRPr sz="1200"/>
            </a:lvl2pPr>
            <a:lvl3pPr marL="1371600" lvl="2" indent="-228600" algn="l" rtl="0">
              <a:spcBef>
                <a:spcPts val="200"/>
              </a:spcBef>
              <a:spcAft>
                <a:spcPts val="0"/>
              </a:spcAft>
              <a:buSzPts val="700"/>
              <a:buNone/>
              <a:defRPr sz="1000"/>
            </a:lvl3pPr>
            <a:lvl4pPr marL="1828800" lvl="3" indent="-228600" algn="l" rtl="0">
              <a:spcBef>
                <a:spcPts val="180"/>
              </a:spcBef>
              <a:spcAft>
                <a:spcPts val="0"/>
              </a:spcAft>
              <a:buSzPts val="630"/>
              <a:buNone/>
              <a:defRPr sz="900"/>
            </a:lvl4pPr>
            <a:lvl5pPr marL="2286000" lvl="4" indent="-228600" algn="l" rtl="0">
              <a:spcBef>
                <a:spcPts val="180"/>
              </a:spcBef>
              <a:spcAft>
                <a:spcPts val="0"/>
              </a:spcAft>
              <a:buSzPts val="630"/>
              <a:buNone/>
              <a:defRPr sz="900"/>
            </a:lvl5pPr>
            <a:lvl6pPr marL="2743200" lvl="5" indent="-228600" algn="l" rtl="0">
              <a:spcBef>
                <a:spcPts val="180"/>
              </a:spcBef>
              <a:spcAft>
                <a:spcPts val="0"/>
              </a:spcAft>
              <a:buSzPts val="630"/>
              <a:buNone/>
              <a:defRPr sz="900"/>
            </a:lvl6pPr>
            <a:lvl7pPr marL="3200400" lvl="6" indent="-228600" algn="l" rtl="0">
              <a:spcBef>
                <a:spcPts val="180"/>
              </a:spcBef>
              <a:spcAft>
                <a:spcPts val="0"/>
              </a:spcAft>
              <a:buSzPts val="630"/>
              <a:buNone/>
              <a:defRPr sz="900"/>
            </a:lvl7pPr>
            <a:lvl8pPr marL="3657600" lvl="7" indent="-228600" algn="l" rtl="0">
              <a:spcBef>
                <a:spcPts val="180"/>
              </a:spcBef>
              <a:spcAft>
                <a:spcPts val="0"/>
              </a:spcAft>
              <a:buSzPts val="630"/>
              <a:buNone/>
              <a:defRPr sz="900"/>
            </a:lvl8pPr>
            <a:lvl9pPr marL="4114800" lvl="8" indent="-228600" algn="l" rtl="0">
              <a:spcBef>
                <a:spcPts val="180"/>
              </a:spcBef>
              <a:spcAft>
                <a:spcPts val="0"/>
              </a:spcAft>
              <a:buSzPts val="630"/>
              <a:buNone/>
              <a:defRPr sz="900"/>
            </a:lvl9pPr>
          </a:lstStyle>
          <a:p>
            <a:endParaRPr/>
          </a:p>
        </p:txBody>
      </p:sp>
      <p:sp>
        <p:nvSpPr>
          <p:cNvPr id="371" name="Google Shape;371;p40"/>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72" name="Google Shape;372;p40"/>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387"/>
        <p:cNvGrpSpPr/>
        <p:nvPr/>
      </p:nvGrpSpPr>
      <p:grpSpPr>
        <a:xfrm>
          <a:off x="0" y="0"/>
          <a:ext cx="0" cy="0"/>
          <a:chOff x="0" y="0"/>
          <a:chExt cx="0" cy="0"/>
        </a:xfrm>
      </p:grpSpPr>
      <p:sp>
        <p:nvSpPr>
          <p:cNvPr id="388" name="Google Shape;388;p42"/>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389" name="Google Shape;389;p42"/>
          <p:cNvSpPr txBox="1">
            <a:spLocks noGrp="1"/>
          </p:cNvSpPr>
          <p:nvPr>
            <p:ph type="body" idx="1"/>
          </p:nvPr>
        </p:nvSpPr>
        <p:spPr>
          <a:xfrm rot="5400000">
            <a:off x="2322450" y="-265050"/>
            <a:ext cx="4499100" cy="8229600"/>
          </a:xfrm>
          <a:prstGeom prst="rect">
            <a:avLst/>
          </a:prstGeom>
          <a:noFill/>
          <a:ln>
            <a:noFill/>
          </a:ln>
        </p:spPr>
        <p:txBody>
          <a:bodyPr spcFirstLastPara="1" wrap="square" lIns="102850" tIns="51425" rIns="102850" bIns="51425"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390" name="Google Shape;390;p42"/>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391" name="Google Shape;391;p42"/>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406"/>
        <p:cNvGrpSpPr/>
        <p:nvPr/>
      </p:nvGrpSpPr>
      <p:grpSpPr>
        <a:xfrm>
          <a:off x="0" y="0"/>
          <a:ext cx="0" cy="0"/>
          <a:chOff x="0" y="0"/>
          <a:chExt cx="0" cy="0"/>
        </a:xfrm>
      </p:grpSpPr>
      <p:sp>
        <p:nvSpPr>
          <p:cNvPr id="407" name="Google Shape;407;p44"/>
          <p:cNvSpPr txBox="1">
            <a:spLocks noGrp="1"/>
          </p:cNvSpPr>
          <p:nvPr>
            <p:ph type="title"/>
          </p:nvPr>
        </p:nvSpPr>
        <p:spPr>
          <a:xfrm rot="5400000">
            <a:off x="4745850" y="2158189"/>
            <a:ext cx="5824500" cy="2057400"/>
          </a:xfrm>
          <a:prstGeom prst="rect">
            <a:avLst/>
          </a:prstGeom>
          <a:noFill/>
          <a:ln>
            <a:noFill/>
          </a:ln>
        </p:spPr>
        <p:txBody>
          <a:bodyPr spcFirstLastPara="1" wrap="square" lIns="102850" tIns="51425" rIns="102850" bIns="51425"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08" name="Google Shape;408;p44"/>
          <p:cNvSpPr txBox="1">
            <a:spLocks noGrp="1"/>
          </p:cNvSpPr>
          <p:nvPr>
            <p:ph type="body" idx="1"/>
          </p:nvPr>
        </p:nvSpPr>
        <p:spPr>
          <a:xfrm rot="5400000">
            <a:off x="563399" y="168589"/>
            <a:ext cx="5824500" cy="6036600"/>
          </a:xfrm>
          <a:prstGeom prst="rect">
            <a:avLst/>
          </a:prstGeom>
          <a:noFill/>
          <a:ln>
            <a:noFill/>
          </a:ln>
        </p:spPr>
        <p:txBody>
          <a:bodyPr spcFirstLastPara="1" wrap="square" lIns="102850" tIns="51425" rIns="102850" bIns="51425"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409" name="Google Shape;409;p44"/>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lvl="0" algn="ctr" rtl="0">
              <a:lnSpc>
                <a:spcPct val="100000"/>
              </a:lnSpc>
              <a:spcBef>
                <a:spcPts val="550"/>
              </a:spcBef>
              <a:spcAft>
                <a:spcPts val="0"/>
              </a:spcAft>
              <a:buSzPts val="1400"/>
              <a:buNone/>
              <a:defRPr sz="11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10" name="Google Shape;410;p44"/>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426"/>
        <p:cNvGrpSpPr/>
        <p:nvPr/>
      </p:nvGrpSpPr>
      <p:grpSpPr>
        <a:xfrm>
          <a:off x="0" y="0"/>
          <a:ext cx="0" cy="0"/>
          <a:chOff x="0" y="0"/>
          <a:chExt cx="0" cy="0"/>
        </a:xfrm>
      </p:grpSpPr>
      <p:sp>
        <p:nvSpPr>
          <p:cNvPr id="427" name="Google Shape;427;p46"/>
          <p:cNvSpPr txBox="1">
            <a:spLocks noGrp="1"/>
          </p:cNvSpPr>
          <p:nvPr>
            <p:ph type="ctrTitle"/>
          </p:nvPr>
        </p:nvSpPr>
        <p:spPr>
          <a:xfrm>
            <a:off x="685800" y="1735931"/>
            <a:ext cx="7772400" cy="19218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sz="4800"/>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28" name="Google Shape;428;p46"/>
          <p:cNvSpPr txBox="1">
            <a:spLocks noGrp="1"/>
          </p:cNvSpPr>
          <p:nvPr>
            <p:ph type="subTitle" idx="1"/>
          </p:nvPr>
        </p:nvSpPr>
        <p:spPr>
          <a:xfrm>
            <a:off x="1371600" y="3886200"/>
            <a:ext cx="6400800" cy="1752000"/>
          </a:xfrm>
          <a:prstGeom prst="rect">
            <a:avLst/>
          </a:prstGeom>
          <a:noFill/>
          <a:ln>
            <a:noFill/>
          </a:ln>
        </p:spPr>
        <p:txBody>
          <a:bodyPr spcFirstLastPara="1" wrap="square" lIns="91425" tIns="45700" rIns="91425" bIns="45700" anchor="t" anchorCtr="0">
            <a:noAutofit/>
          </a:bodyPr>
          <a:lstStyle>
            <a:lvl1pPr lvl="0" algn="ctr" rtl="0">
              <a:spcBef>
                <a:spcPts val="480"/>
              </a:spcBef>
              <a:spcAft>
                <a:spcPts val="0"/>
              </a:spcAft>
              <a:buSzPts val="1680"/>
              <a:buFont typeface="Noto Sans Symbols"/>
              <a:buNone/>
              <a:defRPr/>
            </a:lvl1pPr>
            <a:lvl2pPr lvl="1" algn="l" rtl="0">
              <a:spcBef>
                <a:spcPts val="360"/>
              </a:spcBef>
              <a:spcAft>
                <a:spcPts val="0"/>
              </a:spcAft>
              <a:buSzPts val="1260"/>
              <a:buChar char="■"/>
              <a:defRPr/>
            </a:lvl2pPr>
            <a:lvl3pPr lvl="2" algn="l" rtl="0">
              <a:spcBef>
                <a:spcPts val="360"/>
              </a:spcBef>
              <a:spcAft>
                <a:spcPts val="0"/>
              </a:spcAft>
              <a:buSzPts val="1260"/>
              <a:buChar char="■"/>
              <a:defRPr/>
            </a:lvl3pPr>
            <a:lvl4pPr lvl="3" algn="l" rtl="0">
              <a:spcBef>
                <a:spcPts val="360"/>
              </a:spcBef>
              <a:spcAft>
                <a:spcPts val="0"/>
              </a:spcAft>
              <a:buSzPts val="1260"/>
              <a:buChar char="■"/>
              <a:defRPr/>
            </a:lvl4pPr>
            <a:lvl5pPr lvl="4" algn="l" rtl="0">
              <a:spcBef>
                <a:spcPts val="360"/>
              </a:spcBef>
              <a:spcAft>
                <a:spcPts val="0"/>
              </a:spcAft>
              <a:buSzPts val="1260"/>
              <a:buChar char="■"/>
              <a:defRPr/>
            </a:lvl5pPr>
            <a:lvl6pPr lvl="5" algn="l" rtl="0">
              <a:spcBef>
                <a:spcPts val="360"/>
              </a:spcBef>
              <a:spcAft>
                <a:spcPts val="0"/>
              </a:spcAft>
              <a:buSzPts val="1260"/>
              <a:buChar char="■"/>
              <a:defRPr/>
            </a:lvl6pPr>
            <a:lvl7pPr lvl="6" algn="l" rtl="0">
              <a:spcBef>
                <a:spcPts val="360"/>
              </a:spcBef>
              <a:spcAft>
                <a:spcPts val="0"/>
              </a:spcAft>
              <a:buSzPts val="1260"/>
              <a:buChar char="■"/>
              <a:defRPr/>
            </a:lvl7pPr>
            <a:lvl8pPr lvl="7" algn="l" rtl="0">
              <a:spcBef>
                <a:spcPts val="360"/>
              </a:spcBef>
              <a:spcAft>
                <a:spcPts val="0"/>
              </a:spcAft>
              <a:buSzPts val="1260"/>
              <a:buChar char="■"/>
              <a:defRPr/>
            </a:lvl8pPr>
            <a:lvl9pPr lvl="8" algn="l" rtl="0">
              <a:spcBef>
                <a:spcPts val="360"/>
              </a:spcBef>
              <a:spcAft>
                <a:spcPts val="0"/>
              </a:spcAft>
              <a:buSzPts val="1260"/>
              <a:buChar char="■"/>
              <a:defRPr/>
            </a:lvl9pPr>
          </a:lstStyle>
          <a:p>
            <a:endParaRPr/>
          </a:p>
        </p:txBody>
      </p:sp>
      <p:sp>
        <p:nvSpPr>
          <p:cNvPr id="429" name="Google Shape;429;p46"/>
          <p:cNvSpPr txBox="1">
            <a:spLocks noGrp="1"/>
          </p:cNvSpPr>
          <p:nvPr>
            <p:ph type="dt" idx="10"/>
          </p:nvPr>
        </p:nvSpPr>
        <p:spPr>
          <a:xfrm>
            <a:off x="457200" y="6248400"/>
            <a:ext cx="21336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30" name="Google Shape;430;p46"/>
          <p:cNvSpPr txBox="1">
            <a:spLocks noGrp="1"/>
          </p:cNvSpPr>
          <p:nvPr>
            <p:ph type="ftr" idx="11"/>
          </p:nvPr>
        </p:nvSpPr>
        <p:spPr>
          <a:xfrm>
            <a:off x="3124200" y="6251575"/>
            <a:ext cx="28956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31" name="Google Shape;431;p46"/>
          <p:cNvSpPr txBox="1">
            <a:spLocks noGrp="1"/>
          </p:cNvSpPr>
          <p:nvPr>
            <p:ph type="sldNum" idx="12"/>
          </p:nvPr>
        </p:nvSpPr>
        <p:spPr>
          <a:xfrm>
            <a:off x="6553200" y="6254750"/>
            <a:ext cx="21336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46"/>
        <p:cNvGrpSpPr/>
        <p:nvPr/>
      </p:nvGrpSpPr>
      <p:grpSpPr>
        <a:xfrm>
          <a:off x="0" y="0"/>
          <a:ext cx="0" cy="0"/>
          <a:chOff x="0" y="0"/>
          <a:chExt cx="0" cy="0"/>
        </a:xfrm>
      </p:grpSpPr>
      <p:sp>
        <p:nvSpPr>
          <p:cNvPr id="447" name="Google Shape;447;p48"/>
          <p:cNvSpPr txBox="1">
            <a:spLocks noGrp="1"/>
          </p:cNvSpPr>
          <p:nvPr>
            <p:ph type="title"/>
          </p:nvPr>
        </p:nvSpPr>
        <p:spPr>
          <a:xfrm>
            <a:off x="722313" y="4407700"/>
            <a:ext cx="7772400" cy="1360800"/>
          </a:xfrm>
          <a:prstGeom prst="rect">
            <a:avLst/>
          </a:prstGeom>
          <a:noFill/>
          <a:ln>
            <a:noFill/>
          </a:ln>
        </p:spPr>
        <p:txBody>
          <a:bodyPr spcFirstLastPara="1" wrap="square" lIns="91425" tIns="45700" rIns="91425" bIns="45700" anchor="t" anchorCtr="0">
            <a:noAutofit/>
          </a:bodyPr>
          <a:lstStyle>
            <a:lvl1pPr lvl="0" algn="l" rtl="0">
              <a:spcBef>
                <a:spcPts val="0"/>
              </a:spcBef>
              <a:spcAft>
                <a:spcPts val="0"/>
              </a:spcAft>
              <a:buSzPts val="1400"/>
              <a:buNone/>
              <a:defRPr sz="4000" b="1" cap="none"/>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48" name="Google Shape;448;p48"/>
          <p:cNvSpPr txBox="1">
            <a:spLocks noGrp="1"/>
          </p:cNvSpPr>
          <p:nvPr>
            <p:ph type="body" idx="1"/>
          </p:nvPr>
        </p:nvSpPr>
        <p:spPr>
          <a:xfrm>
            <a:off x="722313" y="2907506"/>
            <a:ext cx="7772400" cy="1500300"/>
          </a:xfrm>
          <a:prstGeom prst="rect">
            <a:avLst/>
          </a:prstGeom>
          <a:noFill/>
          <a:ln>
            <a:noFill/>
          </a:ln>
        </p:spPr>
        <p:txBody>
          <a:bodyPr spcFirstLastPara="1" wrap="square" lIns="91425" tIns="45700" rIns="91425" bIns="45700" anchor="b" anchorCtr="0">
            <a:noAutofit/>
          </a:bodyPr>
          <a:lstStyle>
            <a:lvl1pPr marL="457200" lvl="0" indent="-228600" algn="l" rtl="0">
              <a:spcBef>
                <a:spcPts val="400"/>
              </a:spcBef>
              <a:spcAft>
                <a:spcPts val="0"/>
              </a:spcAft>
              <a:buSzPts val="1400"/>
              <a:buNone/>
              <a:defRPr sz="2000"/>
            </a:lvl1pPr>
            <a:lvl2pPr marL="914400" lvl="1" indent="-228600" algn="l" rtl="0">
              <a:spcBef>
                <a:spcPts val="360"/>
              </a:spcBef>
              <a:spcAft>
                <a:spcPts val="0"/>
              </a:spcAft>
              <a:buSzPts val="1260"/>
              <a:buNone/>
              <a:defRPr sz="1800"/>
            </a:lvl2pPr>
            <a:lvl3pPr marL="1371600" lvl="2" indent="-228600" algn="l" rtl="0">
              <a:spcBef>
                <a:spcPts val="320"/>
              </a:spcBef>
              <a:spcAft>
                <a:spcPts val="0"/>
              </a:spcAft>
              <a:buSzPts val="1120"/>
              <a:buNone/>
              <a:defRPr sz="1600"/>
            </a:lvl3pPr>
            <a:lvl4pPr marL="1828800" lvl="3" indent="-228600" algn="l" rtl="0">
              <a:spcBef>
                <a:spcPts val="280"/>
              </a:spcBef>
              <a:spcAft>
                <a:spcPts val="0"/>
              </a:spcAft>
              <a:buSzPts val="980"/>
              <a:buNone/>
              <a:defRPr sz="1400"/>
            </a:lvl4pPr>
            <a:lvl5pPr marL="2286000" lvl="4" indent="-228600" algn="l" rtl="0">
              <a:spcBef>
                <a:spcPts val="280"/>
              </a:spcBef>
              <a:spcAft>
                <a:spcPts val="0"/>
              </a:spcAft>
              <a:buSzPts val="980"/>
              <a:buNone/>
              <a:defRPr sz="1400"/>
            </a:lvl5pPr>
            <a:lvl6pPr marL="2743200" lvl="5" indent="-228600" algn="l" rtl="0">
              <a:spcBef>
                <a:spcPts val="280"/>
              </a:spcBef>
              <a:spcAft>
                <a:spcPts val="0"/>
              </a:spcAft>
              <a:buSzPts val="980"/>
              <a:buNone/>
              <a:defRPr sz="1400"/>
            </a:lvl6pPr>
            <a:lvl7pPr marL="3200400" lvl="6" indent="-228600" algn="l" rtl="0">
              <a:spcBef>
                <a:spcPts val="280"/>
              </a:spcBef>
              <a:spcAft>
                <a:spcPts val="0"/>
              </a:spcAft>
              <a:buSzPts val="980"/>
              <a:buNone/>
              <a:defRPr sz="1400"/>
            </a:lvl7pPr>
            <a:lvl8pPr marL="3657600" lvl="7" indent="-228600" algn="l" rtl="0">
              <a:spcBef>
                <a:spcPts val="280"/>
              </a:spcBef>
              <a:spcAft>
                <a:spcPts val="0"/>
              </a:spcAft>
              <a:buSzPts val="980"/>
              <a:buNone/>
              <a:defRPr sz="1400"/>
            </a:lvl8pPr>
            <a:lvl9pPr marL="4114800" lvl="8" indent="-228600" algn="l" rtl="0">
              <a:spcBef>
                <a:spcPts val="280"/>
              </a:spcBef>
              <a:spcAft>
                <a:spcPts val="0"/>
              </a:spcAft>
              <a:buSzPts val="980"/>
              <a:buNone/>
              <a:defRPr sz="1400"/>
            </a:lvl9pPr>
          </a:lstStyle>
          <a:p>
            <a:endParaRPr/>
          </a:p>
        </p:txBody>
      </p:sp>
      <p:sp>
        <p:nvSpPr>
          <p:cNvPr id="449" name="Google Shape;449;p48"/>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50" name="Google Shape;450;p48"/>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65"/>
        <p:cNvGrpSpPr/>
        <p:nvPr/>
      </p:nvGrpSpPr>
      <p:grpSpPr>
        <a:xfrm>
          <a:off x="0" y="0"/>
          <a:ext cx="0" cy="0"/>
          <a:chOff x="0" y="0"/>
          <a:chExt cx="0" cy="0"/>
        </a:xfrm>
      </p:grpSpPr>
      <p:sp>
        <p:nvSpPr>
          <p:cNvPr id="466" name="Google Shape;466;p50"/>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67" name="Google Shape;467;p50"/>
          <p:cNvSpPr txBox="1">
            <a:spLocks noGrp="1"/>
          </p:cNvSpPr>
          <p:nvPr>
            <p:ph type="body" idx="1"/>
          </p:nvPr>
        </p:nvSpPr>
        <p:spPr>
          <a:xfrm>
            <a:off x="457200" y="1600209"/>
            <a:ext cx="4038600" cy="4498800"/>
          </a:xfrm>
          <a:prstGeom prst="rect">
            <a:avLst/>
          </a:prstGeom>
          <a:noFill/>
          <a:ln>
            <a:noFill/>
          </a:ln>
        </p:spPr>
        <p:txBody>
          <a:bodyPr spcFirstLastPara="1" wrap="square" lIns="91425" tIns="45700" rIns="91425" bIns="45700" anchor="t" anchorCtr="0">
            <a:noAutofit/>
          </a:bodyPr>
          <a:lstStyle>
            <a:lvl1pPr marL="457200" lvl="0" indent="-353060" algn="l" rtl="0">
              <a:spcBef>
                <a:spcPts val="560"/>
              </a:spcBef>
              <a:spcAft>
                <a:spcPts val="0"/>
              </a:spcAft>
              <a:buSzPts val="1960"/>
              <a:buChar char="■"/>
              <a:defRPr sz="2800"/>
            </a:lvl1pPr>
            <a:lvl2pPr marL="914400" lvl="1" indent="-335280" algn="l" rtl="0">
              <a:spcBef>
                <a:spcPts val="480"/>
              </a:spcBef>
              <a:spcAft>
                <a:spcPts val="0"/>
              </a:spcAft>
              <a:buSzPts val="1680"/>
              <a:buChar char="■"/>
              <a:defRPr sz="2400"/>
            </a:lvl2pPr>
            <a:lvl3pPr marL="1371600" lvl="2" indent="-317500" algn="l" rtl="0">
              <a:spcBef>
                <a:spcPts val="400"/>
              </a:spcBef>
              <a:spcAft>
                <a:spcPts val="0"/>
              </a:spcAft>
              <a:buSzPts val="1400"/>
              <a:buChar char="■"/>
              <a:defRPr sz="2000"/>
            </a:lvl3pPr>
            <a:lvl4pPr marL="1828800" lvl="3" indent="-308610" algn="l" rtl="0">
              <a:spcBef>
                <a:spcPts val="360"/>
              </a:spcBef>
              <a:spcAft>
                <a:spcPts val="0"/>
              </a:spcAft>
              <a:buSzPts val="1260"/>
              <a:buChar char="■"/>
              <a:defRPr sz="1800"/>
            </a:lvl4pPr>
            <a:lvl5pPr marL="2286000" lvl="4" indent="-308610" algn="l" rtl="0">
              <a:spcBef>
                <a:spcPts val="360"/>
              </a:spcBef>
              <a:spcAft>
                <a:spcPts val="0"/>
              </a:spcAft>
              <a:buSzPts val="1260"/>
              <a:buChar char="■"/>
              <a:defRPr sz="1800"/>
            </a:lvl5pPr>
            <a:lvl6pPr marL="2743200" lvl="5" indent="-308610" algn="l" rtl="0">
              <a:spcBef>
                <a:spcPts val="360"/>
              </a:spcBef>
              <a:spcAft>
                <a:spcPts val="0"/>
              </a:spcAft>
              <a:buSzPts val="1260"/>
              <a:buChar char="■"/>
              <a:defRPr sz="1800"/>
            </a:lvl6pPr>
            <a:lvl7pPr marL="3200400" lvl="6" indent="-308610" algn="l" rtl="0">
              <a:spcBef>
                <a:spcPts val="360"/>
              </a:spcBef>
              <a:spcAft>
                <a:spcPts val="0"/>
              </a:spcAft>
              <a:buSzPts val="1260"/>
              <a:buChar char="■"/>
              <a:defRPr sz="1800"/>
            </a:lvl7pPr>
            <a:lvl8pPr marL="3657600" lvl="7" indent="-308609" algn="l" rtl="0">
              <a:spcBef>
                <a:spcPts val="360"/>
              </a:spcBef>
              <a:spcAft>
                <a:spcPts val="0"/>
              </a:spcAft>
              <a:buSzPts val="1260"/>
              <a:buChar char="■"/>
              <a:defRPr sz="1800"/>
            </a:lvl8pPr>
            <a:lvl9pPr marL="4114800" lvl="8" indent="-308609" algn="l" rtl="0">
              <a:spcBef>
                <a:spcPts val="360"/>
              </a:spcBef>
              <a:spcAft>
                <a:spcPts val="0"/>
              </a:spcAft>
              <a:buSzPts val="1260"/>
              <a:buChar char="■"/>
              <a:defRPr sz="1800"/>
            </a:lvl9pPr>
          </a:lstStyle>
          <a:p>
            <a:endParaRPr/>
          </a:p>
        </p:txBody>
      </p:sp>
      <p:sp>
        <p:nvSpPr>
          <p:cNvPr id="468" name="Google Shape;468;p50"/>
          <p:cNvSpPr txBox="1">
            <a:spLocks noGrp="1"/>
          </p:cNvSpPr>
          <p:nvPr>
            <p:ph type="body" idx="2"/>
          </p:nvPr>
        </p:nvSpPr>
        <p:spPr>
          <a:xfrm>
            <a:off x="4648200" y="1600209"/>
            <a:ext cx="4038600" cy="4498800"/>
          </a:xfrm>
          <a:prstGeom prst="rect">
            <a:avLst/>
          </a:prstGeom>
          <a:noFill/>
          <a:ln>
            <a:noFill/>
          </a:ln>
        </p:spPr>
        <p:txBody>
          <a:bodyPr spcFirstLastPara="1" wrap="square" lIns="91425" tIns="45700" rIns="91425" bIns="45700" anchor="t" anchorCtr="0">
            <a:noAutofit/>
          </a:bodyPr>
          <a:lstStyle>
            <a:lvl1pPr marL="457200" lvl="0" indent="-353060" algn="l" rtl="0">
              <a:spcBef>
                <a:spcPts val="560"/>
              </a:spcBef>
              <a:spcAft>
                <a:spcPts val="0"/>
              </a:spcAft>
              <a:buSzPts val="1960"/>
              <a:buChar char="■"/>
              <a:defRPr sz="2800"/>
            </a:lvl1pPr>
            <a:lvl2pPr marL="914400" lvl="1" indent="-335280" algn="l" rtl="0">
              <a:spcBef>
                <a:spcPts val="480"/>
              </a:spcBef>
              <a:spcAft>
                <a:spcPts val="0"/>
              </a:spcAft>
              <a:buSzPts val="1680"/>
              <a:buChar char="■"/>
              <a:defRPr sz="2400"/>
            </a:lvl2pPr>
            <a:lvl3pPr marL="1371600" lvl="2" indent="-317500" algn="l" rtl="0">
              <a:spcBef>
                <a:spcPts val="400"/>
              </a:spcBef>
              <a:spcAft>
                <a:spcPts val="0"/>
              </a:spcAft>
              <a:buSzPts val="1400"/>
              <a:buChar char="■"/>
              <a:defRPr sz="2000"/>
            </a:lvl3pPr>
            <a:lvl4pPr marL="1828800" lvl="3" indent="-308610" algn="l" rtl="0">
              <a:spcBef>
                <a:spcPts val="360"/>
              </a:spcBef>
              <a:spcAft>
                <a:spcPts val="0"/>
              </a:spcAft>
              <a:buSzPts val="1260"/>
              <a:buChar char="■"/>
              <a:defRPr sz="1800"/>
            </a:lvl4pPr>
            <a:lvl5pPr marL="2286000" lvl="4" indent="-308610" algn="l" rtl="0">
              <a:spcBef>
                <a:spcPts val="360"/>
              </a:spcBef>
              <a:spcAft>
                <a:spcPts val="0"/>
              </a:spcAft>
              <a:buSzPts val="1260"/>
              <a:buChar char="■"/>
              <a:defRPr sz="1800"/>
            </a:lvl5pPr>
            <a:lvl6pPr marL="2743200" lvl="5" indent="-308610" algn="l" rtl="0">
              <a:spcBef>
                <a:spcPts val="360"/>
              </a:spcBef>
              <a:spcAft>
                <a:spcPts val="0"/>
              </a:spcAft>
              <a:buSzPts val="1260"/>
              <a:buChar char="■"/>
              <a:defRPr sz="1800"/>
            </a:lvl6pPr>
            <a:lvl7pPr marL="3200400" lvl="6" indent="-308610" algn="l" rtl="0">
              <a:spcBef>
                <a:spcPts val="360"/>
              </a:spcBef>
              <a:spcAft>
                <a:spcPts val="0"/>
              </a:spcAft>
              <a:buSzPts val="1260"/>
              <a:buChar char="■"/>
              <a:defRPr sz="1800"/>
            </a:lvl7pPr>
            <a:lvl8pPr marL="3657600" lvl="7" indent="-308609" algn="l" rtl="0">
              <a:spcBef>
                <a:spcPts val="360"/>
              </a:spcBef>
              <a:spcAft>
                <a:spcPts val="0"/>
              </a:spcAft>
              <a:buSzPts val="1260"/>
              <a:buChar char="■"/>
              <a:defRPr sz="1800"/>
            </a:lvl8pPr>
            <a:lvl9pPr marL="4114800" lvl="8" indent="-308609" algn="l" rtl="0">
              <a:spcBef>
                <a:spcPts val="360"/>
              </a:spcBef>
              <a:spcAft>
                <a:spcPts val="0"/>
              </a:spcAft>
              <a:buSzPts val="1260"/>
              <a:buChar char="■"/>
              <a:defRPr sz="1800"/>
            </a:lvl9pPr>
          </a:lstStyle>
          <a:p>
            <a:endParaRPr/>
          </a:p>
        </p:txBody>
      </p:sp>
      <p:sp>
        <p:nvSpPr>
          <p:cNvPr id="469" name="Google Shape;469;p50"/>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70" name="Google Shape;470;p50"/>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85"/>
        <p:cNvGrpSpPr/>
        <p:nvPr/>
      </p:nvGrpSpPr>
      <p:grpSpPr>
        <a:xfrm>
          <a:off x="0" y="0"/>
          <a:ext cx="0" cy="0"/>
          <a:chOff x="0" y="0"/>
          <a:chExt cx="0" cy="0"/>
        </a:xfrm>
      </p:grpSpPr>
      <p:sp>
        <p:nvSpPr>
          <p:cNvPr id="486" name="Google Shape;486;p52"/>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87" name="Google Shape;487;p52"/>
          <p:cNvSpPr txBox="1">
            <a:spLocks noGrp="1"/>
          </p:cNvSpPr>
          <p:nvPr>
            <p:ph type="body" idx="1"/>
          </p:nvPr>
        </p:nvSpPr>
        <p:spPr>
          <a:xfrm>
            <a:off x="457200" y="1535911"/>
            <a:ext cx="4040100" cy="639300"/>
          </a:xfrm>
          <a:prstGeom prst="rect">
            <a:avLst/>
          </a:prstGeom>
          <a:noFill/>
          <a:ln>
            <a:noFill/>
          </a:ln>
        </p:spPr>
        <p:txBody>
          <a:bodyPr spcFirstLastPara="1" wrap="square" lIns="91425" tIns="45700" rIns="91425" bIns="45700" anchor="b" anchorCtr="0">
            <a:noAutofit/>
          </a:bodyPr>
          <a:lstStyle>
            <a:lvl1pPr marL="457200" lvl="0" indent="-228600" algn="l" rtl="0">
              <a:spcBef>
                <a:spcPts val="480"/>
              </a:spcBef>
              <a:spcAft>
                <a:spcPts val="0"/>
              </a:spcAft>
              <a:buSzPts val="1680"/>
              <a:buNone/>
              <a:defRPr sz="2400" b="1"/>
            </a:lvl1pPr>
            <a:lvl2pPr marL="914400" lvl="1" indent="-228600" algn="l" rtl="0">
              <a:spcBef>
                <a:spcPts val="400"/>
              </a:spcBef>
              <a:spcAft>
                <a:spcPts val="0"/>
              </a:spcAft>
              <a:buSzPts val="1400"/>
              <a:buNone/>
              <a:defRPr sz="2000" b="1"/>
            </a:lvl2pPr>
            <a:lvl3pPr marL="1371600" lvl="2" indent="-228600" algn="l" rtl="0">
              <a:spcBef>
                <a:spcPts val="360"/>
              </a:spcBef>
              <a:spcAft>
                <a:spcPts val="0"/>
              </a:spcAft>
              <a:buSzPts val="1260"/>
              <a:buNone/>
              <a:defRPr sz="1800" b="1"/>
            </a:lvl3pPr>
            <a:lvl4pPr marL="1828800" lvl="3" indent="-228600" algn="l" rtl="0">
              <a:spcBef>
                <a:spcPts val="320"/>
              </a:spcBef>
              <a:spcAft>
                <a:spcPts val="0"/>
              </a:spcAft>
              <a:buSzPts val="1120"/>
              <a:buNone/>
              <a:defRPr sz="1600" b="1"/>
            </a:lvl4pPr>
            <a:lvl5pPr marL="2286000" lvl="4" indent="-228600" algn="l" rtl="0">
              <a:spcBef>
                <a:spcPts val="320"/>
              </a:spcBef>
              <a:spcAft>
                <a:spcPts val="0"/>
              </a:spcAft>
              <a:buSzPts val="1120"/>
              <a:buNone/>
              <a:defRPr sz="1600" b="1"/>
            </a:lvl5pPr>
            <a:lvl6pPr marL="2743200" lvl="5" indent="-228600" algn="l" rtl="0">
              <a:spcBef>
                <a:spcPts val="320"/>
              </a:spcBef>
              <a:spcAft>
                <a:spcPts val="0"/>
              </a:spcAft>
              <a:buSzPts val="1120"/>
              <a:buNone/>
              <a:defRPr sz="1600" b="1"/>
            </a:lvl6pPr>
            <a:lvl7pPr marL="3200400" lvl="6" indent="-228600" algn="l" rtl="0">
              <a:spcBef>
                <a:spcPts val="320"/>
              </a:spcBef>
              <a:spcAft>
                <a:spcPts val="0"/>
              </a:spcAft>
              <a:buSzPts val="1120"/>
              <a:buNone/>
              <a:defRPr sz="1600" b="1"/>
            </a:lvl7pPr>
            <a:lvl8pPr marL="3657600" lvl="7" indent="-228600" algn="l" rtl="0">
              <a:spcBef>
                <a:spcPts val="320"/>
              </a:spcBef>
              <a:spcAft>
                <a:spcPts val="0"/>
              </a:spcAft>
              <a:buSzPts val="1120"/>
              <a:buNone/>
              <a:defRPr sz="1600" b="1"/>
            </a:lvl8pPr>
            <a:lvl9pPr marL="4114800" lvl="8" indent="-228600" algn="l" rtl="0">
              <a:spcBef>
                <a:spcPts val="320"/>
              </a:spcBef>
              <a:spcAft>
                <a:spcPts val="0"/>
              </a:spcAft>
              <a:buSzPts val="1120"/>
              <a:buNone/>
              <a:defRPr sz="1600" b="1"/>
            </a:lvl9pPr>
          </a:lstStyle>
          <a:p>
            <a:endParaRPr/>
          </a:p>
        </p:txBody>
      </p:sp>
      <p:sp>
        <p:nvSpPr>
          <p:cNvPr id="488" name="Google Shape;488;p52"/>
          <p:cNvSpPr txBox="1">
            <a:spLocks noGrp="1"/>
          </p:cNvSpPr>
          <p:nvPr>
            <p:ph type="body" idx="2"/>
          </p:nvPr>
        </p:nvSpPr>
        <p:spPr>
          <a:xfrm>
            <a:off x="457200" y="2175272"/>
            <a:ext cx="4040100" cy="3950400"/>
          </a:xfrm>
          <a:prstGeom prst="rect">
            <a:avLst/>
          </a:prstGeom>
          <a:noFill/>
          <a:ln>
            <a:noFill/>
          </a:ln>
        </p:spPr>
        <p:txBody>
          <a:bodyPr spcFirstLastPara="1" wrap="square" lIns="91425" tIns="45700" rIns="91425" bIns="45700" anchor="t" anchorCtr="0">
            <a:noAutofit/>
          </a:bodyPr>
          <a:lstStyle>
            <a:lvl1pPr marL="457200" lvl="0" indent="-335280" algn="l" rtl="0">
              <a:spcBef>
                <a:spcPts val="480"/>
              </a:spcBef>
              <a:spcAft>
                <a:spcPts val="0"/>
              </a:spcAft>
              <a:buSzPts val="1680"/>
              <a:buChar char="■"/>
              <a:defRPr sz="2400"/>
            </a:lvl1pPr>
            <a:lvl2pPr marL="914400" lvl="1" indent="-317500" algn="l" rtl="0">
              <a:spcBef>
                <a:spcPts val="400"/>
              </a:spcBef>
              <a:spcAft>
                <a:spcPts val="0"/>
              </a:spcAft>
              <a:buSzPts val="1400"/>
              <a:buChar char="■"/>
              <a:defRPr sz="2000"/>
            </a:lvl2pPr>
            <a:lvl3pPr marL="1371600" lvl="2" indent="-308610" algn="l" rtl="0">
              <a:spcBef>
                <a:spcPts val="360"/>
              </a:spcBef>
              <a:spcAft>
                <a:spcPts val="0"/>
              </a:spcAft>
              <a:buSzPts val="1260"/>
              <a:buChar char="■"/>
              <a:defRPr sz="1800"/>
            </a:lvl3pPr>
            <a:lvl4pPr marL="1828800" lvl="3" indent="-299719" algn="l" rtl="0">
              <a:spcBef>
                <a:spcPts val="320"/>
              </a:spcBef>
              <a:spcAft>
                <a:spcPts val="0"/>
              </a:spcAft>
              <a:buSzPts val="1120"/>
              <a:buChar char="■"/>
              <a:defRPr sz="1600"/>
            </a:lvl4pPr>
            <a:lvl5pPr marL="2286000" lvl="4" indent="-299720" algn="l" rtl="0">
              <a:spcBef>
                <a:spcPts val="320"/>
              </a:spcBef>
              <a:spcAft>
                <a:spcPts val="0"/>
              </a:spcAft>
              <a:buSzPts val="1120"/>
              <a:buChar char="■"/>
              <a:defRPr sz="1600"/>
            </a:lvl5pPr>
            <a:lvl6pPr marL="2743200" lvl="5" indent="-299720" algn="l" rtl="0">
              <a:spcBef>
                <a:spcPts val="320"/>
              </a:spcBef>
              <a:spcAft>
                <a:spcPts val="0"/>
              </a:spcAft>
              <a:buSzPts val="1120"/>
              <a:buChar char="■"/>
              <a:defRPr sz="1600"/>
            </a:lvl6pPr>
            <a:lvl7pPr marL="3200400" lvl="6" indent="-299720" algn="l" rtl="0">
              <a:spcBef>
                <a:spcPts val="320"/>
              </a:spcBef>
              <a:spcAft>
                <a:spcPts val="0"/>
              </a:spcAft>
              <a:buSzPts val="1120"/>
              <a:buChar char="■"/>
              <a:defRPr sz="1600"/>
            </a:lvl7pPr>
            <a:lvl8pPr marL="3657600" lvl="7" indent="-299720" algn="l" rtl="0">
              <a:spcBef>
                <a:spcPts val="320"/>
              </a:spcBef>
              <a:spcAft>
                <a:spcPts val="0"/>
              </a:spcAft>
              <a:buSzPts val="1120"/>
              <a:buChar char="■"/>
              <a:defRPr sz="1600"/>
            </a:lvl8pPr>
            <a:lvl9pPr marL="4114800" lvl="8" indent="-299720" algn="l" rtl="0">
              <a:spcBef>
                <a:spcPts val="320"/>
              </a:spcBef>
              <a:spcAft>
                <a:spcPts val="0"/>
              </a:spcAft>
              <a:buSzPts val="1120"/>
              <a:buChar char="■"/>
              <a:defRPr sz="1600"/>
            </a:lvl9pPr>
          </a:lstStyle>
          <a:p>
            <a:endParaRPr/>
          </a:p>
        </p:txBody>
      </p:sp>
      <p:sp>
        <p:nvSpPr>
          <p:cNvPr id="489" name="Google Shape;489;p52"/>
          <p:cNvSpPr txBox="1">
            <a:spLocks noGrp="1"/>
          </p:cNvSpPr>
          <p:nvPr>
            <p:ph type="body" idx="3"/>
          </p:nvPr>
        </p:nvSpPr>
        <p:spPr>
          <a:xfrm>
            <a:off x="4645033" y="1535911"/>
            <a:ext cx="4041900" cy="639300"/>
          </a:xfrm>
          <a:prstGeom prst="rect">
            <a:avLst/>
          </a:prstGeom>
          <a:noFill/>
          <a:ln>
            <a:noFill/>
          </a:ln>
        </p:spPr>
        <p:txBody>
          <a:bodyPr spcFirstLastPara="1" wrap="square" lIns="91425" tIns="45700" rIns="91425" bIns="45700" anchor="b" anchorCtr="0">
            <a:noAutofit/>
          </a:bodyPr>
          <a:lstStyle>
            <a:lvl1pPr marL="457200" lvl="0" indent="-228600" algn="l" rtl="0">
              <a:spcBef>
                <a:spcPts val="480"/>
              </a:spcBef>
              <a:spcAft>
                <a:spcPts val="0"/>
              </a:spcAft>
              <a:buSzPts val="1680"/>
              <a:buNone/>
              <a:defRPr sz="2400" b="1"/>
            </a:lvl1pPr>
            <a:lvl2pPr marL="914400" lvl="1" indent="-228600" algn="l" rtl="0">
              <a:spcBef>
                <a:spcPts val="400"/>
              </a:spcBef>
              <a:spcAft>
                <a:spcPts val="0"/>
              </a:spcAft>
              <a:buSzPts val="1400"/>
              <a:buNone/>
              <a:defRPr sz="2000" b="1"/>
            </a:lvl2pPr>
            <a:lvl3pPr marL="1371600" lvl="2" indent="-228600" algn="l" rtl="0">
              <a:spcBef>
                <a:spcPts val="360"/>
              </a:spcBef>
              <a:spcAft>
                <a:spcPts val="0"/>
              </a:spcAft>
              <a:buSzPts val="1260"/>
              <a:buNone/>
              <a:defRPr sz="1800" b="1"/>
            </a:lvl3pPr>
            <a:lvl4pPr marL="1828800" lvl="3" indent="-228600" algn="l" rtl="0">
              <a:spcBef>
                <a:spcPts val="320"/>
              </a:spcBef>
              <a:spcAft>
                <a:spcPts val="0"/>
              </a:spcAft>
              <a:buSzPts val="1120"/>
              <a:buNone/>
              <a:defRPr sz="1600" b="1"/>
            </a:lvl4pPr>
            <a:lvl5pPr marL="2286000" lvl="4" indent="-228600" algn="l" rtl="0">
              <a:spcBef>
                <a:spcPts val="320"/>
              </a:spcBef>
              <a:spcAft>
                <a:spcPts val="0"/>
              </a:spcAft>
              <a:buSzPts val="1120"/>
              <a:buNone/>
              <a:defRPr sz="1600" b="1"/>
            </a:lvl5pPr>
            <a:lvl6pPr marL="2743200" lvl="5" indent="-228600" algn="l" rtl="0">
              <a:spcBef>
                <a:spcPts val="320"/>
              </a:spcBef>
              <a:spcAft>
                <a:spcPts val="0"/>
              </a:spcAft>
              <a:buSzPts val="1120"/>
              <a:buNone/>
              <a:defRPr sz="1600" b="1"/>
            </a:lvl6pPr>
            <a:lvl7pPr marL="3200400" lvl="6" indent="-228600" algn="l" rtl="0">
              <a:spcBef>
                <a:spcPts val="320"/>
              </a:spcBef>
              <a:spcAft>
                <a:spcPts val="0"/>
              </a:spcAft>
              <a:buSzPts val="1120"/>
              <a:buNone/>
              <a:defRPr sz="1600" b="1"/>
            </a:lvl7pPr>
            <a:lvl8pPr marL="3657600" lvl="7" indent="-228600" algn="l" rtl="0">
              <a:spcBef>
                <a:spcPts val="320"/>
              </a:spcBef>
              <a:spcAft>
                <a:spcPts val="0"/>
              </a:spcAft>
              <a:buSzPts val="1120"/>
              <a:buNone/>
              <a:defRPr sz="1600" b="1"/>
            </a:lvl8pPr>
            <a:lvl9pPr marL="4114800" lvl="8" indent="-228600" algn="l" rtl="0">
              <a:spcBef>
                <a:spcPts val="320"/>
              </a:spcBef>
              <a:spcAft>
                <a:spcPts val="0"/>
              </a:spcAft>
              <a:buSzPts val="1120"/>
              <a:buNone/>
              <a:defRPr sz="1600" b="1"/>
            </a:lvl9pPr>
          </a:lstStyle>
          <a:p>
            <a:endParaRPr/>
          </a:p>
        </p:txBody>
      </p:sp>
      <p:sp>
        <p:nvSpPr>
          <p:cNvPr id="490" name="Google Shape;490;p52"/>
          <p:cNvSpPr txBox="1">
            <a:spLocks noGrp="1"/>
          </p:cNvSpPr>
          <p:nvPr>
            <p:ph type="body" idx="4"/>
          </p:nvPr>
        </p:nvSpPr>
        <p:spPr>
          <a:xfrm>
            <a:off x="4645033" y="2175272"/>
            <a:ext cx="4041900" cy="3950400"/>
          </a:xfrm>
          <a:prstGeom prst="rect">
            <a:avLst/>
          </a:prstGeom>
          <a:noFill/>
          <a:ln>
            <a:noFill/>
          </a:ln>
        </p:spPr>
        <p:txBody>
          <a:bodyPr spcFirstLastPara="1" wrap="square" lIns="91425" tIns="45700" rIns="91425" bIns="45700" anchor="t" anchorCtr="0">
            <a:noAutofit/>
          </a:bodyPr>
          <a:lstStyle>
            <a:lvl1pPr marL="457200" lvl="0" indent="-335280" algn="l" rtl="0">
              <a:spcBef>
                <a:spcPts val="480"/>
              </a:spcBef>
              <a:spcAft>
                <a:spcPts val="0"/>
              </a:spcAft>
              <a:buSzPts val="1680"/>
              <a:buChar char="■"/>
              <a:defRPr sz="2400"/>
            </a:lvl1pPr>
            <a:lvl2pPr marL="914400" lvl="1" indent="-317500" algn="l" rtl="0">
              <a:spcBef>
                <a:spcPts val="400"/>
              </a:spcBef>
              <a:spcAft>
                <a:spcPts val="0"/>
              </a:spcAft>
              <a:buSzPts val="1400"/>
              <a:buChar char="■"/>
              <a:defRPr sz="2000"/>
            </a:lvl2pPr>
            <a:lvl3pPr marL="1371600" lvl="2" indent="-308610" algn="l" rtl="0">
              <a:spcBef>
                <a:spcPts val="360"/>
              </a:spcBef>
              <a:spcAft>
                <a:spcPts val="0"/>
              </a:spcAft>
              <a:buSzPts val="1260"/>
              <a:buChar char="■"/>
              <a:defRPr sz="1800"/>
            </a:lvl3pPr>
            <a:lvl4pPr marL="1828800" lvl="3" indent="-299719" algn="l" rtl="0">
              <a:spcBef>
                <a:spcPts val="320"/>
              </a:spcBef>
              <a:spcAft>
                <a:spcPts val="0"/>
              </a:spcAft>
              <a:buSzPts val="1120"/>
              <a:buChar char="■"/>
              <a:defRPr sz="1600"/>
            </a:lvl4pPr>
            <a:lvl5pPr marL="2286000" lvl="4" indent="-299720" algn="l" rtl="0">
              <a:spcBef>
                <a:spcPts val="320"/>
              </a:spcBef>
              <a:spcAft>
                <a:spcPts val="0"/>
              </a:spcAft>
              <a:buSzPts val="1120"/>
              <a:buChar char="■"/>
              <a:defRPr sz="1600"/>
            </a:lvl5pPr>
            <a:lvl6pPr marL="2743200" lvl="5" indent="-299720" algn="l" rtl="0">
              <a:spcBef>
                <a:spcPts val="320"/>
              </a:spcBef>
              <a:spcAft>
                <a:spcPts val="0"/>
              </a:spcAft>
              <a:buSzPts val="1120"/>
              <a:buChar char="■"/>
              <a:defRPr sz="1600"/>
            </a:lvl6pPr>
            <a:lvl7pPr marL="3200400" lvl="6" indent="-299720" algn="l" rtl="0">
              <a:spcBef>
                <a:spcPts val="320"/>
              </a:spcBef>
              <a:spcAft>
                <a:spcPts val="0"/>
              </a:spcAft>
              <a:buSzPts val="1120"/>
              <a:buChar char="■"/>
              <a:defRPr sz="1600"/>
            </a:lvl7pPr>
            <a:lvl8pPr marL="3657600" lvl="7" indent="-299720" algn="l" rtl="0">
              <a:spcBef>
                <a:spcPts val="320"/>
              </a:spcBef>
              <a:spcAft>
                <a:spcPts val="0"/>
              </a:spcAft>
              <a:buSzPts val="1120"/>
              <a:buChar char="■"/>
              <a:defRPr sz="1600"/>
            </a:lvl8pPr>
            <a:lvl9pPr marL="4114800" lvl="8" indent="-299720" algn="l" rtl="0">
              <a:spcBef>
                <a:spcPts val="320"/>
              </a:spcBef>
              <a:spcAft>
                <a:spcPts val="0"/>
              </a:spcAft>
              <a:buSzPts val="1120"/>
              <a:buChar char="■"/>
              <a:defRPr sz="1600"/>
            </a:lvl9pPr>
          </a:lstStyle>
          <a:p>
            <a:endParaRPr/>
          </a:p>
        </p:txBody>
      </p:sp>
      <p:sp>
        <p:nvSpPr>
          <p:cNvPr id="491" name="Google Shape;491;p52"/>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492" name="Google Shape;492;p52"/>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7"/>
        <p:cNvGrpSpPr/>
        <p:nvPr/>
      </p:nvGrpSpPr>
      <p:grpSpPr>
        <a:xfrm>
          <a:off x="0" y="0"/>
          <a:ext cx="0" cy="0"/>
          <a:chOff x="0" y="0"/>
          <a:chExt cx="0" cy="0"/>
        </a:xfrm>
      </p:grpSpPr>
      <p:sp>
        <p:nvSpPr>
          <p:cNvPr id="508" name="Google Shape;508;p54"/>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09" name="Google Shape;509;p54"/>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10" name="Google Shape;510;p54"/>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5"/>
        <p:cNvGrpSpPr/>
        <p:nvPr/>
      </p:nvGrpSpPr>
      <p:grpSpPr>
        <a:xfrm>
          <a:off x="0" y="0"/>
          <a:ext cx="0" cy="0"/>
          <a:chOff x="0" y="0"/>
          <a:chExt cx="0" cy="0"/>
        </a:xfrm>
      </p:grpSpPr>
      <p:sp>
        <p:nvSpPr>
          <p:cNvPr id="526" name="Google Shape;526;p56"/>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27" name="Google Shape;527;p56"/>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2"/>
        <p:cNvGrpSpPr/>
        <p:nvPr/>
      </p:nvGrpSpPr>
      <p:grpSpPr>
        <a:xfrm>
          <a:off x="0" y="0"/>
          <a:ext cx="0" cy="0"/>
          <a:chOff x="0" y="0"/>
          <a:chExt cx="0" cy="0"/>
        </a:xfrm>
      </p:grpSpPr>
      <p:sp>
        <p:nvSpPr>
          <p:cNvPr id="543" name="Google Shape;543;p58"/>
          <p:cNvSpPr txBox="1">
            <a:spLocks noGrp="1"/>
          </p:cNvSpPr>
          <p:nvPr>
            <p:ph type="title"/>
          </p:nvPr>
        </p:nvSpPr>
        <p:spPr>
          <a:xfrm>
            <a:off x="457215" y="273250"/>
            <a:ext cx="3008400" cy="11625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44" name="Google Shape;544;p58"/>
          <p:cNvSpPr txBox="1">
            <a:spLocks noGrp="1"/>
          </p:cNvSpPr>
          <p:nvPr>
            <p:ph type="body" idx="1"/>
          </p:nvPr>
        </p:nvSpPr>
        <p:spPr>
          <a:xfrm>
            <a:off x="3575050" y="273257"/>
            <a:ext cx="5111700" cy="5852400"/>
          </a:xfrm>
          <a:prstGeom prst="rect">
            <a:avLst/>
          </a:prstGeom>
          <a:noFill/>
          <a:ln>
            <a:noFill/>
          </a:ln>
        </p:spPr>
        <p:txBody>
          <a:bodyPr spcFirstLastPara="1" wrap="square" lIns="91425" tIns="45700" rIns="91425" bIns="45700" anchor="t" anchorCtr="0">
            <a:noAutofit/>
          </a:bodyPr>
          <a:lstStyle>
            <a:lvl1pPr marL="457200" lvl="0" indent="-370840" algn="l" rtl="0">
              <a:spcBef>
                <a:spcPts val="640"/>
              </a:spcBef>
              <a:spcAft>
                <a:spcPts val="0"/>
              </a:spcAft>
              <a:buSzPts val="2240"/>
              <a:buChar char="■"/>
              <a:defRPr sz="3200"/>
            </a:lvl1pPr>
            <a:lvl2pPr marL="914400" lvl="1" indent="-353060" algn="l" rtl="0">
              <a:spcBef>
                <a:spcPts val="560"/>
              </a:spcBef>
              <a:spcAft>
                <a:spcPts val="0"/>
              </a:spcAft>
              <a:buSzPts val="1960"/>
              <a:buChar char="■"/>
              <a:defRPr sz="2800"/>
            </a:lvl2pPr>
            <a:lvl3pPr marL="1371600" lvl="2" indent="-335280" algn="l" rtl="0">
              <a:spcBef>
                <a:spcPts val="480"/>
              </a:spcBef>
              <a:spcAft>
                <a:spcPts val="0"/>
              </a:spcAft>
              <a:buSzPts val="1680"/>
              <a:buChar char="■"/>
              <a:defRPr sz="2400"/>
            </a:lvl3pPr>
            <a:lvl4pPr marL="1828800" lvl="3" indent="-317500" algn="l" rtl="0">
              <a:spcBef>
                <a:spcPts val="400"/>
              </a:spcBef>
              <a:spcAft>
                <a:spcPts val="0"/>
              </a:spcAft>
              <a:buSzPts val="1400"/>
              <a:buChar char="■"/>
              <a:defRPr sz="2000"/>
            </a:lvl4pPr>
            <a:lvl5pPr marL="2286000" lvl="4" indent="-317500" algn="l" rtl="0">
              <a:spcBef>
                <a:spcPts val="400"/>
              </a:spcBef>
              <a:spcAft>
                <a:spcPts val="0"/>
              </a:spcAft>
              <a:buSzPts val="1400"/>
              <a:buChar char="■"/>
              <a:defRPr sz="2000"/>
            </a:lvl5pPr>
            <a:lvl6pPr marL="2743200" lvl="5" indent="-317500" algn="l" rtl="0">
              <a:spcBef>
                <a:spcPts val="400"/>
              </a:spcBef>
              <a:spcAft>
                <a:spcPts val="0"/>
              </a:spcAft>
              <a:buSzPts val="1400"/>
              <a:buChar char="■"/>
              <a:defRPr sz="2000"/>
            </a:lvl6pPr>
            <a:lvl7pPr marL="3200400" lvl="6" indent="-317500" algn="l" rtl="0">
              <a:spcBef>
                <a:spcPts val="400"/>
              </a:spcBef>
              <a:spcAft>
                <a:spcPts val="0"/>
              </a:spcAft>
              <a:buSzPts val="1400"/>
              <a:buChar char="■"/>
              <a:defRPr sz="2000"/>
            </a:lvl7pPr>
            <a:lvl8pPr marL="3657600" lvl="7" indent="-317500" algn="l" rtl="0">
              <a:spcBef>
                <a:spcPts val="400"/>
              </a:spcBef>
              <a:spcAft>
                <a:spcPts val="0"/>
              </a:spcAft>
              <a:buSzPts val="1400"/>
              <a:buChar char="■"/>
              <a:defRPr sz="2000"/>
            </a:lvl8pPr>
            <a:lvl9pPr marL="4114800" lvl="8" indent="-317500" algn="l" rtl="0">
              <a:spcBef>
                <a:spcPts val="400"/>
              </a:spcBef>
              <a:spcAft>
                <a:spcPts val="0"/>
              </a:spcAft>
              <a:buSzPts val="1400"/>
              <a:buChar char="■"/>
              <a:defRPr sz="2000"/>
            </a:lvl9pPr>
          </a:lstStyle>
          <a:p>
            <a:endParaRPr/>
          </a:p>
        </p:txBody>
      </p:sp>
      <p:sp>
        <p:nvSpPr>
          <p:cNvPr id="545" name="Google Shape;545;p58"/>
          <p:cNvSpPr txBox="1">
            <a:spLocks noGrp="1"/>
          </p:cNvSpPr>
          <p:nvPr>
            <p:ph type="body" idx="2"/>
          </p:nvPr>
        </p:nvSpPr>
        <p:spPr>
          <a:xfrm>
            <a:off x="457215" y="1435894"/>
            <a:ext cx="3008400" cy="4689900"/>
          </a:xfrm>
          <a:prstGeom prst="rect">
            <a:avLst/>
          </a:prstGeom>
          <a:noFill/>
          <a:ln>
            <a:noFill/>
          </a:ln>
        </p:spPr>
        <p:txBody>
          <a:bodyPr spcFirstLastPara="1" wrap="square" lIns="91425" tIns="45700" rIns="91425" bIns="45700" anchor="t" anchorCtr="0">
            <a:noAutofit/>
          </a:bodyPr>
          <a:lstStyle>
            <a:lvl1pPr marL="457200" lvl="0" indent="-228600" algn="l" rtl="0">
              <a:spcBef>
                <a:spcPts val="280"/>
              </a:spcBef>
              <a:spcAft>
                <a:spcPts val="0"/>
              </a:spcAft>
              <a:buSzPts val="980"/>
              <a:buNone/>
              <a:defRPr sz="1400"/>
            </a:lvl1pPr>
            <a:lvl2pPr marL="914400" lvl="1" indent="-228600" algn="l" rtl="0">
              <a:spcBef>
                <a:spcPts val="240"/>
              </a:spcBef>
              <a:spcAft>
                <a:spcPts val="0"/>
              </a:spcAft>
              <a:buSzPts val="840"/>
              <a:buNone/>
              <a:defRPr sz="1200"/>
            </a:lvl2pPr>
            <a:lvl3pPr marL="1371600" lvl="2" indent="-228600" algn="l" rtl="0">
              <a:spcBef>
                <a:spcPts val="200"/>
              </a:spcBef>
              <a:spcAft>
                <a:spcPts val="0"/>
              </a:spcAft>
              <a:buSzPts val="700"/>
              <a:buNone/>
              <a:defRPr sz="1000"/>
            </a:lvl3pPr>
            <a:lvl4pPr marL="1828800" lvl="3" indent="-228600" algn="l" rtl="0">
              <a:spcBef>
                <a:spcPts val="180"/>
              </a:spcBef>
              <a:spcAft>
                <a:spcPts val="0"/>
              </a:spcAft>
              <a:buSzPts val="630"/>
              <a:buNone/>
              <a:defRPr sz="900"/>
            </a:lvl4pPr>
            <a:lvl5pPr marL="2286000" lvl="4" indent="-228600" algn="l" rtl="0">
              <a:spcBef>
                <a:spcPts val="180"/>
              </a:spcBef>
              <a:spcAft>
                <a:spcPts val="0"/>
              </a:spcAft>
              <a:buSzPts val="630"/>
              <a:buNone/>
              <a:defRPr sz="900"/>
            </a:lvl5pPr>
            <a:lvl6pPr marL="2743200" lvl="5" indent="-228600" algn="l" rtl="0">
              <a:spcBef>
                <a:spcPts val="180"/>
              </a:spcBef>
              <a:spcAft>
                <a:spcPts val="0"/>
              </a:spcAft>
              <a:buSzPts val="630"/>
              <a:buNone/>
              <a:defRPr sz="900"/>
            </a:lvl6pPr>
            <a:lvl7pPr marL="3200400" lvl="6" indent="-228600" algn="l" rtl="0">
              <a:spcBef>
                <a:spcPts val="180"/>
              </a:spcBef>
              <a:spcAft>
                <a:spcPts val="0"/>
              </a:spcAft>
              <a:buSzPts val="630"/>
              <a:buNone/>
              <a:defRPr sz="900"/>
            </a:lvl7pPr>
            <a:lvl8pPr marL="3657600" lvl="7" indent="-228600" algn="l" rtl="0">
              <a:spcBef>
                <a:spcPts val="180"/>
              </a:spcBef>
              <a:spcAft>
                <a:spcPts val="0"/>
              </a:spcAft>
              <a:buSzPts val="630"/>
              <a:buNone/>
              <a:defRPr sz="900"/>
            </a:lvl8pPr>
            <a:lvl9pPr marL="4114800" lvl="8" indent="-228600" algn="l" rtl="0">
              <a:spcBef>
                <a:spcPts val="180"/>
              </a:spcBef>
              <a:spcAft>
                <a:spcPts val="0"/>
              </a:spcAft>
              <a:buSzPts val="630"/>
              <a:buNone/>
              <a:defRPr sz="900"/>
            </a:lvl9pPr>
          </a:lstStyle>
          <a:p>
            <a:endParaRPr/>
          </a:p>
        </p:txBody>
      </p:sp>
      <p:sp>
        <p:nvSpPr>
          <p:cNvPr id="546" name="Google Shape;546;p58"/>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47" name="Google Shape;547;p58"/>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62"/>
        <p:cNvGrpSpPr/>
        <p:nvPr/>
      </p:nvGrpSpPr>
      <p:grpSpPr>
        <a:xfrm>
          <a:off x="0" y="0"/>
          <a:ext cx="0" cy="0"/>
          <a:chOff x="0" y="0"/>
          <a:chExt cx="0" cy="0"/>
        </a:xfrm>
      </p:grpSpPr>
      <p:sp>
        <p:nvSpPr>
          <p:cNvPr id="563" name="Google Shape;563;p60"/>
          <p:cNvSpPr txBox="1">
            <a:spLocks noGrp="1"/>
          </p:cNvSpPr>
          <p:nvPr>
            <p:ph type="title"/>
          </p:nvPr>
        </p:nvSpPr>
        <p:spPr>
          <a:xfrm>
            <a:off x="1792288" y="4800601"/>
            <a:ext cx="5486400" cy="566100"/>
          </a:xfrm>
          <a:prstGeom prst="rect">
            <a:avLst/>
          </a:prstGeom>
          <a:noFill/>
          <a:ln>
            <a:noFill/>
          </a:ln>
        </p:spPr>
        <p:txBody>
          <a:bodyPr spcFirstLastPara="1" wrap="square" lIns="91425" tIns="45700" rIns="91425" bIns="45700" anchor="b" anchorCtr="0">
            <a:noAutofit/>
          </a:bodyPr>
          <a:lstStyle>
            <a:lvl1pPr lvl="0" algn="l" rtl="0">
              <a:spcBef>
                <a:spcPts val="0"/>
              </a:spcBef>
              <a:spcAft>
                <a:spcPts val="0"/>
              </a:spcAft>
              <a:buSzPts val="1400"/>
              <a:buNone/>
              <a:defRPr sz="2000" b="1"/>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64" name="Google Shape;564;p60"/>
          <p:cNvSpPr>
            <a:spLocks noGrp="1"/>
          </p:cNvSpPr>
          <p:nvPr>
            <p:ph type="pic" idx="2"/>
          </p:nvPr>
        </p:nvSpPr>
        <p:spPr>
          <a:xfrm>
            <a:off x="1792288" y="612577"/>
            <a:ext cx="5486400" cy="4114800"/>
          </a:xfrm>
          <a:prstGeom prst="rect">
            <a:avLst/>
          </a:prstGeom>
          <a:noFill/>
          <a:ln>
            <a:noFill/>
          </a:ln>
        </p:spPr>
      </p:sp>
      <p:sp>
        <p:nvSpPr>
          <p:cNvPr id="565" name="Google Shape;565;p60"/>
          <p:cNvSpPr txBox="1">
            <a:spLocks noGrp="1"/>
          </p:cNvSpPr>
          <p:nvPr>
            <p:ph type="body" idx="1"/>
          </p:nvPr>
        </p:nvSpPr>
        <p:spPr>
          <a:xfrm>
            <a:off x="1792288" y="5366744"/>
            <a:ext cx="5486400" cy="805500"/>
          </a:xfrm>
          <a:prstGeom prst="rect">
            <a:avLst/>
          </a:prstGeom>
          <a:noFill/>
          <a:ln>
            <a:noFill/>
          </a:ln>
        </p:spPr>
        <p:txBody>
          <a:bodyPr spcFirstLastPara="1" wrap="square" lIns="91425" tIns="45700" rIns="91425" bIns="45700" anchor="t" anchorCtr="0">
            <a:noAutofit/>
          </a:bodyPr>
          <a:lstStyle>
            <a:lvl1pPr marL="457200" lvl="0" indent="-228600" algn="l" rtl="0">
              <a:spcBef>
                <a:spcPts val="280"/>
              </a:spcBef>
              <a:spcAft>
                <a:spcPts val="0"/>
              </a:spcAft>
              <a:buSzPts val="980"/>
              <a:buNone/>
              <a:defRPr sz="1400"/>
            </a:lvl1pPr>
            <a:lvl2pPr marL="914400" lvl="1" indent="-228600" algn="l" rtl="0">
              <a:spcBef>
                <a:spcPts val="240"/>
              </a:spcBef>
              <a:spcAft>
                <a:spcPts val="0"/>
              </a:spcAft>
              <a:buSzPts val="840"/>
              <a:buNone/>
              <a:defRPr sz="1200"/>
            </a:lvl2pPr>
            <a:lvl3pPr marL="1371600" lvl="2" indent="-228600" algn="l" rtl="0">
              <a:spcBef>
                <a:spcPts val="200"/>
              </a:spcBef>
              <a:spcAft>
                <a:spcPts val="0"/>
              </a:spcAft>
              <a:buSzPts val="700"/>
              <a:buNone/>
              <a:defRPr sz="1000"/>
            </a:lvl3pPr>
            <a:lvl4pPr marL="1828800" lvl="3" indent="-228600" algn="l" rtl="0">
              <a:spcBef>
                <a:spcPts val="180"/>
              </a:spcBef>
              <a:spcAft>
                <a:spcPts val="0"/>
              </a:spcAft>
              <a:buSzPts val="630"/>
              <a:buNone/>
              <a:defRPr sz="900"/>
            </a:lvl4pPr>
            <a:lvl5pPr marL="2286000" lvl="4" indent="-228600" algn="l" rtl="0">
              <a:spcBef>
                <a:spcPts val="180"/>
              </a:spcBef>
              <a:spcAft>
                <a:spcPts val="0"/>
              </a:spcAft>
              <a:buSzPts val="630"/>
              <a:buNone/>
              <a:defRPr sz="900"/>
            </a:lvl5pPr>
            <a:lvl6pPr marL="2743200" lvl="5" indent="-228600" algn="l" rtl="0">
              <a:spcBef>
                <a:spcPts val="180"/>
              </a:spcBef>
              <a:spcAft>
                <a:spcPts val="0"/>
              </a:spcAft>
              <a:buSzPts val="630"/>
              <a:buNone/>
              <a:defRPr sz="900"/>
            </a:lvl6pPr>
            <a:lvl7pPr marL="3200400" lvl="6" indent="-228600" algn="l" rtl="0">
              <a:spcBef>
                <a:spcPts val="180"/>
              </a:spcBef>
              <a:spcAft>
                <a:spcPts val="0"/>
              </a:spcAft>
              <a:buSzPts val="630"/>
              <a:buNone/>
              <a:defRPr sz="900"/>
            </a:lvl7pPr>
            <a:lvl8pPr marL="3657600" lvl="7" indent="-228600" algn="l" rtl="0">
              <a:spcBef>
                <a:spcPts val="180"/>
              </a:spcBef>
              <a:spcAft>
                <a:spcPts val="0"/>
              </a:spcAft>
              <a:buSzPts val="630"/>
              <a:buNone/>
              <a:defRPr sz="900"/>
            </a:lvl8pPr>
            <a:lvl9pPr marL="4114800" lvl="8" indent="-228600" algn="l" rtl="0">
              <a:spcBef>
                <a:spcPts val="180"/>
              </a:spcBef>
              <a:spcAft>
                <a:spcPts val="0"/>
              </a:spcAft>
              <a:buSzPts val="630"/>
              <a:buNone/>
              <a:defRPr sz="900"/>
            </a:lvl9pPr>
          </a:lstStyle>
          <a:p>
            <a:endParaRPr/>
          </a:p>
        </p:txBody>
      </p:sp>
      <p:sp>
        <p:nvSpPr>
          <p:cNvPr id="566" name="Google Shape;566;p60"/>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67" name="Google Shape;567;p60"/>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82"/>
        <p:cNvGrpSpPr/>
        <p:nvPr/>
      </p:nvGrpSpPr>
      <p:grpSpPr>
        <a:xfrm>
          <a:off x="0" y="0"/>
          <a:ext cx="0" cy="0"/>
          <a:chOff x="0" y="0"/>
          <a:chExt cx="0" cy="0"/>
        </a:xfrm>
      </p:grpSpPr>
      <p:sp>
        <p:nvSpPr>
          <p:cNvPr id="583" name="Google Shape;583;p62"/>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84" name="Google Shape;584;p62"/>
          <p:cNvSpPr txBox="1">
            <a:spLocks noGrp="1"/>
          </p:cNvSpPr>
          <p:nvPr>
            <p:ph type="body" idx="1"/>
          </p:nvPr>
        </p:nvSpPr>
        <p:spPr>
          <a:xfrm rot="5400000">
            <a:off x="2322450" y="-265050"/>
            <a:ext cx="4499100" cy="8229600"/>
          </a:xfrm>
          <a:prstGeom prst="rect">
            <a:avLst/>
          </a:prstGeom>
          <a:noFill/>
          <a:ln>
            <a:noFill/>
          </a:ln>
        </p:spPr>
        <p:txBody>
          <a:bodyPr spcFirstLastPara="1" wrap="square" lIns="91425" tIns="45700" rIns="91425" bIns="45700" anchor="t" anchorCtr="0">
            <a:noAutofit/>
          </a:bodyPr>
          <a:lstStyle>
            <a:lvl1pPr marL="457200" lvl="0" indent="-308610" algn="l" rtl="0">
              <a:spcBef>
                <a:spcPts val="360"/>
              </a:spcBef>
              <a:spcAft>
                <a:spcPts val="0"/>
              </a:spcAft>
              <a:buSzPts val="1260"/>
              <a:buChar char="■"/>
              <a:defRPr/>
            </a:lvl1pPr>
            <a:lvl2pPr marL="914400" lvl="1" indent="-308610" algn="l" rtl="0">
              <a:spcBef>
                <a:spcPts val="360"/>
              </a:spcBef>
              <a:spcAft>
                <a:spcPts val="0"/>
              </a:spcAft>
              <a:buSzPts val="1260"/>
              <a:buChar char="■"/>
              <a:defRPr/>
            </a:lvl2pPr>
            <a:lvl3pPr marL="1371600" lvl="2" indent="-308610" algn="l" rtl="0">
              <a:spcBef>
                <a:spcPts val="360"/>
              </a:spcBef>
              <a:spcAft>
                <a:spcPts val="0"/>
              </a:spcAft>
              <a:buSzPts val="1260"/>
              <a:buChar char="■"/>
              <a:defRPr/>
            </a:lvl3pPr>
            <a:lvl4pPr marL="1828800" lvl="3" indent="-308610" algn="l" rtl="0">
              <a:spcBef>
                <a:spcPts val="360"/>
              </a:spcBef>
              <a:spcAft>
                <a:spcPts val="0"/>
              </a:spcAft>
              <a:buSzPts val="1260"/>
              <a:buChar char="■"/>
              <a:defRPr/>
            </a:lvl4pPr>
            <a:lvl5pPr marL="2286000" lvl="4" indent="-308610" algn="l" rtl="0">
              <a:spcBef>
                <a:spcPts val="360"/>
              </a:spcBef>
              <a:spcAft>
                <a:spcPts val="0"/>
              </a:spcAft>
              <a:buSzPts val="1260"/>
              <a:buChar char="■"/>
              <a:defRPr/>
            </a:lvl5pPr>
            <a:lvl6pPr marL="2743200" lvl="5" indent="-308610" algn="l" rtl="0">
              <a:spcBef>
                <a:spcPts val="360"/>
              </a:spcBef>
              <a:spcAft>
                <a:spcPts val="0"/>
              </a:spcAft>
              <a:buSzPts val="1260"/>
              <a:buChar char="■"/>
              <a:defRPr/>
            </a:lvl6pPr>
            <a:lvl7pPr marL="3200400" lvl="6" indent="-308610" algn="l" rtl="0">
              <a:spcBef>
                <a:spcPts val="360"/>
              </a:spcBef>
              <a:spcAft>
                <a:spcPts val="0"/>
              </a:spcAft>
              <a:buSzPts val="1260"/>
              <a:buChar char="■"/>
              <a:defRPr/>
            </a:lvl7pPr>
            <a:lvl8pPr marL="3657600" lvl="7" indent="-308609" algn="l" rtl="0">
              <a:spcBef>
                <a:spcPts val="360"/>
              </a:spcBef>
              <a:spcAft>
                <a:spcPts val="0"/>
              </a:spcAft>
              <a:buSzPts val="1260"/>
              <a:buChar char="■"/>
              <a:defRPr/>
            </a:lvl8pPr>
            <a:lvl9pPr marL="4114800" lvl="8" indent="-308609" algn="l" rtl="0">
              <a:spcBef>
                <a:spcPts val="360"/>
              </a:spcBef>
              <a:spcAft>
                <a:spcPts val="0"/>
              </a:spcAft>
              <a:buSzPts val="1260"/>
              <a:buChar char="■"/>
              <a:defRPr/>
            </a:lvl9pPr>
          </a:lstStyle>
          <a:p>
            <a:endParaRPr/>
          </a:p>
        </p:txBody>
      </p:sp>
      <p:sp>
        <p:nvSpPr>
          <p:cNvPr id="585" name="Google Shape;585;p62"/>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lvl="0" algn="ctr" rtl="0">
              <a:lnSpc>
                <a:spcPct val="100000"/>
              </a:lnSpc>
              <a:spcBef>
                <a:spcPts val="500"/>
              </a:spcBef>
              <a:spcAft>
                <a:spcPts val="0"/>
              </a:spcAft>
              <a:buSzPts val="1400"/>
              <a:buNone/>
              <a:defRPr sz="1000">
                <a:solidFill>
                  <a:srgbClr val="FFFFFF"/>
                </a:solidFill>
                <a:latin typeface="Questrial"/>
                <a:ea typeface="Questrial"/>
                <a:cs typeface="Questrial"/>
                <a:sym typeface="Questrial"/>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586" name="Google Shape;586;p62"/>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6.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7.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8.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9.xml"/></Relationships>
</file>

<file path=ppt/slideMasters/_rels/slideMaster14.xml.rels><?xml version="1.0" encoding="UTF-8" standalone="yes"?>
<Relationships xmlns="http://schemas.openxmlformats.org/package/2006/relationships"><Relationship Id="rId2" Type="http://schemas.openxmlformats.org/officeDocument/2006/relationships/theme" Target="../theme/theme14.xml"/><Relationship Id="rId1" Type="http://schemas.openxmlformats.org/officeDocument/2006/relationships/slideLayout" Target="../slideLayouts/slideLayout20.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21.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22.xml"/></Relationships>
</file>

<file path=ppt/slideMasters/_rels/slideMaster17.xml.rels><?xml version="1.0" encoding="UTF-8" standalone="yes"?>
<Relationships xmlns="http://schemas.openxmlformats.org/package/2006/relationships"><Relationship Id="rId2" Type="http://schemas.openxmlformats.org/officeDocument/2006/relationships/theme" Target="../theme/theme17.xml"/><Relationship Id="rId1" Type="http://schemas.openxmlformats.org/officeDocument/2006/relationships/slideLayout" Target="../slideLayouts/slideLayout23.xml"/></Relationships>
</file>

<file path=ppt/slideMasters/_rels/slideMaster18.xml.rels><?xml version="1.0" encoding="UTF-8" standalone="yes"?>
<Relationships xmlns="http://schemas.openxmlformats.org/package/2006/relationships"><Relationship Id="rId2" Type="http://schemas.openxmlformats.org/officeDocument/2006/relationships/theme" Target="../theme/theme18.xml"/><Relationship Id="rId1" Type="http://schemas.openxmlformats.org/officeDocument/2006/relationships/slideLayout" Target="../slideLayouts/slideLayout24.xml"/></Relationships>
</file>

<file path=ppt/slideMasters/_rels/slideMaster19.xml.rels><?xml version="1.0" encoding="UTF-8" standalone="yes"?>
<Relationships xmlns="http://schemas.openxmlformats.org/package/2006/relationships"><Relationship Id="rId2" Type="http://schemas.openxmlformats.org/officeDocument/2006/relationships/theme" Target="../theme/theme19.xml"/><Relationship Id="rId1" Type="http://schemas.openxmlformats.org/officeDocument/2006/relationships/slideLayout" Target="../slideLayouts/slideLayout25.xml"/></Relationships>
</file>

<file path=ppt/slideMasters/_rels/slideMaster20.xml.rels><?xml version="1.0" encoding="UTF-8" standalone="yes"?>
<Relationships xmlns="http://schemas.openxmlformats.org/package/2006/relationships"><Relationship Id="rId2" Type="http://schemas.openxmlformats.org/officeDocument/2006/relationships/theme" Target="../theme/theme20.xml"/><Relationship Id="rId1" Type="http://schemas.openxmlformats.org/officeDocument/2006/relationships/slideLayout" Target="../slideLayouts/slideLayout26.xml"/></Relationships>
</file>

<file path=ppt/slideMasters/_rels/slideMaster21.xml.rels><?xml version="1.0" encoding="UTF-8" standalone="yes"?>
<Relationships xmlns="http://schemas.openxmlformats.org/package/2006/relationships"><Relationship Id="rId2" Type="http://schemas.openxmlformats.org/officeDocument/2006/relationships/theme" Target="../theme/theme21.xml"/><Relationship Id="rId1" Type="http://schemas.openxmlformats.org/officeDocument/2006/relationships/slideLayout" Target="../slideLayouts/slideLayout27.xml"/></Relationships>
</file>

<file path=ppt/slideMasters/_rels/slideMaster22.xml.rels><?xml version="1.0" encoding="UTF-8" standalone="yes"?>
<Relationships xmlns="http://schemas.openxmlformats.org/package/2006/relationships"><Relationship Id="rId2" Type="http://schemas.openxmlformats.org/officeDocument/2006/relationships/theme" Target="../theme/theme22.xml"/><Relationship Id="rId1" Type="http://schemas.openxmlformats.org/officeDocument/2006/relationships/slideLayout" Target="../slideLayouts/slideLayout28.xml"/></Relationships>
</file>

<file path=ppt/slideMasters/_rels/slideMaster23.xml.rels><?xml version="1.0" encoding="UTF-8" standalone="yes"?>
<Relationships xmlns="http://schemas.openxmlformats.org/package/2006/relationships"><Relationship Id="rId2" Type="http://schemas.openxmlformats.org/officeDocument/2006/relationships/theme" Target="../theme/theme23.xml"/><Relationship Id="rId1" Type="http://schemas.openxmlformats.org/officeDocument/2006/relationships/slideLayout" Target="../slideLayouts/slideLayout29.xml"/></Relationships>
</file>

<file path=ppt/slideMasters/_rels/slideMaster24.xml.rels><?xml version="1.0" encoding="UTF-8" standalone="yes"?>
<Relationships xmlns="http://schemas.openxmlformats.org/package/2006/relationships"><Relationship Id="rId2" Type="http://schemas.openxmlformats.org/officeDocument/2006/relationships/theme" Target="../theme/theme24.xml"/><Relationship Id="rId1" Type="http://schemas.openxmlformats.org/officeDocument/2006/relationships/slideLayout" Target="../slideLayouts/slideLayout30.xml"/></Relationships>
</file>

<file path=ppt/slideMasters/_rels/slideMaster25.xml.rels><?xml version="1.0" encoding="UTF-8" standalone="yes"?>
<Relationships xmlns="http://schemas.openxmlformats.org/package/2006/relationships"><Relationship Id="rId2" Type="http://schemas.openxmlformats.org/officeDocument/2006/relationships/theme" Target="../theme/theme25.xml"/><Relationship Id="rId1" Type="http://schemas.openxmlformats.org/officeDocument/2006/relationships/slideLayout" Target="../slideLayouts/slideLayout31.xml"/></Relationships>
</file>

<file path=ppt/slideMasters/_rels/slideMaster26.xml.rels><?xml version="1.0" encoding="UTF-8" standalone="yes"?>
<Relationships xmlns="http://schemas.openxmlformats.org/package/2006/relationships"><Relationship Id="rId2" Type="http://schemas.openxmlformats.org/officeDocument/2006/relationships/theme" Target="../theme/theme26.xml"/><Relationship Id="rId1" Type="http://schemas.openxmlformats.org/officeDocument/2006/relationships/slideLayout" Target="../slideLayouts/slideLayout32.xml"/></Relationships>
</file>

<file path=ppt/slideMasters/_rels/slideMaster27.xml.rels><?xml version="1.0" encoding="UTF-8" standalone="yes"?>
<Relationships xmlns="http://schemas.openxmlformats.org/package/2006/relationships"><Relationship Id="rId2" Type="http://schemas.openxmlformats.org/officeDocument/2006/relationships/theme" Target="../theme/theme27.xml"/><Relationship Id="rId1" Type="http://schemas.openxmlformats.org/officeDocument/2006/relationships/slideLayout" Target="../slideLayouts/slideLayout33.xml"/></Relationships>
</file>

<file path=ppt/slideMasters/_rels/slideMaster28.xml.rels><?xml version="1.0" encoding="UTF-8" standalone="yes"?>
<Relationships xmlns="http://schemas.openxmlformats.org/package/2006/relationships"><Relationship Id="rId2" Type="http://schemas.openxmlformats.org/officeDocument/2006/relationships/theme" Target="../theme/theme28.xml"/><Relationship Id="rId1"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hlink"/>
            </a:gs>
            <a:gs pos="50000">
              <a:schemeClr val="lt1"/>
            </a:gs>
            <a:gs pos="100000">
              <a:schemeClr val="hlink"/>
            </a:gs>
          </a:gsLst>
          <a:lin ang="2700006" scaled="0"/>
        </a:gra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1pPr>
            <a:lvl2pPr marR="0" lvl="1"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2pPr>
            <a:lvl3pPr marR="0" lvl="2"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3pPr>
            <a:lvl4pPr marR="0" lvl="3"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4pPr>
            <a:lvl5pPr marR="0" lvl="4"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5pPr>
            <a:lvl6pPr marR="0" lvl="5"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6pPr>
            <a:lvl7pPr marR="0" lvl="6"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7pPr>
            <a:lvl8pPr marR="0" lvl="7"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8pPr>
            <a:lvl9pPr marR="0" lvl="8" algn="ctr" rtl="0">
              <a:spcBef>
                <a:spcPts val="0"/>
              </a:spcBef>
              <a:spcAft>
                <a:spcPts val="0"/>
              </a:spcAft>
              <a:buSzPts val="1400"/>
              <a:buNone/>
              <a:defRPr sz="4400" b="0" i="0" u="none" strike="noStrike" cap="none">
                <a:solidFill>
                  <a:schemeClr val="dk2"/>
                </a:solidFill>
                <a:latin typeface="Times New Roman"/>
                <a:ea typeface="Times New Roman"/>
                <a:cs typeface="Times New Roman"/>
                <a:sym typeface="Times New Roman"/>
              </a:defRPr>
            </a:lvl9pPr>
          </a:lstStyle>
          <a:p>
            <a:endParaRPr/>
          </a:p>
        </p:txBody>
      </p:sp>
      <p:sp>
        <p:nvSpPr>
          <p:cNvPr id="11" name="Google Shape;11;p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lvl1pPr marL="457200" marR="0" lvl="0" indent="-431800" algn="l" rtl="0">
              <a:spcBef>
                <a:spcPts val="640"/>
              </a:spcBef>
              <a:spcAft>
                <a:spcPts val="0"/>
              </a:spcAft>
              <a:buClr>
                <a:schemeClr val="dk1"/>
              </a:buClr>
              <a:buSzPts val="3200"/>
              <a:buFont typeface="Times New Roman"/>
              <a:buChar char="•"/>
              <a:defRPr sz="3200" b="0" i="0" u="none" strike="noStrike" cap="none">
                <a:solidFill>
                  <a:schemeClr val="dk1"/>
                </a:solidFill>
                <a:latin typeface="Times New Roman"/>
                <a:ea typeface="Times New Roman"/>
                <a:cs typeface="Times New Roman"/>
                <a:sym typeface="Times New Roman"/>
              </a:defRPr>
            </a:lvl1pPr>
            <a:lvl2pPr marL="914400" marR="0" lvl="1" indent="-406400" algn="l" rtl="0">
              <a:spcBef>
                <a:spcPts val="560"/>
              </a:spcBef>
              <a:spcAft>
                <a:spcPts val="0"/>
              </a:spcAft>
              <a:buClr>
                <a:schemeClr val="dk1"/>
              </a:buClr>
              <a:buSzPts val="2800"/>
              <a:buFont typeface="Times New Roman"/>
              <a:buChar char="–"/>
              <a:defRPr sz="2800" b="0" i="0" u="none" strike="noStrike" cap="none">
                <a:solidFill>
                  <a:schemeClr val="dk1"/>
                </a:solidFill>
                <a:latin typeface="Times New Roman"/>
                <a:ea typeface="Times New Roman"/>
                <a:cs typeface="Times New Roman"/>
                <a:sym typeface="Times New Roman"/>
              </a:defRPr>
            </a:lvl2pPr>
            <a:lvl3pPr marL="1371600" marR="0" lvl="2" indent="-381000" algn="l" rtl="0">
              <a:spcBef>
                <a:spcPts val="480"/>
              </a:spcBef>
              <a:spcAft>
                <a:spcPts val="0"/>
              </a:spcAft>
              <a:buClr>
                <a:schemeClr val="dk1"/>
              </a:buClr>
              <a:buSzPts val="2400"/>
              <a:buFont typeface="Times New Roman"/>
              <a:buChar char="•"/>
              <a:defRPr sz="2400" b="0" i="0" u="none" strike="noStrike" cap="none">
                <a:solidFill>
                  <a:schemeClr val="dk1"/>
                </a:solidFill>
                <a:latin typeface="Times New Roman"/>
                <a:ea typeface="Times New Roman"/>
                <a:cs typeface="Times New Roman"/>
                <a:sym typeface="Times New Roman"/>
              </a:defRPr>
            </a:lvl3pPr>
            <a:lvl4pPr marL="1828800" marR="0" lvl="3"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spcBef>
                <a:spcPts val="400"/>
              </a:spcBef>
              <a:spcAft>
                <a:spcPts val="0"/>
              </a:spcAft>
              <a:buClr>
                <a:schemeClr val="dk1"/>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9pPr>
          </a:lstStyle>
          <a:p>
            <a:endParaRPr/>
          </a:p>
        </p:txBody>
      </p:sp>
      <p:sp>
        <p:nvSpPr>
          <p:cNvPr id="12" name="Google Shape;12;p1"/>
          <p:cNvSpPr txBox="1">
            <a:spLocks noGrp="1"/>
          </p:cNvSpPr>
          <p:nvPr>
            <p:ph type="dt" idx="10"/>
          </p:nvPr>
        </p:nvSpPr>
        <p:spPr>
          <a:xfrm>
            <a:off x="685800" y="6248400"/>
            <a:ext cx="1905000" cy="4572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9pPr>
          </a:lstStyle>
          <a:p>
            <a:endParaRPr/>
          </a:p>
        </p:txBody>
      </p:sp>
      <p:sp>
        <p:nvSpPr>
          <p:cNvPr id="13" name="Google Shape;13;p1"/>
          <p:cNvSpPr txBox="1">
            <a:spLocks noGrp="1"/>
          </p:cNvSpPr>
          <p:nvPr>
            <p:ph type="ftr" idx="1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lvl1pPr marR="0" lvl="0"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dk1"/>
                </a:solidFill>
                <a:latin typeface="Times New Roman"/>
                <a:ea typeface="Times New Roman"/>
                <a:cs typeface="Times New Roman"/>
                <a:sym typeface="Times New Roman"/>
              </a:defRPr>
            </a:lvl9pPr>
          </a:lstStyle>
          <a:p>
            <a:endParaRPr/>
          </a:p>
        </p:txBody>
      </p:sp>
      <p:sp>
        <p:nvSpPr>
          <p:cNvPr id="14" name="Google Shape;14;p1"/>
          <p:cNvSpPr txBox="1">
            <a:spLocks noGrp="1"/>
          </p:cNvSpPr>
          <p:nvPr>
            <p:ph type="sldNum" idx="12"/>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1pPr>
            <a:lvl2pPr marL="0" marR="0" lvl="1"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2pPr>
            <a:lvl3pPr marL="0" marR="0" lvl="2"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3pPr>
            <a:lvl4pPr marL="0" marR="0" lvl="3"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4pPr>
            <a:lvl5pPr marL="0" marR="0" lvl="4"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5pPr>
            <a:lvl6pPr marL="0" marR="0" lvl="5"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6pPr>
            <a:lvl7pPr marL="0" marR="0" lvl="6"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7pPr>
            <a:lvl8pPr marL="0" marR="0" lvl="7"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8pPr>
            <a:lvl9pPr marL="0" marR="0" lvl="8" indent="0" algn="r" rtl="0">
              <a:lnSpc>
                <a:spcPct val="100000"/>
              </a:lnSpc>
              <a:spcBef>
                <a:spcPts val="0"/>
              </a:spcBef>
              <a:spcAft>
                <a:spcPts val="0"/>
              </a:spcAft>
              <a:buClr>
                <a:schemeClr val="dk1"/>
              </a:buClr>
              <a:buSzPts val="1400"/>
              <a:buFont typeface="Times New Roman"/>
              <a:buNone/>
              <a:defRPr sz="1400" b="0" i="0" u="none" strike="noStrike" cap="none">
                <a:solidFill>
                  <a:schemeClr val="dk1"/>
                </a:solidFill>
                <a:latin typeface="Times New Roman"/>
                <a:ea typeface="Times New Roman"/>
                <a:cs typeface="Times New Roman"/>
                <a:sym typeface="Times New Roman"/>
              </a:defRPr>
            </a:lvl9pPr>
          </a:lstStyle>
          <a:p>
            <a:pPr marL="0" lvl="0" indent="0" algn="r" rtl="0">
              <a:spcBef>
                <a:spcPts val="0"/>
              </a:spcBef>
              <a:spcAft>
                <a:spcPts val="0"/>
              </a:spcAft>
              <a:buNone/>
            </a:pPr>
            <a:fld id="{00000000-1234-1234-1234-123412341234}" type="slidenum">
              <a:rPr lang="en-US"/>
              <a:t>‹#›</a:t>
            </a:fld>
            <a:endParaRPr>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84"/>
        <p:cNvGrpSpPr/>
        <p:nvPr/>
      </p:nvGrpSpPr>
      <p:grpSpPr>
        <a:xfrm>
          <a:off x="0" y="0"/>
          <a:ext cx="0" cy="0"/>
          <a:chOff x="0" y="0"/>
          <a:chExt cx="0" cy="0"/>
        </a:xfrm>
      </p:grpSpPr>
      <p:grpSp>
        <p:nvGrpSpPr>
          <p:cNvPr id="85" name="Google Shape;85;p13"/>
          <p:cNvGrpSpPr/>
          <p:nvPr/>
        </p:nvGrpSpPr>
        <p:grpSpPr>
          <a:xfrm>
            <a:off x="0" y="0"/>
            <a:ext cx="9136062" cy="6854083"/>
            <a:chOff x="0" y="0"/>
            <a:chExt cx="5755" cy="4317"/>
          </a:xfrm>
        </p:grpSpPr>
        <p:sp>
          <p:nvSpPr>
            <p:cNvPr id="86" name="Google Shape;86;p13"/>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87" name="Google Shape;87;p13"/>
            <p:cNvGrpSpPr/>
            <p:nvPr/>
          </p:nvGrpSpPr>
          <p:grpSpPr>
            <a:xfrm>
              <a:off x="1728" y="1409"/>
              <a:ext cx="4027" cy="2908"/>
              <a:chOff x="1728" y="1409"/>
              <a:chExt cx="4027" cy="2908"/>
            </a:xfrm>
          </p:grpSpPr>
          <p:sp>
            <p:nvSpPr>
              <p:cNvPr id="88" name="Google Shape;88;p13"/>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89" name="Google Shape;89;p13"/>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90" name="Google Shape;90;p13"/>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91" name="Google Shape;91;p13"/>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92" name="Google Shape;92;p13"/>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93" name="Google Shape;93;p13"/>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94" name="Google Shape;94;p13"/>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95" name="Google Shape;95;p13"/>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96" name="Google Shape;96;p13"/>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97" name="Google Shape;97;p13"/>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59"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03"/>
        <p:cNvGrpSpPr/>
        <p:nvPr/>
      </p:nvGrpSpPr>
      <p:grpSpPr>
        <a:xfrm>
          <a:off x="0" y="0"/>
          <a:ext cx="0" cy="0"/>
          <a:chOff x="0" y="0"/>
          <a:chExt cx="0" cy="0"/>
        </a:xfrm>
      </p:grpSpPr>
      <p:grpSp>
        <p:nvGrpSpPr>
          <p:cNvPr id="104" name="Google Shape;104;p15"/>
          <p:cNvGrpSpPr/>
          <p:nvPr/>
        </p:nvGrpSpPr>
        <p:grpSpPr>
          <a:xfrm>
            <a:off x="0" y="0"/>
            <a:ext cx="9136062" cy="6851650"/>
            <a:chOff x="0" y="0"/>
            <a:chExt cx="5755" cy="4316"/>
          </a:xfrm>
        </p:grpSpPr>
        <p:sp>
          <p:nvSpPr>
            <p:cNvPr id="105" name="Google Shape;105;p15"/>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06" name="Google Shape;106;p15"/>
            <p:cNvGrpSpPr/>
            <p:nvPr/>
          </p:nvGrpSpPr>
          <p:grpSpPr>
            <a:xfrm>
              <a:off x="1728" y="1409"/>
              <a:ext cx="4027" cy="2907"/>
              <a:chOff x="1728" y="1409"/>
              <a:chExt cx="4027" cy="2907"/>
            </a:xfrm>
          </p:grpSpPr>
          <p:sp>
            <p:nvSpPr>
              <p:cNvPr id="107" name="Google Shape;107;p15"/>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08" name="Google Shape;108;p15"/>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09" name="Google Shape;109;p15"/>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10" name="Google Shape;110;p15"/>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11" name="Google Shape;111;p15"/>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12" name="Google Shape;112;p15"/>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13" name="Google Shape;113;p15"/>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114" name="Google Shape;114;p15"/>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115" name="Google Shape;115;p15"/>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116" name="Google Shape;116;p15"/>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0"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22"/>
        <p:cNvGrpSpPr/>
        <p:nvPr/>
      </p:nvGrpSpPr>
      <p:grpSpPr>
        <a:xfrm>
          <a:off x="0" y="0"/>
          <a:ext cx="0" cy="0"/>
          <a:chOff x="0" y="0"/>
          <a:chExt cx="0" cy="0"/>
        </a:xfrm>
      </p:grpSpPr>
      <p:grpSp>
        <p:nvGrpSpPr>
          <p:cNvPr id="123" name="Google Shape;123;p17"/>
          <p:cNvGrpSpPr/>
          <p:nvPr/>
        </p:nvGrpSpPr>
        <p:grpSpPr>
          <a:xfrm>
            <a:off x="0" y="0"/>
            <a:ext cx="9136062" cy="6851650"/>
            <a:chOff x="0" y="0"/>
            <a:chExt cx="5755" cy="4316"/>
          </a:xfrm>
        </p:grpSpPr>
        <p:sp>
          <p:nvSpPr>
            <p:cNvPr id="124" name="Google Shape;124;p17"/>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25" name="Google Shape;125;p17"/>
            <p:cNvGrpSpPr/>
            <p:nvPr/>
          </p:nvGrpSpPr>
          <p:grpSpPr>
            <a:xfrm>
              <a:off x="1728" y="1409"/>
              <a:ext cx="4027" cy="2907"/>
              <a:chOff x="1728" y="1409"/>
              <a:chExt cx="4027" cy="2907"/>
            </a:xfrm>
          </p:grpSpPr>
          <p:sp>
            <p:nvSpPr>
              <p:cNvPr id="126" name="Google Shape;126;p17"/>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27" name="Google Shape;127;p17"/>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28" name="Google Shape;128;p17"/>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29" name="Google Shape;129;p17"/>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30" name="Google Shape;130;p17"/>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31" name="Google Shape;131;p17"/>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32" name="Google Shape;132;p17"/>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133" name="Google Shape;133;p17"/>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134" name="Google Shape;134;p17"/>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135" name="Google Shape;135;p17"/>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1"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41"/>
        <p:cNvGrpSpPr/>
        <p:nvPr/>
      </p:nvGrpSpPr>
      <p:grpSpPr>
        <a:xfrm>
          <a:off x="0" y="0"/>
          <a:ext cx="0" cy="0"/>
          <a:chOff x="0" y="0"/>
          <a:chExt cx="0" cy="0"/>
        </a:xfrm>
      </p:grpSpPr>
      <p:grpSp>
        <p:nvGrpSpPr>
          <p:cNvPr id="142" name="Google Shape;142;p19"/>
          <p:cNvGrpSpPr/>
          <p:nvPr/>
        </p:nvGrpSpPr>
        <p:grpSpPr>
          <a:xfrm>
            <a:off x="0" y="0"/>
            <a:ext cx="9136062" cy="6851650"/>
            <a:chOff x="0" y="0"/>
            <a:chExt cx="5755" cy="4316"/>
          </a:xfrm>
        </p:grpSpPr>
        <p:sp>
          <p:nvSpPr>
            <p:cNvPr id="143" name="Google Shape;143;p19"/>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44" name="Google Shape;144;p19"/>
            <p:cNvGrpSpPr/>
            <p:nvPr/>
          </p:nvGrpSpPr>
          <p:grpSpPr>
            <a:xfrm>
              <a:off x="1728" y="1409"/>
              <a:ext cx="4027" cy="2907"/>
              <a:chOff x="1728" y="1409"/>
              <a:chExt cx="4027" cy="2907"/>
            </a:xfrm>
          </p:grpSpPr>
          <p:sp>
            <p:nvSpPr>
              <p:cNvPr id="145" name="Google Shape;145;p19"/>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46" name="Google Shape;146;p19"/>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47" name="Google Shape;147;p19"/>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48" name="Google Shape;148;p19"/>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49" name="Google Shape;149;p19"/>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0" name="Google Shape;150;p19"/>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51" name="Google Shape;151;p19"/>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152" name="Google Shape;152;p19"/>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153" name="Google Shape;153;p19"/>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154" name="Google Shape;154;p19"/>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2"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60"/>
        <p:cNvGrpSpPr/>
        <p:nvPr/>
      </p:nvGrpSpPr>
      <p:grpSpPr>
        <a:xfrm>
          <a:off x="0" y="0"/>
          <a:ext cx="0" cy="0"/>
          <a:chOff x="0" y="0"/>
          <a:chExt cx="0" cy="0"/>
        </a:xfrm>
      </p:grpSpPr>
      <p:grpSp>
        <p:nvGrpSpPr>
          <p:cNvPr id="161" name="Google Shape;161;p21"/>
          <p:cNvGrpSpPr/>
          <p:nvPr/>
        </p:nvGrpSpPr>
        <p:grpSpPr>
          <a:xfrm>
            <a:off x="0" y="0"/>
            <a:ext cx="9136062" cy="6854083"/>
            <a:chOff x="0" y="0"/>
            <a:chExt cx="5755" cy="4317"/>
          </a:xfrm>
        </p:grpSpPr>
        <p:sp>
          <p:nvSpPr>
            <p:cNvPr id="162" name="Google Shape;162;p21"/>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63" name="Google Shape;163;p21"/>
            <p:cNvGrpSpPr/>
            <p:nvPr/>
          </p:nvGrpSpPr>
          <p:grpSpPr>
            <a:xfrm>
              <a:off x="1728" y="1409"/>
              <a:ext cx="4027" cy="2908"/>
              <a:chOff x="1728" y="1409"/>
              <a:chExt cx="4027" cy="2908"/>
            </a:xfrm>
          </p:grpSpPr>
          <p:sp>
            <p:nvSpPr>
              <p:cNvPr id="164" name="Google Shape;164;p21"/>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5" name="Google Shape;165;p21"/>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6" name="Google Shape;166;p21"/>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7" name="Google Shape;167;p21"/>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8" name="Google Shape;168;p21"/>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9" name="Google Shape;169;p21"/>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70" name="Google Shape;170;p21"/>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171" name="Google Shape;171;p21"/>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172" name="Google Shape;172;p21"/>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l" rtl="0">
              <a:lnSpc>
                <a:spcPct val="90000"/>
              </a:lnSpc>
              <a:spcBef>
                <a:spcPts val="550"/>
              </a:spcBef>
              <a:spcAft>
                <a:spcPts val="0"/>
              </a:spcAft>
              <a:buSzPts val="1400"/>
              <a:buNone/>
              <a:defRPr sz="1100" b="0" i="0" u="none">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173" name="Google Shape;173;p21"/>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none">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solidFill>
                <a:srgbClr val="000000"/>
              </a:solidFill>
            </a:endParaRPr>
          </a:p>
        </p:txBody>
      </p:sp>
    </p:spTree>
  </p:cSld>
  <p:clrMap bg1="lt1" tx1="dk1" bg2="dk2" tx2="lt2" accent1="accent1" accent2="accent2" accent3="accent3" accent4="accent4" accent5="accent5" accent6="accent6" hlink="hlink" folHlink="folHlink"/>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74"/>
        <p:cNvGrpSpPr/>
        <p:nvPr/>
      </p:nvGrpSpPr>
      <p:grpSpPr>
        <a:xfrm>
          <a:off x="0" y="0"/>
          <a:ext cx="0" cy="0"/>
          <a:chOff x="0" y="0"/>
          <a:chExt cx="0" cy="0"/>
        </a:xfrm>
      </p:grpSpPr>
      <p:grpSp>
        <p:nvGrpSpPr>
          <p:cNvPr id="175" name="Google Shape;175;p22"/>
          <p:cNvGrpSpPr/>
          <p:nvPr/>
        </p:nvGrpSpPr>
        <p:grpSpPr>
          <a:xfrm>
            <a:off x="0" y="0"/>
            <a:ext cx="9136062" cy="6851650"/>
            <a:chOff x="0" y="0"/>
            <a:chExt cx="5755" cy="4316"/>
          </a:xfrm>
        </p:grpSpPr>
        <p:sp>
          <p:nvSpPr>
            <p:cNvPr id="176" name="Google Shape;176;p22"/>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77" name="Google Shape;177;p22"/>
            <p:cNvGrpSpPr/>
            <p:nvPr/>
          </p:nvGrpSpPr>
          <p:grpSpPr>
            <a:xfrm>
              <a:off x="1728" y="1409"/>
              <a:ext cx="4027" cy="2907"/>
              <a:chOff x="1728" y="1409"/>
              <a:chExt cx="4027" cy="2907"/>
            </a:xfrm>
          </p:grpSpPr>
          <p:sp>
            <p:nvSpPr>
              <p:cNvPr id="178" name="Google Shape;178;p22"/>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79" name="Google Shape;179;p22"/>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80" name="Google Shape;180;p22"/>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81" name="Google Shape;181;p22"/>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82" name="Google Shape;182;p22"/>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83" name="Google Shape;183;p22"/>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84" name="Google Shape;184;p22"/>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185" name="Google Shape;185;p22"/>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186" name="Google Shape;186;p22"/>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500"/>
              </a:spcBef>
              <a:spcAft>
                <a:spcPts val="0"/>
              </a:spcAft>
              <a:buSzPts val="1400"/>
              <a:buNone/>
              <a:defRPr sz="1000" b="0" i="0" u="none">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187" name="Google Shape;187;p22"/>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a:solidFill>
                <a:srgbClr val="000000"/>
              </a:solidFill>
            </a:endParaRPr>
          </a:p>
        </p:txBody>
      </p:sp>
    </p:spTree>
  </p:cSld>
  <p:clrMap bg1="lt1" tx1="dk1" bg2="dk2" tx2="lt2" accent1="accent1" accent2="accent2" accent3="accent3" accent4="accent4" accent5="accent5" accent6="accent6" hlink="hlink" folHlink="folHlink"/>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88"/>
        <p:cNvGrpSpPr/>
        <p:nvPr/>
      </p:nvGrpSpPr>
      <p:grpSpPr>
        <a:xfrm>
          <a:off x="0" y="0"/>
          <a:ext cx="0" cy="0"/>
          <a:chOff x="0" y="0"/>
          <a:chExt cx="0" cy="0"/>
        </a:xfrm>
      </p:grpSpPr>
      <p:grpSp>
        <p:nvGrpSpPr>
          <p:cNvPr id="189" name="Google Shape;189;p23"/>
          <p:cNvGrpSpPr/>
          <p:nvPr/>
        </p:nvGrpSpPr>
        <p:grpSpPr>
          <a:xfrm>
            <a:off x="0" y="0"/>
            <a:ext cx="9136062" cy="6851650"/>
            <a:chOff x="0" y="0"/>
            <a:chExt cx="5755" cy="4316"/>
          </a:xfrm>
        </p:grpSpPr>
        <p:sp>
          <p:nvSpPr>
            <p:cNvPr id="190" name="Google Shape;190;p23"/>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191" name="Google Shape;191;p23"/>
            <p:cNvGrpSpPr/>
            <p:nvPr/>
          </p:nvGrpSpPr>
          <p:grpSpPr>
            <a:xfrm>
              <a:off x="1728" y="1409"/>
              <a:ext cx="4027" cy="2907"/>
              <a:chOff x="1728" y="1409"/>
              <a:chExt cx="4027" cy="2907"/>
            </a:xfrm>
          </p:grpSpPr>
          <p:sp>
            <p:nvSpPr>
              <p:cNvPr id="192" name="Google Shape;192;p23"/>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93" name="Google Shape;193;p23"/>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94" name="Google Shape;194;p23"/>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95" name="Google Shape;195;p23"/>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96" name="Google Shape;196;p23"/>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97" name="Google Shape;197;p23"/>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198" name="Google Shape;198;p23"/>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199" name="Google Shape;199;p23"/>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200" name="Google Shape;200;p23"/>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500"/>
              </a:spcBef>
              <a:spcAft>
                <a:spcPts val="0"/>
              </a:spcAft>
              <a:buSzPts val="1400"/>
              <a:buNone/>
              <a:defRPr sz="1000" b="0" i="0" u="none">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01" name="Google Shape;201;p23"/>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a:solidFill>
                <a:srgbClr val="000000"/>
              </a:solidFill>
            </a:endParaRPr>
          </a:p>
        </p:txBody>
      </p:sp>
    </p:spTree>
  </p:cSld>
  <p:clrMap bg1="lt1" tx1="dk1" bg2="dk2" tx2="lt2" accent1="accent1" accent2="accent2" accent3="accent3" accent4="accent4" accent5="accent5" accent6="accent6" hlink="hlink" folHlink="folHlink"/>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02"/>
        <p:cNvGrpSpPr/>
        <p:nvPr/>
      </p:nvGrpSpPr>
      <p:grpSpPr>
        <a:xfrm>
          <a:off x="0" y="0"/>
          <a:ext cx="0" cy="0"/>
          <a:chOff x="0" y="0"/>
          <a:chExt cx="0" cy="0"/>
        </a:xfrm>
      </p:grpSpPr>
      <p:grpSp>
        <p:nvGrpSpPr>
          <p:cNvPr id="203" name="Google Shape;203;p24"/>
          <p:cNvGrpSpPr/>
          <p:nvPr/>
        </p:nvGrpSpPr>
        <p:grpSpPr>
          <a:xfrm>
            <a:off x="0" y="0"/>
            <a:ext cx="9136062" cy="6851650"/>
            <a:chOff x="0" y="0"/>
            <a:chExt cx="5755" cy="4316"/>
          </a:xfrm>
        </p:grpSpPr>
        <p:sp>
          <p:nvSpPr>
            <p:cNvPr id="204" name="Google Shape;204;p24"/>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205" name="Google Shape;205;p24"/>
            <p:cNvGrpSpPr/>
            <p:nvPr/>
          </p:nvGrpSpPr>
          <p:grpSpPr>
            <a:xfrm>
              <a:off x="1728" y="1409"/>
              <a:ext cx="4027" cy="2907"/>
              <a:chOff x="1728" y="1409"/>
              <a:chExt cx="4027" cy="2907"/>
            </a:xfrm>
          </p:grpSpPr>
          <p:sp>
            <p:nvSpPr>
              <p:cNvPr id="206" name="Google Shape;206;p24"/>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07" name="Google Shape;207;p24"/>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08" name="Google Shape;208;p24"/>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09" name="Google Shape;209;p24"/>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10" name="Google Shape;210;p24"/>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11" name="Google Shape;211;p24"/>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212" name="Google Shape;212;p24"/>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213" name="Google Shape;213;p24"/>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214" name="Google Shape;214;p24"/>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500"/>
              </a:spcBef>
              <a:spcAft>
                <a:spcPts val="0"/>
              </a:spcAft>
              <a:buSzPts val="1400"/>
              <a:buNone/>
              <a:defRPr sz="1000" b="0" i="0" u="none">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15" name="Google Shape;215;p24"/>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none">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a:solidFill>
                <a:srgbClr val="000000"/>
              </a:solidFill>
            </a:endParaRPr>
          </a:p>
        </p:txBody>
      </p:sp>
    </p:spTree>
  </p:cSld>
  <p:clrMap bg1="lt1" tx1="dk1" bg2="dk2" tx2="lt2" accent1="accent1" accent2="accent2" accent3="accent3" accent4="accent4" accent5="accent5" accent6="accent6" hlink="hlink" folHlink="folHlink"/>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16"/>
        <p:cNvGrpSpPr/>
        <p:nvPr/>
      </p:nvGrpSpPr>
      <p:grpSpPr>
        <a:xfrm>
          <a:off x="0" y="0"/>
          <a:ext cx="0" cy="0"/>
          <a:chOff x="0" y="0"/>
          <a:chExt cx="0" cy="0"/>
        </a:xfrm>
      </p:grpSpPr>
      <p:grpSp>
        <p:nvGrpSpPr>
          <p:cNvPr id="217" name="Google Shape;217;p25"/>
          <p:cNvGrpSpPr/>
          <p:nvPr/>
        </p:nvGrpSpPr>
        <p:grpSpPr>
          <a:xfrm>
            <a:off x="0" y="0"/>
            <a:ext cx="9136062" cy="6854083"/>
            <a:chOff x="0" y="0"/>
            <a:chExt cx="5755" cy="4317"/>
          </a:xfrm>
        </p:grpSpPr>
        <p:sp>
          <p:nvSpPr>
            <p:cNvPr id="218" name="Google Shape;218;p25"/>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219" name="Google Shape;219;p25"/>
            <p:cNvGrpSpPr/>
            <p:nvPr/>
          </p:nvGrpSpPr>
          <p:grpSpPr>
            <a:xfrm>
              <a:off x="1728" y="1409"/>
              <a:ext cx="4027" cy="2908"/>
              <a:chOff x="1728" y="1409"/>
              <a:chExt cx="4027" cy="2908"/>
            </a:xfrm>
          </p:grpSpPr>
          <p:sp>
            <p:nvSpPr>
              <p:cNvPr id="220" name="Google Shape;220;p25"/>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21" name="Google Shape;221;p25"/>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22" name="Google Shape;222;p25"/>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23" name="Google Shape;223;p25"/>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24" name="Google Shape;224;p25"/>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25" name="Google Shape;225;p25"/>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226" name="Google Shape;226;p25"/>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227" name="Google Shape;227;p25"/>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228" name="Google Shape;228;p25"/>
          <p:cNvSpPr txBox="1">
            <a:spLocks noGrp="1"/>
          </p:cNvSpPr>
          <p:nvPr>
            <p:ph type="dt" idx="10"/>
          </p:nvPr>
        </p:nvSpPr>
        <p:spPr>
          <a:xfrm>
            <a:off x="457200" y="6248400"/>
            <a:ext cx="21336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0"/>
              </a:spcBef>
              <a:spcAft>
                <a:spcPts val="0"/>
              </a:spcAft>
              <a:buSzPts val="1400"/>
              <a:buNone/>
              <a:defRPr sz="2400" b="0" i="0" u="sng">
                <a:solidFill>
                  <a:schemeClr val="lt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29" name="Google Shape;229;p25"/>
          <p:cNvSpPr txBox="1">
            <a:spLocks noGrp="1"/>
          </p:cNvSpPr>
          <p:nvPr>
            <p:ph type="ftr" idx="11"/>
          </p:nvPr>
        </p:nvSpPr>
        <p:spPr>
          <a:xfrm>
            <a:off x="3124200" y="6251575"/>
            <a:ext cx="28956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0"/>
              </a:spcBef>
              <a:spcAft>
                <a:spcPts val="0"/>
              </a:spcAft>
              <a:buSzPts val="1400"/>
              <a:buNone/>
              <a:defRPr sz="2400" b="0" i="0" u="sng">
                <a:solidFill>
                  <a:schemeClr val="lt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30" name="Google Shape;230;p25"/>
          <p:cNvSpPr txBox="1">
            <a:spLocks noGrp="1"/>
          </p:cNvSpPr>
          <p:nvPr>
            <p:ph type="sldNum" idx="12"/>
          </p:nvPr>
        </p:nvSpPr>
        <p:spPr>
          <a:xfrm>
            <a:off x="6553200" y="6254750"/>
            <a:ext cx="21336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3"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37"/>
        <p:cNvGrpSpPr/>
        <p:nvPr/>
      </p:nvGrpSpPr>
      <p:grpSpPr>
        <a:xfrm>
          <a:off x="0" y="0"/>
          <a:ext cx="0" cy="0"/>
          <a:chOff x="0" y="0"/>
          <a:chExt cx="0" cy="0"/>
        </a:xfrm>
      </p:grpSpPr>
      <p:grpSp>
        <p:nvGrpSpPr>
          <p:cNvPr id="238" name="Google Shape;238;p27"/>
          <p:cNvGrpSpPr/>
          <p:nvPr/>
        </p:nvGrpSpPr>
        <p:grpSpPr>
          <a:xfrm>
            <a:off x="0" y="0"/>
            <a:ext cx="9136062" cy="6854083"/>
            <a:chOff x="0" y="0"/>
            <a:chExt cx="5755" cy="4317"/>
          </a:xfrm>
        </p:grpSpPr>
        <p:sp>
          <p:nvSpPr>
            <p:cNvPr id="239" name="Google Shape;239;p27"/>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240" name="Google Shape;240;p27"/>
            <p:cNvGrpSpPr/>
            <p:nvPr/>
          </p:nvGrpSpPr>
          <p:grpSpPr>
            <a:xfrm>
              <a:off x="1728" y="1409"/>
              <a:ext cx="4027" cy="2908"/>
              <a:chOff x="1728" y="1409"/>
              <a:chExt cx="4027" cy="2908"/>
            </a:xfrm>
          </p:grpSpPr>
          <p:sp>
            <p:nvSpPr>
              <p:cNvPr id="241" name="Google Shape;241;p27"/>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42" name="Google Shape;242;p27"/>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43" name="Google Shape;243;p27"/>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44" name="Google Shape;244;p27"/>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45" name="Google Shape;245;p27"/>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46" name="Google Shape;246;p27"/>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247" name="Google Shape;247;p27"/>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248" name="Google Shape;248;p27"/>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249" name="Google Shape;249;p27"/>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50" name="Google Shape;250;p27"/>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4"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56"/>
        <p:cNvGrpSpPr/>
        <p:nvPr/>
      </p:nvGrpSpPr>
      <p:grpSpPr>
        <a:xfrm>
          <a:off x="0" y="0"/>
          <a:ext cx="0" cy="0"/>
          <a:chOff x="0" y="0"/>
          <a:chExt cx="0" cy="0"/>
        </a:xfrm>
      </p:grpSpPr>
      <p:grpSp>
        <p:nvGrpSpPr>
          <p:cNvPr id="257" name="Google Shape;257;p29"/>
          <p:cNvGrpSpPr/>
          <p:nvPr/>
        </p:nvGrpSpPr>
        <p:grpSpPr>
          <a:xfrm>
            <a:off x="0" y="0"/>
            <a:ext cx="9136062" cy="6854083"/>
            <a:chOff x="0" y="0"/>
            <a:chExt cx="5755" cy="4317"/>
          </a:xfrm>
        </p:grpSpPr>
        <p:sp>
          <p:nvSpPr>
            <p:cNvPr id="258" name="Google Shape;258;p29"/>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259" name="Google Shape;259;p29"/>
            <p:cNvGrpSpPr/>
            <p:nvPr/>
          </p:nvGrpSpPr>
          <p:grpSpPr>
            <a:xfrm>
              <a:off x="1728" y="1409"/>
              <a:ext cx="4027" cy="2908"/>
              <a:chOff x="1728" y="1409"/>
              <a:chExt cx="4027" cy="2908"/>
            </a:xfrm>
          </p:grpSpPr>
          <p:sp>
            <p:nvSpPr>
              <p:cNvPr id="260" name="Google Shape;260;p29"/>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61" name="Google Shape;261;p29"/>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62" name="Google Shape;262;p29"/>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63" name="Google Shape;263;p29"/>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64" name="Google Shape;264;p29"/>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65" name="Google Shape;265;p29"/>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266" name="Google Shape;266;p29"/>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267" name="Google Shape;267;p29"/>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268" name="Google Shape;268;p29"/>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69" name="Google Shape;269;p29"/>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5"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76"/>
        <p:cNvGrpSpPr/>
        <p:nvPr/>
      </p:nvGrpSpPr>
      <p:grpSpPr>
        <a:xfrm>
          <a:off x="0" y="0"/>
          <a:ext cx="0" cy="0"/>
          <a:chOff x="0" y="0"/>
          <a:chExt cx="0" cy="0"/>
        </a:xfrm>
      </p:grpSpPr>
      <p:grpSp>
        <p:nvGrpSpPr>
          <p:cNvPr id="277" name="Google Shape;277;p31"/>
          <p:cNvGrpSpPr/>
          <p:nvPr/>
        </p:nvGrpSpPr>
        <p:grpSpPr>
          <a:xfrm>
            <a:off x="0" y="0"/>
            <a:ext cx="9136062" cy="6854083"/>
            <a:chOff x="0" y="0"/>
            <a:chExt cx="5755" cy="4317"/>
          </a:xfrm>
        </p:grpSpPr>
        <p:sp>
          <p:nvSpPr>
            <p:cNvPr id="278" name="Google Shape;278;p31"/>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279" name="Google Shape;279;p31"/>
            <p:cNvGrpSpPr/>
            <p:nvPr/>
          </p:nvGrpSpPr>
          <p:grpSpPr>
            <a:xfrm>
              <a:off x="1728" y="1409"/>
              <a:ext cx="4027" cy="2908"/>
              <a:chOff x="1728" y="1409"/>
              <a:chExt cx="4027" cy="2908"/>
            </a:xfrm>
          </p:grpSpPr>
          <p:sp>
            <p:nvSpPr>
              <p:cNvPr id="280" name="Google Shape;280;p31"/>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81" name="Google Shape;281;p31"/>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82" name="Google Shape;282;p31"/>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83" name="Google Shape;283;p31"/>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84" name="Google Shape;284;p31"/>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285" name="Google Shape;285;p31"/>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286" name="Google Shape;286;p31"/>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287" name="Google Shape;287;p31"/>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288" name="Google Shape;288;p31"/>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289" name="Google Shape;289;p31"/>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6"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298"/>
        <p:cNvGrpSpPr/>
        <p:nvPr/>
      </p:nvGrpSpPr>
      <p:grpSpPr>
        <a:xfrm>
          <a:off x="0" y="0"/>
          <a:ext cx="0" cy="0"/>
          <a:chOff x="0" y="0"/>
          <a:chExt cx="0" cy="0"/>
        </a:xfrm>
      </p:grpSpPr>
      <p:grpSp>
        <p:nvGrpSpPr>
          <p:cNvPr id="299" name="Google Shape;299;p33"/>
          <p:cNvGrpSpPr/>
          <p:nvPr/>
        </p:nvGrpSpPr>
        <p:grpSpPr>
          <a:xfrm>
            <a:off x="0" y="0"/>
            <a:ext cx="9136062" cy="6854083"/>
            <a:chOff x="0" y="0"/>
            <a:chExt cx="5755" cy="4317"/>
          </a:xfrm>
        </p:grpSpPr>
        <p:sp>
          <p:nvSpPr>
            <p:cNvPr id="300" name="Google Shape;300;p33"/>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01" name="Google Shape;301;p33"/>
            <p:cNvGrpSpPr/>
            <p:nvPr/>
          </p:nvGrpSpPr>
          <p:grpSpPr>
            <a:xfrm>
              <a:off x="1728" y="1409"/>
              <a:ext cx="4027" cy="2908"/>
              <a:chOff x="1728" y="1409"/>
              <a:chExt cx="4027" cy="2908"/>
            </a:xfrm>
          </p:grpSpPr>
          <p:sp>
            <p:nvSpPr>
              <p:cNvPr id="302" name="Google Shape;302;p33"/>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03" name="Google Shape;303;p33"/>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04" name="Google Shape;304;p33"/>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05" name="Google Shape;305;p33"/>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06" name="Google Shape;306;p33"/>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07" name="Google Shape;307;p33"/>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308" name="Google Shape;308;p33"/>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309" name="Google Shape;309;p33"/>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310" name="Google Shape;310;p33"/>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311" name="Google Shape;311;p33"/>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7"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16"/>
        <p:cNvGrpSpPr/>
        <p:nvPr/>
      </p:nvGrpSpPr>
      <p:grpSpPr>
        <a:xfrm>
          <a:off x="0" y="0"/>
          <a:ext cx="0" cy="0"/>
          <a:chOff x="0" y="0"/>
          <a:chExt cx="0" cy="0"/>
        </a:xfrm>
      </p:grpSpPr>
      <p:grpSp>
        <p:nvGrpSpPr>
          <p:cNvPr id="317" name="Google Shape;317;p35"/>
          <p:cNvGrpSpPr/>
          <p:nvPr/>
        </p:nvGrpSpPr>
        <p:grpSpPr>
          <a:xfrm>
            <a:off x="0" y="0"/>
            <a:ext cx="9136062" cy="6854083"/>
            <a:chOff x="0" y="0"/>
            <a:chExt cx="5755" cy="4317"/>
          </a:xfrm>
        </p:grpSpPr>
        <p:sp>
          <p:nvSpPr>
            <p:cNvPr id="318" name="Google Shape;318;p35"/>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19" name="Google Shape;319;p35"/>
            <p:cNvGrpSpPr/>
            <p:nvPr/>
          </p:nvGrpSpPr>
          <p:grpSpPr>
            <a:xfrm>
              <a:off x="1728" y="1409"/>
              <a:ext cx="4027" cy="2908"/>
              <a:chOff x="1728" y="1409"/>
              <a:chExt cx="4027" cy="2908"/>
            </a:xfrm>
          </p:grpSpPr>
          <p:sp>
            <p:nvSpPr>
              <p:cNvPr id="320" name="Google Shape;320;p35"/>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21" name="Google Shape;321;p35"/>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22" name="Google Shape;322;p35"/>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23" name="Google Shape;323;p35"/>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24" name="Google Shape;324;p35"/>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25" name="Google Shape;325;p35"/>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326" name="Google Shape;326;p35"/>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327" name="Google Shape;327;p35"/>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328" name="Google Shape;328;p35"/>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329" name="Google Shape;329;p35"/>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8"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33"/>
        <p:cNvGrpSpPr/>
        <p:nvPr/>
      </p:nvGrpSpPr>
      <p:grpSpPr>
        <a:xfrm>
          <a:off x="0" y="0"/>
          <a:ext cx="0" cy="0"/>
          <a:chOff x="0" y="0"/>
          <a:chExt cx="0" cy="0"/>
        </a:xfrm>
      </p:grpSpPr>
      <p:grpSp>
        <p:nvGrpSpPr>
          <p:cNvPr id="334" name="Google Shape;334;p37"/>
          <p:cNvGrpSpPr/>
          <p:nvPr/>
        </p:nvGrpSpPr>
        <p:grpSpPr>
          <a:xfrm>
            <a:off x="0" y="0"/>
            <a:ext cx="9136062" cy="6854083"/>
            <a:chOff x="0" y="0"/>
            <a:chExt cx="5755" cy="4317"/>
          </a:xfrm>
        </p:grpSpPr>
        <p:sp>
          <p:nvSpPr>
            <p:cNvPr id="335" name="Google Shape;335;p37"/>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36" name="Google Shape;336;p37"/>
            <p:cNvGrpSpPr/>
            <p:nvPr/>
          </p:nvGrpSpPr>
          <p:grpSpPr>
            <a:xfrm>
              <a:off x="1728" y="1409"/>
              <a:ext cx="4027" cy="2908"/>
              <a:chOff x="1728" y="1409"/>
              <a:chExt cx="4027" cy="2908"/>
            </a:xfrm>
          </p:grpSpPr>
          <p:sp>
            <p:nvSpPr>
              <p:cNvPr id="337" name="Google Shape;337;p37"/>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38" name="Google Shape;338;p37"/>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39" name="Google Shape;339;p37"/>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40" name="Google Shape;340;p37"/>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41" name="Google Shape;341;p37"/>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42" name="Google Shape;342;p37"/>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343" name="Google Shape;343;p37"/>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344" name="Google Shape;344;p37"/>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345" name="Google Shape;345;p37"/>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346" name="Google Shape;346;p37"/>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69"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53"/>
        <p:cNvGrpSpPr/>
        <p:nvPr/>
      </p:nvGrpSpPr>
      <p:grpSpPr>
        <a:xfrm>
          <a:off x="0" y="0"/>
          <a:ext cx="0" cy="0"/>
          <a:chOff x="0" y="0"/>
          <a:chExt cx="0" cy="0"/>
        </a:xfrm>
      </p:grpSpPr>
      <p:grpSp>
        <p:nvGrpSpPr>
          <p:cNvPr id="354" name="Google Shape;354;p39"/>
          <p:cNvGrpSpPr/>
          <p:nvPr/>
        </p:nvGrpSpPr>
        <p:grpSpPr>
          <a:xfrm>
            <a:off x="0" y="0"/>
            <a:ext cx="9136062" cy="6854083"/>
            <a:chOff x="0" y="0"/>
            <a:chExt cx="5755" cy="4317"/>
          </a:xfrm>
        </p:grpSpPr>
        <p:sp>
          <p:nvSpPr>
            <p:cNvPr id="355" name="Google Shape;355;p39"/>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56" name="Google Shape;356;p39"/>
            <p:cNvGrpSpPr/>
            <p:nvPr/>
          </p:nvGrpSpPr>
          <p:grpSpPr>
            <a:xfrm>
              <a:off x="1728" y="1409"/>
              <a:ext cx="4027" cy="2908"/>
              <a:chOff x="1728" y="1409"/>
              <a:chExt cx="4027" cy="2908"/>
            </a:xfrm>
          </p:grpSpPr>
          <p:sp>
            <p:nvSpPr>
              <p:cNvPr id="357" name="Google Shape;357;p39"/>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58" name="Google Shape;358;p39"/>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59" name="Google Shape;359;p39"/>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60" name="Google Shape;360;p39"/>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61" name="Google Shape;361;p39"/>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62" name="Google Shape;362;p39"/>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363" name="Google Shape;363;p39"/>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364" name="Google Shape;364;p39"/>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365" name="Google Shape;365;p39"/>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366" name="Google Shape;366;p39"/>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0"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73"/>
        <p:cNvGrpSpPr/>
        <p:nvPr/>
      </p:nvGrpSpPr>
      <p:grpSpPr>
        <a:xfrm>
          <a:off x="0" y="0"/>
          <a:ext cx="0" cy="0"/>
          <a:chOff x="0" y="0"/>
          <a:chExt cx="0" cy="0"/>
        </a:xfrm>
      </p:grpSpPr>
      <p:grpSp>
        <p:nvGrpSpPr>
          <p:cNvPr id="374" name="Google Shape;374;p41"/>
          <p:cNvGrpSpPr/>
          <p:nvPr/>
        </p:nvGrpSpPr>
        <p:grpSpPr>
          <a:xfrm>
            <a:off x="0" y="0"/>
            <a:ext cx="9136062" cy="6854083"/>
            <a:chOff x="0" y="0"/>
            <a:chExt cx="5755" cy="4317"/>
          </a:xfrm>
        </p:grpSpPr>
        <p:sp>
          <p:nvSpPr>
            <p:cNvPr id="375" name="Google Shape;375;p41"/>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76" name="Google Shape;376;p41"/>
            <p:cNvGrpSpPr/>
            <p:nvPr/>
          </p:nvGrpSpPr>
          <p:grpSpPr>
            <a:xfrm>
              <a:off x="1728" y="1409"/>
              <a:ext cx="4027" cy="2908"/>
              <a:chOff x="1728" y="1409"/>
              <a:chExt cx="4027" cy="2908"/>
            </a:xfrm>
          </p:grpSpPr>
          <p:sp>
            <p:nvSpPr>
              <p:cNvPr id="377" name="Google Shape;377;p41"/>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78" name="Google Shape;378;p41"/>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79" name="Google Shape;379;p41"/>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80" name="Google Shape;380;p41"/>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81" name="Google Shape;381;p41"/>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82" name="Google Shape;382;p41"/>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383" name="Google Shape;383;p41"/>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384" name="Google Shape;384;p41"/>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385" name="Google Shape;385;p41"/>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386" name="Google Shape;386;p41"/>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1"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392"/>
        <p:cNvGrpSpPr/>
        <p:nvPr/>
      </p:nvGrpSpPr>
      <p:grpSpPr>
        <a:xfrm>
          <a:off x="0" y="0"/>
          <a:ext cx="0" cy="0"/>
          <a:chOff x="0" y="0"/>
          <a:chExt cx="0" cy="0"/>
        </a:xfrm>
      </p:grpSpPr>
      <p:grpSp>
        <p:nvGrpSpPr>
          <p:cNvPr id="393" name="Google Shape;393;p43"/>
          <p:cNvGrpSpPr/>
          <p:nvPr/>
        </p:nvGrpSpPr>
        <p:grpSpPr>
          <a:xfrm>
            <a:off x="0" y="0"/>
            <a:ext cx="9136062" cy="6854083"/>
            <a:chOff x="0" y="0"/>
            <a:chExt cx="5755" cy="4317"/>
          </a:xfrm>
        </p:grpSpPr>
        <p:sp>
          <p:nvSpPr>
            <p:cNvPr id="394" name="Google Shape;394;p43"/>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395" name="Google Shape;395;p43"/>
            <p:cNvGrpSpPr/>
            <p:nvPr/>
          </p:nvGrpSpPr>
          <p:grpSpPr>
            <a:xfrm>
              <a:off x="1728" y="1409"/>
              <a:ext cx="4027" cy="2908"/>
              <a:chOff x="1728" y="1409"/>
              <a:chExt cx="4027" cy="2908"/>
            </a:xfrm>
          </p:grpSpPr>
          <p:sp>
            <p:nvSpPr>
              <p:cNvPr id="396" name="Google Shape;396;p43"/>
              <p:cNvSpPr/>
              <p:nvPr/>
            </p:nvSpPr>
            <p:spPr>
              <a:xfrm>
                <a:off x="1728" y="2633"/>
                <a:ext cx="2882" cy="1684"/>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97" name="Google Shape;397;p43"/>
              <p:cNvSpPr/>
              <p:nvPr/>
            </p:nvSpPr>
            <p:spPr>
              <a:xfrm>
                <a:off x="4171" y="2660"/>
                <a:ext cx="1259" cy="82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98" name="Google Shape;398;p43"/>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399" name="Google Shape;399;p43"/>
              <p:cNvSpPr/>
              <p:nvPr/>
            </p:nvSpPr>
            <p:spPr>
              <a:xfrm>
                <a:off x="2748" y="2224"/>
                <a:ext cx="3007" cy="2090"/>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00" name="Google Shape;400;p43"/>
              <p:cNvSpPr/>
              <p:nvPr/>
            </p:nvSpPr>
            <p:spPr>
              <a:xfrm>
                <a:off x="4501" y="2306"/>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01" name="Google Shape;401;p43"/>
              <p:cNvSpPr/>
              <p:nvPr/>
            </p:nvSpPr>
            <p:spPr>
              <a:xfrm>
                <a:off x="3231" y="1409"/>
                <a:ext cx="2296" cy="1480"/>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402" name="Google Shape;402;p43"/>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lvl1pPr marR="0" lvl="0"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4100" b="1" i="0" u="none" strike="noStrike" cap="none">
                <a:solidFill>
                  <a:srgbClr val="F3FF07"/>
                </a:solidFill>
                <a:latin typeface="Palatino"/>
                <a:ea typeface="Palatino"/>
                <a:cs typeface="Palatino"/>
                <a:sym typeface="Palatino"/>
              </a:defRPr>
            </a:lvl9pPr>
          </a:lstStyle>
          <a:p>
            <a:endParaRPr/>
          </a:p>
        </p:txBody>
      </p:sp>
      <p:sp>
        <p:nvSpPr>
          <p:cNvPr id="403" name="Google Shape;403;p43"/>
          <p:cNvSpPr txBox="1">
            <a:spLocks noGrp="1"/>
          </p:cNvSpPr>
          <p:nvPr>
            <p:ph type="body" idx="1"/>
          </p:nvPr>
        </p:nvSpPr>
        <p:spPr>
          <a:xfrm>
            <a:off x="457200" y="1600200"/>
            <a:ext cx="8229600" cy="4499100"/>
          </a:xfrm>
          <a:prstGeom prst="rect">
            <a:avLst/>
          </a:prstGeom>
          <a:noFill/>
          <a:ln>
            <a:noFill/>
          </a:ln>
        </p:spPr>
        <p:txBody>
          <a:bodyPr spcFirstLastPara="1" wrap="square" lIns="102850" tIns="51425" rIns="102850" bIns="51425" anchor="t" anchorCtr="0">
            <a:noAutofit/>
          </a:bodyPr>
          <a:lstStyle>
            <a:lvl1pPr marL="457200" marR="0" lvl="0" indent="-348615" algn="l" rtl="0">
              <a:spcBef>
                <a:spcPts val="540"/>
              </a:spcBef>
              <a:spcAft>
                <a:spcPts val="0"/>
              </a:spcAft>
              <a:buClr>
                <a:schemeClr val="hlink"/>
              </a:buClr>
              <a:buSzPts val="1890"/>
              <a:buFont typeface="Noto Sans Symbols"/>
              <a:buChar char="■"/>
              <a:defRPr sz="2700" b="0" i="0" u="none" strike="noStrike" cap="none">
                <a:solidFill>
                  <a:schemeClr val="lt1"/>
                </a:solidFill>
                <a:latin typeface="Palatino"/>
                <a:ea typeface="Palatino"/>
                <a:cs typeface="Palatino"/>
                <a:sym typeface="Palatino"/>
              </a:defRPr>
            </a:lvl1pPr>
            <a:lvl2pPr marL="914400" marR="0" lvl="1" indent="-330835" algn="l" rtl="0">
              <a:spcBef>
                <a:spcPts val="460"/>
              </a:spcBef>
              <a:spcAft>
                <a:spcPts val="0"/>
              </a:spcAft>
              <a:buClr>
                <a:schemeClr val="accent2"/>
              </a:buClr>
              <a:buSzPts val="1610"/>
              <a:buFont typeface="Noto Sans Symbols"/>
              <a:buChar char="■"/>
              <a:defRPr sz="2300" b="0" i="0" u="none" strike="noStrike" cap="none">
                <a:solidFill>
                  <a:schemeClr val="lt1"/>
                </a:solidFill>
                <a:latin typeface="Palatino"/>
                <a:ea typeface="Palatino"/>
                <a:cs typeface="Palatino"/>
                <a:sym typeface="Palatino"/>
              </a:defRPr>
            </a:lvl2pPr>
            <a:lvl3pPr marL="1371600" marR="0" lvl="2" indent="-317500" algn="l" rtl="0">
              <a:spcBef>
                <a:spcPts val="400"/>
              </a:spcBef>
              <a:spcAft>
                <a:spcPts val="0"/>
              </a:spcAft>
              <a:buClr>
                <a:schemeClr val="lt2"/>
              </a:buClr>
              <a:buSzPts val="1400"/>
              <a:buFont typeface="Noto Sans Symbols"/>
              <a:buChar char="■"/>
              <a:defRPr sz="2000" b="0" i="0" u="none" strike="noStrike" cap="none">
                <a:solidFill>
                  <a:schemeClr val="lt1"/>
                </a:solidFill>
                <a:latin typeface="Palatino"/>
                <a:ea typeface="Palatino"/>
                <a:cs typeface="Palatino"/>
                <a:sym typeface="Palatino"/>
              </a:defRPr>
            </a:lvl3pPr>
            <a:lvl4pPr marL="1828800" marR="0" lvl="3"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4pPr>
            <a:lvl5pPr marL="2286000" marR="0" lvl="4" indent="-317500" algn="l" rtl="0">
              <a:spcBef>
                <a:spcPts val="400"/>
              </a:spcBef>
              <a:spcAft>
                <a:spcPts val="0"/>
              </a:spcAft>
              <a:buClr>
                <a:schemeClr val="hlink"/>
              </a:buClr>
              <a:buSzPts val="1400"/>
              <a:buFont typeface="Noto Sans Symbols"/>
              <a:buChar char="■"/>
              <a:defRPr sz="2000" b="0" i="0" u="none" strike="noStrike" cap="none">
                <a:solidFill>
                  <a:schemeClr val="lt1"/>
                </a:solidFill>
                <a:latin typeface="Palatino"/>
                <a:ea typeface="Palatino"/>
                <a:cs typeface="Palatino"/>
                <a:sym typeface="Palatino"/>
              </a:defRPr>
            </a:lvl5pPr>
            <a:lvl6pPr marL="2743200" marR="0" lvl="5"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6pPr>
            <a:lvl7pPr marL="3200400" marR="0" lvl="6" indent="-308610"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7pPr>
            <a:lvl8pPr marL="3657600" marR="0" lvl="7"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8pPr>
            <a:lvl9pPr marL="4114800" marR="0" lvl="8" indent="-308609" algn="l" rtl="0">
              <a:spcBef>
                <a:spcPts val="360"/>
              </a:spcBef>
              <a:spcAft>
                <a:spcPts val="0"/>
              </a:spcAft>
              <a:buClr>
                <a:schemeClr val="hlink"/>
              </a:buClr>
              <a:buSzPts val="1260"/>
              <a:buFont typeface="Noto Sans Symbols"/>
              <a:buChar char="■"/>
              <a:defRPr sz="1800" b="0" i="0" u="none" strike="noStrike" cap="none">
                <a:solidFill>
                  <a:schemeClr val="lt1"/>
                </a:solidFill>
                <a:latin typeface="Palatino"/>
                <a:ea typeface="Palatino"/>
                <a:cs typeface="Palatino"/>
                <a:sym typeface="Palatino"/>
              </a:defRPr>
            </a:lvl9pPr>
          </a:lstStyle>
          <a:p>
            <a:endParaRPr/>
          </a:p>
        </p:txBody>
      </p:sp>
      <p:sp>
        <p:nvSpPr>
          <p:cNvPr id="404" name="Google Shape;404;p43"/>
          <p:cNvSpPr txBox="1">
            <a:spLocks noGrp="1"/>
          </p:cNvSpPr>
          <p:nvPr>
            <p:ph type="ftr" idx="1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lvl1pPr marR="0" lvl="0" algn="ctr" rtl="0">
              <a:lnSpc>
                <a:spcPct val="100000"/>
              </a:lnSpc>
              <a:spcBef>
                <a:spcPts val="550"/>
              </a:spcBef>
              <a:spcAft>
                <a:spcPts val="0"/>
              </a:spcAft>
              <a:buSzPts val="1400"/>
              <a:buNone/>
              <a:defRPr sz="11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05" name="Google Shape;405;p43"/>
          <p:cNvSpPr txBox="1">
            <a:spLocks noGrp="1"/>
          </p:cNvSpPr>
          <p:nvPr>
            <p:ph type="sldNum" idx="12"/>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lvl1pPr marL="0" marR="0" lvl="0"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400"/>
              <a:buFont typeface="Arial"/>
              <a:buNone/>
              <a:defRPr sz="14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2"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11"/>
        <p:cNvGrpSpPr/>
        <p:nvPr/>
      </p:nvGrpSpPr>
      <p:grpSpPr>
        <a:xfrm>
          <a:off x="0" y="0"/>
          <a:ext cx="0" cy="0"/>
          <a:chOff x="0" y="0"/>
          <a:chExt cx="0" cy="0"/>
        </a:xfrm>
      </p:grpSpPr>
      <p:grpSp>
        <p:nvGrpSpPr>
          <p:cNvPr id="412" name="Google Shape;412;p45"/>
          <p:cNvGrpSpPr/>
          <p:nvPr/>
        </p:nvGrpSpPr>
        <p:grpSpPr>
          <a:xfrm>
            <a:off x="0" y="0"/>
            <a:ext cx="9136062" cy="6851650"/>
            <a:chOff x="0" y="0"/>
            <a:chExt cx="5755" cy="4316"/>
          </a:xfrm>
        </p:grpSpPr>
        <p:sp>
          <p:nvSpPr>
            <p:cNvPr id="413" name="Google Shape;413;p45"/>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414" name="Google Shape;414;p45"/>
            <p:cNvGrpSpPr/>
            <p:nvPr/>
          </p:nvGrpSpPr>
          <p:grpSpPr>
            <a:xfrm>
              <a:off x="1728" y="1409"/>
              <a:ext cx="4027" cy="2907"/>
              <a:chOff x="1728" y="1409"/>
              <a:chExt cx="4027" cy="2907"/>
            </a:xfrm>
          </p:grpSpPr>
          <p:sp>
            <p:nvSpPr>
              <p:cNvPr id="415" name="Google Shape;415;p45"/>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16" name="Google Shape;416;p45"/>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17" name="Google Shape;417;p45"/>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18" name="Google Shape;418;p45"/>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19" name="Google Shape;419;p45"/>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20" name="Google Shape;420;p45"/>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421" name="Google Shape;421;p45"/>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422" name="Google Shape;422;p45"/>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423" name="Google Shape;423;p45"/>
          <p:cNvSpPr txBox="1">
            <a:spLocks noGrp="1"/>
          </p:cNvSpPr>
          <p:nvPr>
            <p:ph type="dt" idx="10"/>
          </p:nvPr>
        </p:nvSpPr>
        <p:spPr>
          <a:xfrm>
            <a:off x="457200" y="6248400"/>
            <a:ext cx="21336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0"/>
              </a:spcBef>
              <a:spcAft>
                <a:spcPts val="0"/>
              </a:spcAft>
              <a:buSzPts val="1400"/>
              <a:buNone/>
              <a:defRPr sz="2400" b="0" i="0" u="sng">
                <a:solidFill>
                  <a:schemeClr val="lt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24" name="Google Shape;424;p45"/>
          <p:cNvSpPr txBox="1">
            <a:spLocks noGrp="1"/>
          </p:cNvSpPr>
          <p:nvPr>
            <p:ph type="ftr" idx="11"/>
          </p:nvPr>
        </p:nvSpPr>
        <p:spPr>
          <a:xfrm>
            <a:off x="3124200" y="6251575"/>
            <a:ext cx="28956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0"/>
              </a:spcBef>
              <a:spcAft>
                <a:spcPts val="0"/>
              </a:spcAft>
              <a:buSzPts val="1400"/>
              <a:buNone/>
              <a:defRPr sz="2400" b="0" i="0" u="sng">
                <a:solidFill>
                  <a:schemeClr val="lt1"/>
                </a:solidFill>
                <a:latin typeface="Times New Roman"/>
                <a:ea typeface="Times New Roman"/>
                <a:cs typeface="Times New Roman"/>
                <a:sym typeface="Times New Roman"/>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25" name="Google Shape;425;p45"/>
          <p:cNvSpPr txBox="1">
            <a:spLocks noGrp="1"/>
          </p:cNvSpPr>
          <p:nvPr>
            <p:ph type="sldNum" idx="12"/>
          </p:nvPr>
        </p:nvSpPr>
        <p:spPr>
          <a:xfrm>
            <a:off x="6553200" y="6254750"/>
            <a:ext cx="21336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3"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32"/>
        <p:cNvGrpSpPr/>
        <p:nvPr/>
      </p:nvGrpSpPr>
      <p:grpSpPr>
        <a:xfrm>
          <a:off x="0" y="0"/>
          <a:ext cx="0" cy="0"/>
          <a:chOff x="0" y="0"/>
          <a:chExt cx="0" cy="0"/>
        </a:xfrm>
      </p:grpSpPr>
      <p:grpSp>
        <p:nvGrpSpPr>
          <p:cNvPr id="433" name="Google Shape;433;p47"/>
          <p:cNvGrpSpPr/>
          <p:nvPr/>
        </p:nvGrpSpPr>
        <p:grpSpPr>
          <a:xfrm>
            <a:off x="0" y="0"/>
            <a:ext cx="9136062" cy="6851650"/>
            <a:chOff x="0" y="0"/>
            <a:chExt cx="5755" cy="4316"/>
          </a:xfrm>
        </p:grpSpPr>
        <p:sp>
          <p:nvSpPr>
            <p:cNvPr id="434" name="Google Shape;434;p47"/>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435" name="Google Shape;435;p47"/>
            <p:cNvGrpSpPr/>
            <p:nvPr/>
          </p:nvGrpSpPr>
          <p:grpSpPr>
            <a:xfrm>
              <a:off x="1728" y="1409"/>
              <a:ext cx="4027" cy="2907"/>
              <a:chOff x="1728" y="1409"/>
              <a:chExt cx="4027" cy="2907"/>
            </a:xfrm>
          </p:grpSpPr>
          <p:sp>
            <p:nvSpPr>
              <p:cNvPr id="436" name="Google Shape;436;p47"/>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37" name="Google Shape;437;p47"/>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38" name="Google Shape;438;p47"/>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39" name="Google Shape;439;p47"/>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40" name="Google Shape;440;p47"/>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41" name="Google Shape;441;p47"/>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442" name="Google Shape;442;p47"/>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443" name="Google Shape;443;p47"/>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444" name="Google Shape;444;p47"/>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45" name="Google Shape;445;p47"/>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4"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51"/>
        <p:cNvGrpSpPr/>
        <p:nvPr/>
      </p:nvGrpSpPr>
      <p:grpSpPr>
        <a:xfrm>
          <a:off x="0" y="0"/>
          <a:ext cx="0" cy="0"/>
          <a:chOff x="0" y="0"/>
          <a:chExt cx="0" cy="0"/>
        </a:xfrm>
      </p:grpSpPr>
      <p:grpSp>
        <p:nvGrpSpPr>
          <p:cNvPr id="452" name="Google Shape;452;p49"/>
          <p:cNvGrpSpPr/>
          <p:nvPr/>
        </p:nvGrpSpPr>
        <p:grpSpPr>
          <a:xfrm>
            <a:off x="0" y="0"/>
            <a:ext cx="9136062" cy="6851650"/>
            <a:chOff x="0" y="0"/>
            <a:chExt cx="5755" cy="4316"/>
          </a:xfrm>
        </p:grpSpPr>
        <p:sp>
          <p:nvSpPr>
            <p:cNvPr id="453" name="Google Shape;453;p49"/>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454" name="Google Shape;454;p49"/>
            <p:cNvGrpSpPr/>
            <p:nvPr/>
          </p:nvGrpSpPr>
          <p:grpSpPr>
            <a:xfrm>
              <a:off x="1728" y="1409"/>
              <a:ext cx="4027" cy="2907"/>
              <a:chOff x="1728" y="1409"/>
              <a:chExt cx="4027" cy="2907"/>
            </a:xfrm>
          </p:grpSpPr>
          <p:sp>
            <p:nvSpPr>
              <p:cNvPr id="455" name="Google Shape;455;p49"/>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56" name="Google Shape;456;p49"/>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57" name="Google Shape;457;p49"/>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58" name="Google Shape;458;p49"/>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59" name="Google Shape;459;p49"/>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60" name="Google Shape;460;p49"/>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461" name="Google Shape;461;p49"/>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462" name="Google Shape;462;p49"/>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463" name="Google Shape;463;p49"/>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64" name="Google Shape;464;p49"/>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5"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71"/>
        <p:cNvGrpSpPr/>
        <p:nvPr/>
      </p:nvGrpSpPr>
      <p:grpSpPr>
        <a:xfrm>
          <a:off x="0" y="0"/>
          <a:ext cx="0" cy="0"/>
          <a:chOff x="0" y="0"/>
          <a:chExt cx="0" cy="0"/>
        </a:xfrm>
      </p:grpSpPr>
      <p:grpSp>
        <p:nvGrpSpPr>
          <p:cNvPr id="472" name="Google Shape;472;p51"/>
          <p:cNvGrpSpPr/>
          <p:nvPr/>
        </p:nvGrpSpPr>
        <p:grpSpPr>
          <a:xfrm>
            <a:off x="0" y="0"/>
            <a:ext cx="9136062" cy="6851650"/>
            <a:chOff x="0" y="0"/>
            <a:chExt cx="5755" cy="4316"/>
          </a:xfrm>
        </p:grpSpPr>
        <p:sp>
          <p:nvSpPr>
            <p:cNvPr id="473" name="Google Shape;473;p51"/>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474" name="Google Shape;474;p51"/>
            <p:cNvGrpSpPr/>
            <p:nvPr/>
          </p:nvGrpSpPr>
          <p:grpSpPr>
            <a:xfrm>
              <a:off x="1728" y="1409"/>
              <a:ext cx="4027" cy="2907"/>
              <a:chOff x="1728" y="1409"/>
              <a:chExt cx="4027" cy="2907"/>
            </a:xfrm>
          </p:grpSpPr>
          <p:sp>
            <p:nvSpPr>
              <p:cNvPr id="475" name="Google Shape;475;p51"/>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76" name="Google Shape;476;p51"/>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77" name="Google Shape;477;p51"/>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78" name="Google Shape;478;p51"/>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79" name="Google Shape;479;p51"/>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80" name="Google Shape;480;p51"/>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481" name="Google Shape;481;p51"/>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482" name="Google Shape;482;p51"/>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483" name="Google Shape;483;p51"/>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484" name="Google Shape;484;p51"/>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6"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493"/>
        <p:cNvGrpSpPr/>
        <p:nvPr/>
      </p:nvGrpSpPr>
      <p:grpSpPr>
        <a:xfrm>
          <a:off x="0" y="0"/>
          <a:ext cx="0" cy="0"/>
          <a:chOff x="0" y="0"/>
          <a:chExt cx="0" cy="0"/>
        </a:xfrm>
      </p:grpSpPr>
      <p:grpSp>
        <p:nvGrpSpPr>
          <p:cNvPr id="494" name="Google Shape;494;p53"/>
          <p:cNvGrpSpPr/>
          <p:nvPr/>
        </p:nvGrpSpPr>
        <p:grpSpPr>
          <a:xfrm>
            <a:off x="0" y="0"/>
            <a:ext cx="9136062" cy="6851650"/>
            <a:chOff x="0" y="0"/>
            <a:chExt cx="5755" cy="4316"/>
          </a:xfrm>
        </p:grpSpPr>
        <p:sp>
          <p:nvSpPr>
            <p:cNvPr id="495" name="Google Shape;495;p53"/>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496" name="Google Shape;496;p53"/>
            <p:cNvGrpSpPr/>
            <p:nvPr/>
          </p:nvGrpSpPr>
          <p:grpSpPr>
            <a:xfrm>
              <a:off x="1728" y="1409"/>
              <a:ext cx="4027" cy="2907"/>
              <a:chOff x="1728" y="1409"/>
              <a:chExt cx="4027" cy="2907"/>
            </a:xfrm>
          </p:grpSpPr>
          <p:sp>
            <p:nvSpPr>
              <p:cNvPr id="497" name="Google Shape;497;p53"/>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98" name="Google Shape;498;p53"/>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499" name="Google Shape;499;p53"/>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00" name="Google Shape;500;p53"/>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01" name="Google Shape;501;p53"/>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02" name="Google Shape;502;p53"/>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503" name="Google Shape;503;p53"/>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504" name="Google Shape;504;p53"/>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505" name="Google Shape;505;p53"/>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506" name="Google Shape;506;p53"/>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7"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11"/>
        <p:cNvGrpSpPr/>
        <p:nvPr/>
      </p:nvGrpSpPr>
      <p:grpSpPr>
        <a:xfrm>
          <a:off x="0" y="0"/>
          <a:ext cx="0" cy="0"/>
          <a:chOff x="0" y="0"/>
          <a:chExt cx="0" cy="0"/>
        </a:xfrm>
      </p:grpSpPr>
      <p:grpSp>
        <p:nvGrpSpPr>
          <p:cNvPr id="512" name="Google Shape;512;p55"/>
          <p:cNvGrpSpPr/>
          <p:nvPr/>
        </p:nvGrpSpPr>
        <p:grpSpPr>
          <a:xfrm>
            <a:off x="0" y="0"/>
            <a:ext cx="9136062" cy="6851650"/>
            <a:chOff x="0" y="0"/>
            <a:chExt cx="5755" cy="4316"/>
          </a:xfrm>
        </p:grpSpPr>
        <p:sp>
          <p:nvSpPr>
            <p:cNvPr id="513" name="Google Shape;513;p55"/>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514" name="Google Shape;514;p55"/>
            <p:cNvGrpSpPr/>
            <p:nvPr/>
          </p:nvGrpSpPr>
          <p:grpSpPr>
            <a:xfrm>
              <a:off x="1728" y="1409"/>
              <a:ext cx="4027" cy="2907"/>
              <a:chOff x="1728" y="1409"/>
              <a:chExt cx="4027" cy="2907"/>
            </a:xfrm>
          </p:grpSpPr>
          <p:sp>
            <p:nvSpPr>
              <p:cNvPr id="515" name="Google Shape;515;p55"/>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16" name="Google Shape;516;p55"/>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17" name="Google Shape;517;p55"/>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18" name="Google Shape;518;p55"/>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19" name="Google Shape;519;p55"/>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20" name="Google Shape;520;p55"/>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521" name="Google Shape;521;p55"/>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522" name="Google Shape;522;p55"/>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523" name="Google Shape;523;p55"/>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524" name="Google Shape;524;p55"/>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8"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28"/>
        <p:cNvGrpSpPr/>
        <p:nvPr/>
      </p:nvGrpSpPr>
      <p:grpSpPr>
        <a:xfrm>
          <a:off x="0" y="0"/>
          <a:ext cx="0" cy="0"/>
          <a:chOff x="0" y="0"/>
          <a:chExt cx="0" cy="0"/>
        </a:xfrm>
      </p:grpSpPr>
      <p:grpSp>
        <p:nvGrpSpPr>
          <p:cNvPr id="529" name="Google Shape;529;p57"/>
          <p:cNvGrpSpPr/>
          <p:nvPr/>
        </p:nvGrpSpPr>
        <p:grpSpPr>
          <a:xfrm>
            <a:off x="0" y="0"/>
            <a:ext cx="9136062" cy="6851650"/>
            <a:chOff x="0" y="0"/>
            <a:chExt cx="5755" cy="4316"/>
          </a:xfrm>
        </p:grpSpPr>
        <p:sp>
          <p:nvSpPr>
            <p:cNvPr id="530" name="Google Shape;530;p57"/>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531" name="Google Shape;531;p57"/>
            <p:cNvGrpSpPr/>
            <p:nvPr/>
          </p:nvGrpSpPr>
          <p:grpSpPr>
            <a:xfrm>
              <a:off x="1728" y="1409"/>
              <a:ext cx="4027" cy="2907"/>
              <a:chOff x="1728" y="1409"/>
              <a:chExt cx="4027" cy="2907"/>
            </a:xfrm>
          </p:grpSpPr>
          <p:sp>
            <p:nvSpPr>
              <p:cNvPr id="532" name="Google Shape;532;p57"/>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33" name="Google Shape;533;p57"/>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34" name="Google Shape;534;p57"/>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35" name="Google Shape;535;p57"/>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36" name="Google Shape;536;p57"/>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37" name="Google Shape;537;p57"/>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538" name="Google Shape;538;p57"/>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539" name="Google Shape;539;p57"/>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540" name="Google Shape;540;p57"/>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541" name="Google Shape;541;p57"/>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79"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48"/>
        <p:cNvGrpSpPr/>
        <p:nvPr/>
      </p:nvGrpSpPr>
      <p:grpSpPr>
        <a:xfrm>
          <a:off x="0" y="0"/>
          <a:ext cx="0" cy="0"/>
          <a:chOff x="0" y="0"/>
          <a:chExt cx="0" cy="0"/>
        </a:xfrm>
      </p:grpSpPr>
      <p:grpSp>
        <p:nvGrpSpPr>
          <p:cNvPr id="549" name="Google Shape;549;p59"/>
          <p:cNvGrpSpPr/>
          <p:nvPr/>
        </p:nvGrpSpPr>
        <p:grpSpPr>
          <a:xfrm>
            <a:off x="0" y="0"/>
            <a:ext cx="9136062" cy="6851650"/>
            <a:chOff x="0" y="0"/>
            <a:chExt cx="5755" cy="4316"/>
          </a:xfrm>
        </p:grpSpPr>
        <p:sp>
          <p:nvSpPr>
            <p:cNvPr id="550" name="Google Shape;550;p59"/>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551" name="Google Shape;551;p59"/>
            <p:cNvGrpSpPr/>
            <p:nvPr/>
          </p:nvGrpSpPr>
          <p:grpSpPr>
            <a:xfrm>
              <a:off x="1728" y="1409"/>
              <a:ext cx="4027" cy="2907"/>
              <a:chOff x="1728" y="1409"/>
              <a:chExt cx="4027" cy="2907"/>
            </a:xfrm>
          </p:grpSpPr>
          <p:sp>
            <p:nvSpPr>
              <p:cNvPr id="552" name="Google Shape;552;p59"/>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53" name="Google Shape;553;p59"/>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54" name="Google Shape;554;p59"/>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55" name="Google Shape;555;p59"/>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56" name="Google Shape;556;p59"/>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57" name="Google Shape;557;p59"/>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558" name="Google Shape;558;p59"/>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559" name="Google Shape;559;p59"/>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560" name="Google Shape;560;p59"/>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561" name="Google Shape;561;p59"/>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80"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68"/>
        <p:cNvGrpSpPr/>
        <p:nvPr/>
      </p:nvGrpSpPr>
      <p:grpSpPr>
        <a:xfrm>
          <a:off x="0" y="0"/>
          <a:ext cx="0" cy="0"/>
          <a:chOff x="0" y="0"/>
          <a:chExt cx="0" cy="0"/>
        </a:xfrm>
      </p:grpSpPr>
      <p:grpSp>
        <p:nvGrpSpPr>
          <p:cNvPr id="569" name="Google Shape;569;p61"/>
          <p:cNvGrpSpPr/>
          <p:nvPr/>
        </p:nvGrpSpPr>
        <p:grpSpPr>
          <a:xfrm>
            <a:off x="0" y="0"/>
            <a:ext cx="9136062" cy="6851650"/>
            <a:chOff x="0" y="0"/>
            <a:chExt cx="5755" cy="4316"/>
          </a:xfrm>
        </p:grpSpPr>
        <p:sp>
          <p:nvSpPr>
            <p:cNvPr id="570" name="Google Shape;570;p61"/>
            <p:cNvSpPr/>
            <p:nvPr/>
          </p:nvSpPr>
          <p:spPr>
            <a:xfrm>
              <a:off x="0" y="0"/>
              <a:ext cx="5754" cy="1777"/>
            </a:xfrm>
            <a:custGeom>
              <a:avLst/>
              <a:gdLst/>
              <a:ahLst/>
              <a:cxnLst/>
              <a:rect l="l" t="t" r="r" b="b"/>
              <a:pathLst>
                <a:path w="5740" h="1906" extrusionOk="0">
                  <a:moveTo>
                    <a:pt x="0" y="0"/>
                  </a:moveTo>
                  <a:lnTo>
                    <a:pt x="0" y="1906"/>
                  </a:lnTo>
                  <a:lnTo>
                    <a:pt x="5740" y="1906"/>
                  </a:lnTo>
                  <a:lnTo>
                    <a:pt x="5740" y="0"/>
                  </a:lnTo>
                  <a:lnTo>
                    <a:pt x="0" y="0"/>
                  </a:lnTo>
                  <a:close/>
                </a:path>
              </a:pathLst>
            </a:custGeom>
            <a:gradFill>
              <a:gsLst>
                <a:gs pos="0">
                  <a:schemeClr val="dk1"/>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nvGrpSpPr>
            <p:cNvPr id="571" name="Google Shape;571;p61"/>
            <p:cNvGrpSpPr/>
            <p:nvPr/>
          </p:nvGrpSpPr>
          <p:grpSpPr>
            <a:xfrm>
              <a:off x="1728" y="1409"/>
              <a:ext cx="4027" cy="2907"/>
              <a:chOff x="1728" y="1409"/>
              <a:chExt cx="4027" cy="2907"/>
            </a:xfrm>
          </p:grpSpPr>
          <p:sp>
            <p:nvSpPr>
              <p:cNvPr id="572" name="Google Shape;572;p61"/>
              <p:cNvSpPr/>
              <p:nvPr/>
            </p:nvSpPr>
            <p:spPr>
              <a:xfrm>
                <a:off x="1728" y="2645"/>
                <a:ext cx="2882" cy="1671"/>
              </a:xfrm>
              <a:custGeom>
                <a:avLst/>
                <a:gdLst/>
                <a:ahLst/>
                <a:cxnLst/>
                <a:rect l="l" t="t" r="r" b="b"/>
                <a:pathLst>
                  <a:path w="2882" h="1671" extrusionOk="0">
                    <a:moveTo>
                      <a:pt x="2773" y="544"/>
                    </a:moveTo>
                    <a:lnTo>
                      <a:pt x="2740" y="528"/>
                    </a:lnTo>
                    <a:lnTo>
                      <a:pt x="2692" y="506"/>
                    </a:lnTo>
                    <a:lnTo>
                      <a:pt x="2632" y="484"/>
                    </a:lnTo>
                    <a:lnTo>
                      <a:pt x="2561" y="457"/>
                    </a:lnTo>
                    <a:lnTo>
                      <a:pt x="2480" y="424"/>
                    </a:lnTo>
                    <a:lnTo>
                      <a:pt x="2388" y="397"/>
                    </a:lnTo>
                    <a:lnTo>
                      <a:pt x="2203" y="343"/>
                    </a:lnTo>
                    <a:lnTo>
                      <a:pt x="2078" y="310"/>
                    </a:lnTo>
                    <a:lnTo>
                      <a:pt x="1970" y="277"/>
                    </a:lnTo>
                    <a:lnTo>
                      <a:pt x="1878" y="245"/>
                    </a:lnTo>
                    <a:lnTo>
                      <a:pt x="1807" y="212"/>
                    </a:lnTo>
                    <a:lnTo>
                      <a:pt x="1742" y="179"/>
                    </a:lnTo>
                    <a:lnTo>
                      <a:pt x="1693" y="152"/>
                    </a:lnTo>
                    <a:lnTo>
                      <a:pt x="1655" y="125"/>
                    </a:lnTo>
                    <a:lnTo>
                      <a:pt x="1628" y="103"/>
                    </a:lnTo>
                    <a:lnTo>
                      <a:pt x="1606" y="81"/>
                    </a:lnTo>
                    <a:lnTo>
                      <a:pt x="1590" y="60"/>
                    </a:lnTo>
                    <a:lnTo>
                      <a:pt x="1585" y="43"/>
                    </a:lnTo>
                    <a:lnTo>
                      <a:pt x="1579" y="27"/>
                    </a:lnTo>
                    <a:lnTo>
                      <a:pt x="1585" y="5"/>
                    </a:lnTo>
                    <a:lnTo>
                      <a:pt x="1585" y="0"/>
                    </a:lnTo>
                    <a:lnTo>
                      <a:pt x="1568" y="27"/>
                    </a:lnTo>
                    <a:lnTo>
                      <a:pt x="1557" y="49"/>
                    </a:lnTo>
                    <a:lnTo>
                      <a:pt x="1557" y="76"/>
                    </a:lnTo>
                    <a:lnTo>
                      <a:pt x="1568" y="98"/>
                    </a:lnTo>
                    <a:lnTo>
                      <a:pt x="1590" y="120"/>
                    </a:lnTo>
                    <a:lnTo>
                      <a:pt x="1617" y="141"/>
                    </a:lnTo>
                    <a:lnTo>
                      <a:pt x="1650" y="163"/>
                    </a:lnTo>
                    <a:lnTo>
                      <a:pt x="1688" y="185"/>
                    </a:lnTo>
                    <a:lnTo>
                      <a:pt x="1737" y="207"/>
                    </a:lnTo>
                    <a:lnTo>
                      <a:pt x="1791" y="228"/>
                    </a:lnTo>
                    <a:lnTo>
                      <a:pt x="1905" y="267"/>
                    </a:lnTo>
                    <a:lnTo>
                      <a:pt x="2040" y="310"/>
                    </a:lnTo>
                    <a:lnTo>
                      <a:pt x="2182" y="348"/>
                    </a:lnTo>
                    <a:lnTo>
                      <a:pt x="2285" y="381"/>
                    </a:lnTo>
                    <a:lnTo>
                      <a:pt x="2382" y="408"/>
                    </a:lnTo>
                    <a:lnTo>
                      <a:pt x="2464" y="435"/>
                    </a:lnTo>
                    <a:lnTo>
                      <a:pt x="2540" y="462"/>
                    </a:lnTo>
                    <a:lnTo>
                      <a:pt x="2605" y="484"/>
                    </a:lnTo>
                    <a:lnTo>
                      <a:pt x="2659" y="506"/>
                    </a:lnTo>
                    <a:lnTo>
                      <a:pt x="2708" y="528"/>
                    </a:lnTo>
                    <a:lnTo>
                      <a:pt x="2740" y="544"/>
                    </a:lnTo>
                    <a:lnTo>
                      <a:pt x="2768" y="560"/>
                    </a:lnTo>
                    <a:lnTo>
                      <a:pt x="2784" y="577"/>
                    </a:lnTo>
                    <a:lnTo>
                      <a:pt x="2795" y="593"/>
                    </a:lnTo>
                    <a:lnTo>
                      <a:pt x="2800" y="615"/>
                    </a:lnTo>
                    <a:lnTo>
                      <a:pt x="2795" y="642"/>
                    </a:lnTo>
                    <a:lnTo>
                      <a:pt x="2784" y="664"/>
                    </a:lnTo>
                    <a:lnTo>
                      <a:pt x="2762" y="691"/>
                    </a:lnTo>
                    <a:lnTo>
                      <a:pt x="2730" y="713"/>
                    </a:lnTo>
                    <a:lnTo>
                      <a:pt x="2692" y="735"/>
                    </a:lnTo>
                    <a:lnTo>
                      <a:pt x="2643" y="756"/>
                    </a:lnTo>
                    <a:lnTo>
                      <a:pt x="2589" y="778"/>
                    </a:lnTo>
                    <a:lnTo>
                      <a:pt x="2529" y="800"/>
                    </a:lnTo>
                    <a:lnTo>
                      <a:pt x="2458" y="822"/>
                    </a:lnTo>
                    <a:lnTo>
                      <a:pt x="2382" y="843"/>
                    </a:lnTo>
                    <a:lnTo>
                      <a:pt x="2301" y="865"/>
                    </a:lnTo>
                    <a:lnTo>
                      <a:pt x="2214" y="887"/>
                    </a:lnTo>
                    <a:lnTo>
                      <a:pt x="2030" y="930"/>
                    </a:lnTo>
                    <a:lnTo>
                      <a:pt x="1823" y="979"/>
                    </a:lnTo>
                    <a:lnTo>
                      <a:pt x="1606" y="1034"/>
                    </a:lnTo>
                    <a:lnTo>
                      <a:pt x="1378" y="1094"/>
                    </a:lnTo>
                    <a:lnTo>
                      <a:pt x="1145" y="1164"/>
                    </a:lnTo>
                    <a:lnTo>
                      <a:pt x="912" y="1241"/>
                    </a:lnTo>
                    <a:lnTo>
                      <a:pt x="673" y="1328"/>
                    </a:lnTo>
                    <a:lnTo>
                      <a:pt x="440" y="1431"/>
                    </a:lnTo>
                    <a:lnTo>
                      <a:pt x="217" y="1545"/>
                    </a:lnTo>
                    <a:lnTo>
                      <a:pt x="0" y="1671"/>
                    </a:lnTo>
                    <a:lnTo>
                      <a:pt x="353" y="1671"/>
                    </a:lnTo>
                    <a:lnTo>
                      <a:pt x="554" y="1567"/>
                    </a:lnTo>
                    <a:lnTo>
                      <a:pt x="754" y="1469"/>
                    </a:lnTo>
                    <a:lnTo>
                      <a:pt x="955" y="1388"/>
                    </a:lnTo>
                    <a:lnTo>
                      <a:pt x="1145" y="1311"/>
                    </a:lnTo>
                    <a:lnTo>
                      <a:pt x="1335" y="1241"/>
                    </a:lnTo>
                    <a:lnTo>
                      <a:pt x="1519" y="1186"/>
                    </a:lnTo>
                    <a:lnTo>
                      <a:pt x="1693" y="1132"/>
                    </a:lnTo>
                    <a:lnTo>
                      <a:pt x="1861" y="1083"/>
                    </a:lnTo>
                    <a:lnTo>
                      <a:pt x="2019" y="1045"/>
                    </a:lnTo>
                    <a:lnTo>
                      <a:pt x="2165" y="1007"/>
                    </a:lnTo>
                    <a:lnTo>
                      <a:pt x="2301" y="974"/>
                    </a:lnTo>
                    <a:lnTo>
                      <a:pt x="2426" y="947"/>
                    </a:lnTo>
                    <a:lnTo>
                      <a:pt x="2534" y="914"/>
                    </a:lnTo>
                    <a:lnTo>
                      <a:pt x="2626" y="892"/>
                    </a:lnTo>
                    <a:lnTo>
                      <a:pt x="2702" y="865"/>
                    </a:lnTo>
                    <a:lnTo>
                      <a:pt x="2762" y="838"/>
                    </a:lnTo>
                    <a:lnTo>
                      <a:pt x="2800" y="816"/>
                    </a:lnTo>
                    <a:lnTo>
                      <a:pt x="2827" y="794"/>
                    </a:lnTo>
                    <a:lnTo>
                      <a:pt x="2849" y="767"/>
                    </a:lnTo>
                    <a:lnTo>
                      <a:pt x="2865" y="745"/>
                    </a:lnTo>
                    <a:lnTo>
                      <a:pt x="2876" y="724"/>
                    </a:lnTo>
                    <a:lnTo>
                      <a:pt x="2882" y="702"/>
                    </a:lnTo>
                    <a:lnTo>
                      <a:pt x="2876" y="658"/>
                    </a:lnTo>
                    <a:lnTo>
                      <a:pt x="2854" y="620"/>
                    </a:lnTo>
                    <a:lnTo>
                      <a:pt x="2833" y="588"/>
                    </a:lnTo>
                    <a:lnTo>
                      <a:pt x="2800" y="560"/>
                    </a:lnTo>
                    <a:lnTo>
                      <a:pt x="2773" y="544"/>
                    </a:lnTo>
                    <a:lnTo>
                      <a:pt x="2773" y="544"/>
                    </a:lnTo>
                    <a:close/>
                  </a:path>
                </a:pathLst>
              </a:custGeom>
              <a:gradFill>
                <a:gsLst>
                  <a:gs pos="0">
                    <a:schemeClr val="dk2"/>
                  </a:gs>
                  <a:gs pos="100000">
                    <a:srgbClr val="002E8B"/>
                  </a:gs>
                </a:gsLst>
                <a:lin ang="0"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73" name="Google Shape;573;p61"/>
              <p:cNvSpPr/>
              <p:nvPr/>
            </p:nvSpPr>
            <p:spPr>
              <a:xfrm>
                <a:off x="4170" y="2672"/>
                <a:ext cx="1259" cy="811"/>
              </a:xfrm>
              <a:custGeom>
                <a:avLst/>
                <a:gdLst/>
                <a:ahLst/>
                <a:cxnLst/>
                <a:rect l="l" t="t" r="r" b="b"/>
                <a:pathLst>
                  <a:path w="1259" h="811" extrusionOk="0">
                    <a:moveTo>
                      <a:pt x="1259" y="615"/>
                    </a:moveTo>
                    <a:lnTo>
                      <a:pt x="1248" y="588"/>
                    </a:lnTo>
                    <a:lnTo>
                      <a:pt x="1237" y="566"/>
                    </a:lnTo>
                    <a:lnTo>
                      <a:pt x="1216" y="539"/>
                    </a:lnTo>
                    <a:lnTo>
                      <a:pt x="1188" y="517"/>
                    </a:lnTo>
                    <a:lnTo>
                      <a:pt x="1123" y="479"/>
                    </a:lnTo>
                    <a:lnTo>
                      <a:pt x="1042" y="441"/>
                    </a:lnTo>
                    <a:lnTo>
                      <a:pt x="944" y="408"/>
                    </a:lnTo>
                    <a:lnTo>
                      <a:pt x="841" y="381"/>
                    </a:lnTo>
                    <a:lnTo>
                      <a:pt x="727" y="348"/>
                    </a:lnTo>
                    <a:lnTo>
                      <a:pt x="613" y="321"/>
                    </a:lnTo>
                    <a:lnTo>
                      <a:pt x="499" y="294"/>
                    </a:lnTo>
                    <a:lnTo>
                      <a:pt x="391" y="261"/>
                    </a:lnTo>
                    <a:lnTo>
                      <a:pt x="288" y="229"/>
                    </a:lnTo>
                    <a:lnTo>
                      <a:pt x="195" y="196"/>
                    </a:lnTo>
                    <a:lnTo>
                      <a:pt x="119" y="152"/>
                    </a:lnTo>
                    <a:lnTo>
                      <a:pt x="54" y="109"/>
                    </a:lnTo>
                    <a:lnTo>
                      <a:pt x="33" y="87"/>
                    </a:lnTo>
                    <a:lnTo>
                      <a:pt x="16" y="60"/>
                    </a:lnTo>
                    <a:lnTo>
                      <a:pt x="5" y="33"/>
                    </a:lnTo>
                    <a:lnTo>
                      <a:pt x="0" y="0"/>
                    </a:lnTo>
                    <a:lnTo>
                      <a:pt x="0" y="6"/>
                    </a:lnTo>
                    <a:lnTo>
                      <a:pt x="0" y="11"/>
                    </a:lnTo>
                    <a:lnTo>
                      <a:pt x="0" y="38"/>
                    </a:lnTo>
                    <a:lnTo>
                      <a:pt x="5" y="60"/>
                    </a:lnTo>
                    <a:lnTo>
                      <a:pt x="16" y="87"/>
                    </a:lnTo>
                    <a:lnTo>
                      <a:pt x="33" y="114"/>
                    </a:lnTo>
                    <a:lnTo>
                      <a:pt x="54" y="142"/>
                    </a:lnTo>
                    <a:lnTo>
                      <a:pt x="87" y="174"/>
                    </a:lnTo>
                    <a:lnTo>
                      <a:pt x="125" y="207"/>
                    </a:lnTo>
                    <a:lnTo>
                      <a:pt x="179" y="240"/>
                    </a:lnTo>
                    <a:lnTo>
                      <a:pt x="244" y="278"/>
                    </a:lnTo>
                    <a:lnTo>
                      <a:pt x="326" y="310"/>
                    </a:lnTo>
                    <a:lnTo>
                      <a:pt x="418" y="348"/>
                    </a:lnTo>
                    <a:lnTo>
                      <a:pt x="526" y="381"/>
                    </a:lnTo>
                    <a:lnTo>
                      <a:pt x="657" y="414"/>
                    </a:lnTo>
                    <a:lnTo>
                      <a:pt x="749" y="435"/>
                    </a:lnTo>
                    <a:lnTo>
                      <a:pt x="830" y="463"/>
                    </a:lnTo>
                    <a:lnTo>
                      <a:pt x="901" y="490"/>
                    </a:lnTo>
                    <a:lnTo>
                      <a:pt x="966" y="512"/>
                    </a:lnTo>
                    <a:lnTo>
                      <a:pt x="1015" y="539"/>
                    </a:lnTo>
                    <a:lnTo>
                      <a:pt x="1053" y="566"/>
                    </a:lnTo>
                    <a:lnTo>
                      <a:pt x="1080" y="593"/>
                    </a:lnTo>
                    <a:lnTo>
                      <a:pt x="1102" y="620"/>
                    </a:lnTo>
                    <a:lnTo>
                      <a:pt x="1112" y="648"/>
                    </a:lnTo>
                    <a:lnTo>
                      <a:pt x="1118" y="675"/>
                    </a:lnTo>
                    <a:lnTo>
                      <a:pt x="1112" y="697"/>
                    </a:lnTo>
                    <a:lnTo>
                      <a:pt x="1096" y="724"/>
                    </a:lnTo>
                    <a:lnTo>
                      <a:pt x="1080" y="746"/>
                    </a:lnTo>
                    <a:lnTo>
                      <a:pt x="1053" y="767"/>
                    </a:lnTo>
                    <a:lnTo>
                      <a:pt x="1015" y="789"/>
                    </a:lnTo>
                    <a:lnTo>
                      <a:pt x="977" y="811"/>
                    </a:lnTo>
                    <a:lnTo>
                      <a:pt x="1047" y="789"/>
                    </a:lnTo>
                    <a:lnTo>
                      <a:pt x="1107" y="767"/>
                    </a:lnTo>
                    <a:lnTo>
                      <a:pt x="1156" y="746"/>
                    </a:lnTo>
                    <a:lnTo>
                      <a:pt x="1199" y="724"/>
                    </a:lnTo>
                    <a:lnTo>
                      <a:pt x="1226" y="702"/>
                    </a:lnTo>
                    <a:lnTo>
                      <a:pt x="1248" y="675"/>
                    </a:lnTo>
                    <a:lnTo>
                      <a:pt x="1259" y="648"/>
                    </a:lnTo>
                    <a:lnTo>
                      <a:pt x="1259" y="615"/>
                    </a:lnTo>
                    <a:lnTo>
                      <a:pt x="1259" y="615"/>
                    </a:lnTo>
                    <a:close/>
                  </a:path>
                </a:pathLst>
              </a:custGeom>
              <a:gradFill>
                <a:gsLst>
                  <a:gs pos="0">
                    <a:schemeClr val="dk2"/>
                  </a:gs>
                  <a:gs pos="100000">
                    <a:srgbClr val="002E8B"/>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74" name="Google Shape;574;p61"/>
              <p:cNvSpPr/>
              <p:nvPr/>
            </p:nvSpPr>
            <p:spPr>
              <a:xfrm>
                <a:off x="2900" y="3346"/>
                <a:ext cx="2849" cy="969"/>
              </a:xfrm>
              <a:custGeom>
                <a:avLst/>
                <a:gdLst/>
                <a:ahLst/>
                <a:cxnLst/>
                <a:rect l="l" t="t" r="r" b="b"/>
                <a:pathLst>
                  <a:path w="2849" h="969" extrusionOk="0">
                    <a:moveTo>
                      <a:pt x="92" y="958"/>
                    </a:moveTo>
                    <a:lnTo>
                      <a:pt x="0" y="969"/>
                    </a:lnTo>
                    <a:lnTo>
                      <a:pt x="391" y="969"/>
                    </a:lnTo>
                    <a:lnTo>
                      <a:pt x="434" y="947"/>
                    </a:lnTo>
                    <a:lnTo>
                      <a:pt x="483" y="914"/>
                    </a:lnTo>
                    <a:lnTo>
                      <a:pt x="554" y="876"/>
                    </a:lnTo>
                    <a:lnTo>
                      <a:pt x="635" y="838"/>
                    </a:lnTo>
                    <a:lnTo>
                      <a:pt x="727" y="794"/>
                    </a:lnTo>
                    <a:lnTo>
                      <a:pt x="836" y="745"/>
                    </a:lnTo>
                    <a:lnTo>
                      <a:pt x="961" y="696"/>
                    </a:lnTo>
                    <a:lnTo>
                      <a:pt x="1102" y="642"/>
                    </a:lnTo>
                    <a:lnTo>
                      <a:pt x="1259" y="582"/>
                    </a:lnTo>
                    <a:lnTo>
                      <a:pt x="1433" y="522"/>
                    </a:lnTo>
                    <a:lnTo>
                      <a:pt x="1623" y="462"/>
                    </a:lnTo>
                    <a:lnTo>
                      <a:pt x="1829" y="403"/>
                    </a:lnTo>
                    <a:lnTo>
                      <a:pt x="2057" y="343"/>
                    </a:lnTo>
                    <a:lnTo>
                      <a:pt x="2301" y="283"/>
                    </a:lnTo>
                    <a:lnTo>
                      <a:pt x="2567" y="223"/>
                    </a:lnTo>
                    <a:lnTo>
                      <a:pt x="2849" y="163"/>
                    </a:lnTo>
                    <a:lnTo>
                      <a:pt x="2849" y="0"/>
                    </a:lnTo>
                    <a:lnTo>
                      <a:pt x="2817" y="16"/>
                    </a:lnTo>
                    <a:lnTo>
                      <a:pt x="2773" y="33"/>
                    </a:lnTo>
                    <a:lnTo>
                      <a:pt x="2719" y="54"/>
                    </a:lnTo>
                    <a:lnTo>
                      <a:pt x="2648" y="76"/>
                    </a:lnTo>
                    <a:lnTo>
                      <a:pt x="2572" y="98"/>
                    </a:lnTo>
                    <a:lnTo>
                      <a:pt x="2491" y="120"/>
                    </a:lnTo>
                    <a:lnTo>
                      <a:pt x="2399" y="147"/>
                    </a:lnTo>
                    <a:lnTo>
                      <a:pt x="2301" y="169"/>
                    </a:lnTo>
                    <a:lnTo>
                      <a:pt x="2095" y="223"/>
                    </a:lnTo>
                    <a:lnTo>
                      <a:pt x="1889" y="277"/>
                    </a:lnTo>
                    <a:lnTo>
                      <a:pt x="1688" y="326"/>
                    </a:lnTo>
                    <a:lnTo>
                      <a:pt x="1590" y="354"/>
                    </a:lnTo>
                    <a:lnTo>
                      <a:pt x="1503" y="381"/>
                    </a:lnTo>
                    <a:lnTo>
                      <a:pt x="1107" y="506"/>
                    </a:lnTo>
                    <a:lnTo>
                      <a:pt x="912" y="577"/>
                    </a:lnTo>
                    <a:lnTo>
                      <a:pt x="727" y="647"/>
                    </a:lnTo>
                    <a:lnTo>
                      <a:pt x="548" y="718"/>
                    </a:lnTo>
                    <a:lnTo>
                      <a:pt x="380" y="794"/>
                    </a:lnTo>
                    <a:lnTo>
                      <a:pt x="228" y="876"/>
                    </a:lnTo>
                    <a:lnTo>
                      <a:pt x="92" y="958"/>
                    </a:lnTo>
                    <a:lnTo>
                      <a:pt x="92" y="958"/>
                    </a:lnTo>
                    <a:close/>
                  </a:path>
                </a:pathLst>
              </a:custGeom>
              <a:gradFill>
                <a:gsLst>
                  <a:gs pos="0">
                    <a:srgbClr val="002E8B"/>
                  </a:gs>
                  <a:gs pos="100000">
                    <a:schemeClr val="dk2"/>
                  </a:gs>
                </a:gsLst>
                <a:lin ang="5400012"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75" name="Google Shape;575;p61"/>
              <p:cNvSpPr/>
              <p:nvPr/>
            </p:nvSpPr>
            <p:spPr>
              <a:xfrm>
                <a:off x="2748" y="2230"/>
                <a:ext cx="3007" cy="2085"/>
              </a:xfrm>
              <a:custGeom>
                <a:avLst/>
                <a:gdLst/>
                <a:ahLst/>
                <a:cxnLst/>
                <a:rect l="l" t="t" r="r" b="b"/>
                <a:pathLst>
                  <a:path w="3007" h="2085" extrusionOk="0">
                    <a:moveTo>
                      <a:pt x="1427" y="441"/>
                    </a:moveTo>
                    <a:lnTo>
                      <a:pt x="1433" y="474"/>
                    </a:lnTo>
                    <a:lnTo>
                      <a:pt x="1444" y="501"/>
                    </a:lnTo>
                    <a:lnTo>
                      <a:pt x="1460" y="528"/>
                    </a:lnTo>
                    <a:lnTo>
                      <a:pt x="1482" y="550"/>
                    </a:lnTo>
                    <a:lnTo>
                      <a:pt x="1541" y="593"/>
                    </a:lnTo>
                    <a:lnTo>
                      <a:pt x="1623" y="637"/>
                    </a:lnTo>
                    <a:lnTo>
                      <a:pt x="1715" y="670"/>
                    </a:lnTo>
                    <a:lnTo>
                      <a:pt x="1818" y="702"/>
                    </a:lnTo>
                    <a:lnTo>
                      <a:pt x="1927" y="735"/>
                    </a:lnTo>
                    <a:lnTo>
                      <a:pt x="2041" y="762"/>
                    </a:lnTo>
                    <a:lnTo>
                      <a:pt x="2155" y="789"/>
                    </a:lnTo>
                    <a:lnTo>
                      <a:pt x="2269" y="822"/>
                    </a:lnTo>
                    <a:lnTo>
                      <a:pt x="2372" y="849"/>
                    </a:lnTo>
                    <a:lnTo>
                      <a:pt x="2464" y="882"/>
                    </a:lnTo>
                    <a:lnTo>
                      <a:pt x="2551" y="920"/>
                    </a:lnTo>
                    <a:lnTo>
                      <a:pt x="2616" y="958"/>
                    </a:lnTo>
                    <a:lnTo>
                      <a:pt x="2638" y="980"/>
                    </a:lnTo>
                    <a:lnTo>
                      <a:pt x="2659" y="1007"/>
                    </a:lnTo>
                    <a:lnTo>
                      <a:pt x="2676" y="1029"/>
                    </a:lnTo>
                    <a:lnTo>
                      <a:pt x="2681" y="1056"/>
                    </a:lnTo>
                    <a:lnTo>
                      <a:pt x="2681" y="1083"/>
                    </a:lnTo>
                    <a:lnTo>
                      <a:pt x="2676" y="1105"/>
                    </a:lnTo>
                    <a:lnTo>
                      <a:pt x="2665" y="1127"/>
                    </a:lnTo>
                    <a:lnTo>
                      <a:pt x="2643" y="1149"/>
                    </a:lnTo>
                    <a:lnTo>
                      <a:pt x="2616" y="1170"/>
                    </a:lnTo>
                    <a:lnTo>
                      <a:pt x="2583" y="1187"/>
                    </a:lnTo>
                    <a:lnTo>
                      <a:pt x="2545" y="1208"/>
                    </a:lnTo>
                    <a:lnTo>
                      <a:pt x="2502" y="1225"/>
                    </a:lnTo>
                    <a:lnTo>
                      <a:pt x="2448" y="1241"/>
                    </a:lnTo>
                    <a:lnTo>
                      <a:pt x="2388" y="1257"/>
                    </a:lnTo>
                    <a:lnTo>
                      <a:pt x="2328" y="1274"/>
                    </a:lnTo>
                    <a:lnTo>
                      <a:pt x="2258" y="1290"/>
                    </a:lnTo>
                    <a:lnTo>
                      <a:pt x="2106" y="1328"/>
                    </a:lnTo>
                    <a:lnTo>
                      <a:pt x="1932" y="1372"/>
                    </a:lnTo>
                    <a:lnTo>
                      <a:pt x="1742" y="1421"/>
                    </a:lnTo>
                    <a:lnTo>
                      <a:pt x="1531" y="1475"/>
                    </a:lnTo>
                    <a:lnTo>
                      <a:pt x="1308" y="1540"/>
                    </a:lnTo>
                    <a:lnTo>
                      <a:pt x="1069" y="1617"/>
                    </a:lnTo>
                    <a:lnTo>
                      <a:pt x="820" y="1709"/>
                    </a:lnTo>
                    <a:lnTo>
                      <a:pt x="554" y="1818"/>
                    </a:lnTo>
                    <a:lnTo>
                      <a:pt x="282" y="1943"/>
                    </a:lnTo>
                    <a:lnTo>
                      <a:pt x="0" y="2085"/>
                    </a:lnTo>
                    <a:lnTo>
                      <a:pt x="152" y="2085"/>
                    </a:lnTo>
                    <a:lnTo>
                      <a:pt x="244" y="2074"/>
                    </a:lnTo>
                    <a:lnTo>
                      <a:pt x="386" y="1992"/>
                    </a:lnTo>
                    <a:lnTo>
                      <a:pt x="537" y="1910"/>
                    </a:lnTo>
                    <a:lnTo>
                      <a:pt x="700" y="1834"/>
                    </a:lnTo>
                    <a:lnTo>
                      <a:pt x="879" y="1763"/>
                    </a:lnTo>
                    <a:lnTo>
                      <a:pt x="1064" y="1693"/>
                    </a:lnTo>
                    <a:lnTo>
                      <a:pt x="1259" y="1622"/>
                    </a:lnTo>
                    <a:lnTo>
                      <a:pt x="1661" y="1497"/>
                    </a:lnTo>
                    <a:lnTo>
                      <a:pt x="1748" y="1470"/>
                    </a:lnTo>
                    <a:lnTo>
                      <a:pt x="1845" y="1442"/>
                    </a:lnTo>
                    <a:lnTo>
                      <a:pt x="2046" y="1393"/>
                    </a:lnTo>
                    <a:lnTo>
                      <a:pt x="2252" y="1339"/>
                    </a:lnTo>
                    <a:lnTo>
                      <a:pt x="2458" y="1285"/>
                    </a:lnTo>
                    <a:lnTo>
                      <a:pt x="2551" y="1263"/>
                    </a:lnTo>
                    <a:lnTo>
                      <a:pt x="2643" y="1236"/>
                    </a:lnTo>
                    <a:lnTo>
                      <a:pt x="2730" y="1214"/>
                    </a:lnTo>
                    <a:lnTo>
                      <a:pt x="2806" y="1192"/>
                    </a:lnTo>
                    <a:lnTo>
                      <a:pt x="2876" y="1170"/>
                    </a:lnTo>
                    <a:lnTo>
                      <a:pt x="2931" y="1149"/>
                    </a:lnTo>
                    <a:lnTo>
                      <a:pt x="2974" y="1132"/>
                    </a:lnTo>
                    <a:lnTo>
                      <a:pt x="3007" y="1116"/>
                    </a:lnTo>
                    <a:lnTo>
                      <a:pt x="3007" y="871"/>
                    </a:lnTo>
                    <a:lnTo>
                      <a:pt x="2941" y="860"/>
                    </a:lnTo>
                    <a:lnTo>
                      <a:pt x="2860" y="844"/>
                    </a:lnTo>
                    <a:lnTo>
                      <a:pt x="2773" y="827"/>
                    </a:lnTo>
                    <a:lnTo>
                      <a:pt x="2670" y="806"/>
                    </a:lnTo>
                    <a:lnTo>
                      <a:pt x="2567" y="784"/>
                    </a:lnTo>
                    <a:lnTo>
                      <a:pt x="2458" y="757"/>
                    </a:lnTo>
                    <a:lnTo>
                      <a:pt x="2241" y="702"/>
                    </a:lnTo>
                    <a:lnTo>
                      <a:pt x="2138" y="670"/>
                    </a:lnTo>
                    <a:lnTo>
                      <a:pt x="2046" y="637"/>
                    </a:lnTo>
                    <a:lnTo>
                      <a:pt x="1959" y="604"/>
                    </a:lnTo>
                    <a:lnTo>
                      <a:pt x="1883" y="566"/>
                    </a:lnTo>
                    <a:lnTo>
                      <a:pt x="1824" y="534"/>
                    </a:lnTo>
                    <a:lnTo>
                      <a:pt x="1780" y="495"/>
                    </a:lnTo>
                    <a:lnTo>
                      <a:pt x="1769" y="474"/>
                    </a:lnTo>
                    <a:lnTo>
                      <a:pt x="1758" y="457"/>
                    </a:lnTo>
                    <a:lnTo>
                      <a:pt x="1753" y="436"/>
                    </a:lnTo>
                    <a:lnTo>
                      <a:pt x="1758" y="419"/>
                    </a:lnTo>
                    <a:lnTo>
                      <a:pt x="1780" y="381"/>
                    </a:lnTo>
                    <a:lnTo>
                      <a:pt x="1813" y="343"/>
                    </a:lnTo>
                    <a:lnTo>
                      <a:pt x="1862" y="316"/>
                    </a:lnTo>
                    <a:lnTo>
                      <a:pt x="1921" y="289"/>
                    </a:lnTo>
                    <a:lnTo>
                      <a:pt x="1986" y="267"/>
                    </a:lnTo>
                    <a:lnTo>
                      <a:pt x="2062" y="245"/>
                    </a:lnTo>
                    <a:lnTo>
                      <a:pt x="2149" y="229"/>
                    </a:lnTo>
                    <a:lnTo>
                      <a:pt x="2236" y="213"/>
                    </a:lnTo>
                    <a:lnTo>
                      <a:pt x="2431" y="180"/>
                    </a:lnTo>
                    <a:lnTo>
                      <a:pt x="2627" y="158"/>
                    </a:lnTo>
                    <a:lnTo>
                      <a:pt x="2827" y="125"/>
                    </a:lnTo>
                    <a:lnTo>
                      <a:pt x="2920" y="109"/>
                    </a:lnTo>
                    <a:lnTo>
                      <a:pt x="3007" y="87"/>
                    </a:lnTo>
                    <a:lnTo>
                      <a:pt x="3007" y="0"/>
                    </a:lnTo>
                    <a:lnTo>
                      <a:pt x="2909" y="22"/>
                    </a:lnTo>
                    <a:lnTo>
                      <a:pt x="2795" y="44"/>
                    </a:lnTo>
                    <a:lnTo>
                      <a:pt x="2676" y="66"/>
                    </a:lnTo>
                    <a:lnTo>
                      <a:pt x="2551" y="82"/>
                    </a:lnTo>
                    <a:lnTo>
                      <a:pt x="2285" y="120"/>
                    </a:lnTo>
                    <a:lnTo>
                      <a:pt x="2155" y="136"/>
                    </a:lnTo>
                    <a:lnTo>
                      <a:pt x="2030" y="158"/>
                    </a:lnTo>
                    <a:lnTo>
                      <a:pt x="1905" y="174"/>
                    </a:lnTo>
                    <a:lnTo>
                      <a:pt x="1791" y="202"/>
                    </a:lnTo>
                    <a:lnTo>
                      <a:pt x="1688" y="229"/>
                    </a:lnTo>
                    <a:lnTo>
                      <a:pt x="1601" y="261"/>
                    </a:lnTo>
                    <a:lnTo>
                      <a:pt x="1525" y="300"/>
                    </a:lnTo>
                    <a:lnTo>
                      <a:pt x="1471" y="338"/>
                    </a:lnTo>
                    <a:lnTo>
                      <a:pt x="1455" y="359"/>
                    </a:lnTo>
                    <a:lnTo>
                      <a:pt x="1438" y="387"/>
                    </a:lnTo>
                    <a:lnTo>
                      <a:pt x="1427" y="414"/>
                    </a:lnTo>
                    <a:lnTo>
                      <a:pt x="1427" y="441"/>
                    </a:lnTo>
                    <a:close/>
                  </a:path>
                </a:pathLst>
              </a:custGeom>
              <a:solidFill>
                <a:schemeClr val="dk2"/>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76" name="Google Shape;576;p61"/>
              <p:cNvSpPr/>
              <p:nvPr/>
            </p:nvSpPr>
            <p:spPr>
              <a:xfrm>
                <a:off x="4501" y="2317"/>
                <a:ext cx="1248" cy="539"/>
              </a:xfrm>
              <a:custGeom>
                <a:avLst/>
                <a:gdLst/>
                <a:ahLst/>
                <a:cxnLst/>
                <a:rect l="l" t="t" r="r" b="b"/>
                <a:pathLst>
                  <a:path w="1248" h="539" extrusionOk="0">
                    <a:moveTo>
                      <a:pt x="0" y="332"/>
                    </a:moveTo>
                    <a:lnTo>
                      <a:pt x="0" y="360"/>
                    </a:lnTo>
                    <a:lnTo>
                      <a:pt x="5" y="387"/>
                    </a:lnTo>
                    <a:lnTo>
                      <a:pt x="27" y="414"/>
                    </a:lnTo>
                    <a:lnTo>
                      <a:pt x="54" y="436"/>
                    </a:lnTo>
                    <a:lnTo>
                      <a:pt x="92" y="463"/>
                    </a:lnTo>
                    <a:lnTo>
                      <a:pt x="141" y="490"/>
                    </a:lnTo>
                    <a:lnTo>
                      <a:pt x="195" y="512"/>
                    </a:lnTo>
                    <a:lnTo>
                      <a:pt x="255" y="539"/>
                    </a:lnTo>
                    <a:lnTo>
                      <a:pt x="212" y="517"/>
                    </a:lnTo>
                    <a:lnTo>
                      <a:pt x="179" y="490"/>
                    </a:lnTo>
                    <a:lnTo>
                      <a:pt x="157" y="468"/>
                    </a:lnTo>
                    <a:lnTo>
                      <a:pt x="141" y="447"/>
                    </a:lnTo>
                    <a:lnTo>
                      <a:pt x="136" y="425"/>
                    </a:lnTo>
                    <a:lnTo>
                      <a:pt x="136" y="403"/>
                    </a:lnTo>
                    <a:lnTo>
                      <a:pt x="141" y="381"/>
                    </a:lnTo>
                    <a:lnTo>
                      <a:pt x="157" y="365"/>
                    </a:lnTo>
                    <a:lnTo>
                      <a:pt x="179" y="343"/>
                    </a:lnTo>
                    <a:lnTo>
                      <a:pt x="201" y="327"/>
                    </a:lnTo>
                    <a:lnTo>
                      <a:pt x="266" y="294"/>
                    </a:lnTo>
                    <a:lnTo>
                      <a:pt x="353" y="262"/>
                    </a:lnTo>
                    <a:lnTo>
                      <a:pt x="445" y="234"/>
                    </a:lnTo>
                    <a:lnTo>
                      <a:pt x="554" y="213"/>
                    </a:lnTo>
                    <a:lnTo>
                      <a:pt x="662" y="191"/>
                    </a:lnTo>
                    <a:lnTo>
                      <a:pt x="890" y="153"/>
                    </a:lnTo>
                    <a:lnTo>
                      <a:pt x="993" y="136"/>
                    </a:lnTo>
                    <a:lnTo>
                      <a:pt x="1091" y="120"/>
                    </a:lnTo>
                    <a:lnTo>
                      <a:pt x="1178" y="115"/>
                    </a:lnTo>
                    <a:lnTo>
                      <a:pt x="1248" y="104"/>
                    </a:lnTo>
                    <a:lnTo>
                      <a:pt x="1248" y="0"/>
                    </a:lnTo>
                    <a:lnTo>
                      <a:pt x="1161" y="22"/>
                    </a:lnTo>
                    <a:lnTo>
                      <a:pt x="1069" y="38"/>
                    </a:lnTo>
                    <a:lnTo>
                      <a:pt x="874" y="71"/>
                    </a:lnTo>
                    <a:lnTo>
                      <a:pt x="673" y="93"/>
                    </a:lnTo>
                    <a:lnTo>
                      <a:pt x="483" y="126"/>
                    </a:lnTo>
                    <a:lnTo>
                      <a:pt x="391" y="142"/>
                    </a:lnTo>
                    <a:lnTo>
                      <a:pt x="309" y="158"/>
                    </a:lnTo>
                    <a:lnTo>
                      <a:pt x="228" y="180"/>
                    </a:lnTo>
                    <a:lnTo>
                      <a:pt x="163" y="202"/>
                    </a:lnTo>
                    <a:lnTo>
                      <a:pt x="103" y="229"/>
                    </a:lnTo>
                    <a:lnTo>
                      <a:pt x="54" y="256"/>
                    </a:lnTo>
                    <a:lnTo>
                      <a:pt x="22" y="294"/>
                    </a:lnTo>
                    <a:lnTo>
                      <a:pt x="0" y="332"/>
                    </a:lnTo>
                    <a:lnTo>
                      <a:pt x="0" y="332"/>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577" name="Google Shape;577;p61"/>
              <p:cNvSpPr/>
              <p:nvPr/>
            </p:nvSpPr>
            <p:spPr>
              <a:xfrm>
                <a:off x="3231" y="1409"/>
                <a:ext cx="2296" cy="1469"/>
              </a:xfrm>
              <a:custGeom>
                <a:avLst/>
                <a:gdLst/>
                <a:ahLst/>
                <a:cxnLst/>
                <a:rect l="l" t="t" r="r" b="b"/>
                <a:pathLst>
                  <a:path w="2296" h="1469" extrusionOk="0">
                    <a:moveTo>
                      <a:pt x="771" y="1088"/>
                    </a:moveTo>
                    <a:lnTo>
                      <a:pt x="982" y="1061"/>
                    </a:lnTo>
                    <a:lnTo>
                      <a:pt x="1178" y="1034"/>
                    </a:lnTo>
                    <a:lnTo>
                      <a:pt x="1357" y="1012"/>
                    </a:lnTo>
                    <a:lnTo>
                      <a:pt x="1520" y="985"/>
                    </a:lnTo>
                    <a:lnTo>
                      <a:pt x="1666" y="957"/>
                    </a:lnTo>
                    <a:lnTo>
                      <a:pt x="1796" y="930"/>
                    </a:lnTo>
                    <a:lnTo>
                      <a:pt x="1916" y="897"/>
                    </a:lnTo>
                    <a:lnTo>
                      <a:pt x="2013" y="870"/>
                    </a:lnTo>
                    <a:lnTo>
                      <a:pt x="2100" y="832"/>
                    </a:lnTo>
                    <a:lnTo>
                      <a:pt x="2171" y="800"/>
                    </a:lnTo>
                    <a:lnTo>
                      <a:pt x="2220" y="756"/>
                    </a:lnTo>
                    <a:lnTo>
                      <a:pt x="2263" y="712"/>
                    </a:lnTo>
                    <a:lnTo>
                      <a:pt x="2285" y="669"/>
                    </a:lnTo>
                    <a:lnTo>
                      <a:pt x="2296" y="614"/>
                    </a:lnTo>
                    <a:lnTo>
                      <a:pt x="2290" y="560"/>
                    </a:lnTo>
                    <a:lnTo>
                      <a:pt x="2269" y="500"/>
                    </a:lnTo>
                    <a:lnTo>
                      <a:pt x="2241" y="457"/>
                    </a:lnTo>
                    <a:lnTo>
                      <a:pt x="2198" y="408"/>
                    </a:lnTo>
                    <a:lnTo>
                      <a:pt x="2144" y="364"/>
                    </a:lnTo>
                    <a:lnTo>
                      <a:pt x="2079" y="321"/>
                    </a:lnTo>
                    <a:lnTo>
                      <a:pt x="2008" y="277"/>
                    </a:lnTo>
                    <a:lnTo>
                      <a:pt x="1927" y="234"/>
                    </a:lnTo>
                    <a:lnTo>
                      <a:pt x="1769" y="157"/>
                    </a:lnTo>
                    <a:lnTo>
                      <a:pt x="1688" y="125"/>
                    </a:lnTo>
                    <a:lnTo>
                      <a:pt x="1612" y="92"/>
                    </a:lnTo>
                    <a:lnTo>
                      <a:pt x="1536" y="65"/>
                    </a:lnTo>
                    <a:lnTo>
                      <a:pt x="1476" y="43"/>
                    </a:lnTo>
                    <a:lnTo>
                      <a:pt x="1422" y="27"/>
                    </a:lnTo>
                    <a:lnTo>
                      <a:pt x="1384" y="10"/>
                    </a:lnTo>
                    <a:lnTo>
                      <a:pt x="1357" y="5"/>
                    </a:lnTo>
                    <a:lnTo>
                      <a:pt x="1346" y="0"/>
                    </a:lnTo>
                    <a:lnTo>
                      <a:pt x="1498" y="54"/>
                    </a:lnTo>
                    <a:lnTo>
                      <a:pt x="1655" y="119"/>
                    </a:lnTo>
                    <a:lnTo>
                      <a:pt x="1807" y="185"/>
                    </a:lnTo>
                    <a:lnTo>
                      <a:pt x="1948" y="255"/>
                    </a:lnTo>
                    <a:lnTo>
                      <a:pt x="2013" y="288"/>
                    </a:lnTo>
                    <a:lnTo>
                      <a:pt x="2068" y="326"/>
                    </a:lnTo>
                    <a:lnTo>
                      <a:pt x="2122" y="364"/>
                    </a:lnTo>
                    <a:lnTo>
                      <a:pt x="2171" y="402"/>
                    </a:lnTo>
                    <a:lnTo>
                      <a:pt x="2209" y="440"/>
                    </a:lnTo>
                    <a:lnTo>
                      <a:pt x="2236" y="478"/>
                    </a:lnTo>
                    <a:lnTo>
                      <a:pt x="2252" y="522"/>
                    </a:lnTo>
                    <a:lnTo>
                      <a:pt x="2263" y="560"/>
                    </a:lnTo>
                    <a:lnTo>
                      <a:pt x="2258" y="598"/>
                    </a:lnTo>
                    <a:lnTo>
                      <a:pt x="2241" y="636"/>
                    </a:lnTo>
                    <a:lnTo>
                      <a:pt x="2214" y="669"/>
                    </a:lnTo>
                    <a:lnTo>
                      <a:pt x="2171" y="702"/>
                    </a:lnTo>
                    <a:lnTo>
                      <a:pt x="2122" y="729"/>
                    </a:lnTo>
                    <a:lnTo>
                      <a:pt x="2062" y="756"/>
                    </a:lnTo>
                    <a:lnTo>
                      <a:pt x="1997" y="778"/>
                    </a:lnTo>
                    <a:lnTo>
                      <a:pt x="1921" y="800"/>
                    </a:lnTo>
                    <a:lnTo>
                      <a:pt x="1834" y="821"/>
                    </a:lnTo>
                    <a:lnTo>
                      <a:pt x="1748" y="843"/>
                    </a:lnTo>
                    <a:lnTo>
                      <a:pt x="1552" y="876"/>
                    </a:lnTo>
                    <a:lnTo>
                      <a:pt x="1351" y="908"/>
                    </a:lnTo>
                    <a:lnTo>
                      <a:pt x="1134" y="941"/>
                    </a:lnTo>
                    <a:lnTo>
                      <a:pt x="923" y="968"/>
                    </a:lnTo>
                    <a:lnTo>
                      <a:pt x="716" y="995"/>
                    </a:lnTo>
                    <a:lnTo>
                      <a:pt x="521" y="1028"/>
                    </a:lnTo>
                    <a:lnTo>
                      <a:pt x="434" y="1044"/>
                    </a:lnTo>
                    <a:lnTo>
                      <a:pt x="353" y="1066"/>
                    </a:lnTo>
                    <a:lnTo>
                      <a:pt x="277" y="1082"/>
                    </a:lnTo>
                    <a:lnTo>
                      <a:pt x="206" y="1104"/>
                    </a:lnTo>
                    <a:lnTo>
                      <a:pt x="147" y="1126"/>
                    </a:lnTo>
                    <a:lnTo>
                      <a:pt x="92" y="1148"/>
                    </a:lnTo>
                    <a:lnTo>
                      <a:pt x="54" y="1175"/>
                    </a:lnTo>
                    <a:lnTo>
                      <a:pt x="22" y="1202"/>
                    </a:lnTo>
                    <a:lnTo>
                      <a:pt x="6" y="1229"/>
                    </a:lnTo>
                    <a:lnTo>
                      <a:pt x="0" y="1262"/>
                    </a:lnTo>
                    <a:lnTo>
                      <a:pt x="11" y="1295"/>
                    </a:lnTo>
                    <a:lnTo>
                      <a:pt x="27" y="1327"/>
                    </a:lnTo>
                    <a:lnTo>
                      <a:pt x="54" y="1355"/>
                    </a:lnTo>
                    <a:lnTo>
                      <a:pt x="98" y="1382"/>
                    </a:lnTo>
                    <a:lnTo>
                      <a:pt x="141" y="1404"/>
                    </a:lnTo>
                    <a:lnTo>
                      <a:pt x="196" y="1425"/>
                    </a:lnTo>
                    <a:lnTo>
                      <a:pt x="261" y="1447"/>
                    </a:lnTo>
                    <a:lnTo>
                      <a:pt x="326" y="1469"/>
                    </a:lnTo>
                    <a:lnTo>
                      <a:pt x="266" y="1442"/>
                    </a:lnTo>
                    <a:lnTo>
                      <a:pt x="217" y="1414"/>
                    </a:lnTo>
                    <a:lnTo>
                      <a:pt x="174" y="1387"/>
                    </a:lnTo>
                    <a:lnTo>
                      <a:pt x="147" y="1360"/>
                    </a:lnTo>
                    <a:lnTo>
                      <a:pt x="125" y="1333"/>
                    </a:lnTo>
                    <a:lnTo>
                      <a:pt x="120" y="1306"/>
                    </a:lnTo>
                    <a:lnTo>
                      <a:pt x="125" y="1278"/>
                    </a:lnTo>
                    <a:lnTo>
                      <a:pt x="141" y="1257"/>
                    </a:lnTo>
                    <a:lnTo>
                      <a:pt x="174" y="1229"/>
                    </a:lnTo>
                    <a:lnTo>
                      <a:pt x="212" y="1208"/>
                    </a:lnTo>
                    <a:lnTo>
                      <a:pt x="272" y="1186"/>
                    </a:lnTo>
                    <a:lnTo>
                      <a:pt x="342" y="1164"/>
                    </a:lnTo>
                    <a:lnTo>
                      <a:pt x="423" y="1142"/>
                    </a:lnTo>
                    <a:lnTo>
                      <a:pt x="527" y="1121"/>
                    </a:lnTo>
                    <a:lnTo>
                      <a:pt x="641" y="1104"/>
                    </a:lnTo>
                    <a:lnTo>
                      <a:pt x="771" y="1088"/>
                    </a:lnTo>
                    <a:lnTo>
                      <a:pt x="771" y="1088"/>
                    </a:lnTo>
                    <a:close/>
                  </a:path>
                </a:pathLst>
              </a:custGeom>
              <a:gradFill>
                <a:gsLst>
                  <a:gs pos="0">
                    <a:srgbClr val="002E8B"/>
                  </a:gs>
                  <a:gs pos="100000">
                    <a:schemeClr val="dk2"/>
                  </a:gs>
                </a:gsLst>
                <a:lin ang="2700006" scaled="0"/>
              </a:gra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grpSp>
      </p:grpSp>
      <p:sp>
        <p:nvSpPr>
          <p:cNvPr id="578" name="Google Shape;578;p61"/>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1pPr>
            <a:lvl2pPr marR="0" lvl="1"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2pPr>
            <a:lvl3pPr marR="0" lvl="2"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3pPr>
            <a:lvl4pPr marR="0" lvl="3"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4pPr>
            <a:lvl5pPr marR="0" lvl="4"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5pPr>
            <a:lvl6pPr marR="0" lvl="5"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6pPr>
            <a:lvl7pPr marR="0" lvl="6"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7pPr>
            <a:lvl8pPr marR="0" lvl="7"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8pPr>
            <a:lvl9pPr marR="0" lvl="8" algn="ctr" rtl="0">
              <a:spcBef>
                <a:spcPts val="0"/>
              </a:spcBef>
              <a:spcAft>
                <a:spcPts val="0"/>
              </a:spcAft>
              <a:buSzPts val="1400"/>
              <a:buNone/>
              <a:defRPr sz="3600" b="1" i="0" u="none" strike="noStrike" cap="none">
                <a:solidFill>
                  <a:srgbClr val="F3FF07"/>
                </a:solidFill>
                <a:latin typeface="Palatino"/>
                <a:ea typeface="Palatino"/>
                <a:cs typeface="Palatino"/>
                <a:sym typeface="Palatino"/>
              </a:defRPr>
            </a:lvl9pPr>
          </a:lstStyle>
          <a:p>
            <a:endParaRPr/>
          </a:p>
        </p:txBody>
      </p:sp>
      <p:sp>
        <p:nvSpPr>
          <p:cNvPr id="579" name="Google Shape;579;p61"/>
          <p:cNvSpPr txBox="1">
            <a:spLocks noGrp="1"/>
          </p:cNvSpPr>
          <p:nvPr>
            <p:ph type="body" idx="1"/>
          </p:nvPr>
        </p:nvSpPr>
        <p:spPr>
          <a:xfrm>
            <a:off x="457200" y="1600200"/>
            <a:ext cx="8229600" cy="4499100"/>
          </a:xfrm>
          <a:prstGeom prst="rect">
            <a:avLst/>
          </a:prstGeom>
          <a:noFill/>
          <a:ln>
            <a:noFill/>
          </a:ln>
        </p:spPr>
        <p:txBody>
          <a:bodyPr spcFirstLastPara="1" wrap="square" lIns="91425" tIns="45700" rIns="91425" bIns="45700" anchor="t" anchorCtr="0">
            <a:noAutofit/>
          </a:bodyPr>
          <a:lstStyle>
            <a:lvl1pPr marL="457200" marR="0" lvl="0" indent="-335280" algn="l" rtl="0">
              <a:spcBef>
                <a:spcPts val="480"/>
              </a:spcBef>
              <a:spcAft>
                <a:spcPts val="0"/>
              </a:spcAft>
              <a:buClr>
                <a:schemeClr val="hlink"/>
              </a:buClr>
              <a:buSzPts val="1680"/>
              <a:buFont typeface="Noto Sans Symbols"/>
              <a:buChar char="■"/>
              <a:defRPr sz="2400" b="0" i="0" u="none" strike="noStrike" cap="none">
                <a:solidFill>
                  <a:schemeClr val="lt1"/>
                </a:solidFill>
                <a:latin typeface="Palatino"/>
                <a:ea typeface="Palatino"/>
                <a:cs typeface="Palatino"/>
                <a:sym typeface="Palatino"/>
              </a:defRPr>
            </a:lvl1pPr>
            <a:lvl2pPr marL="914400" marR="0" lvl="1" indent="-317500" algn="l" rtl="0">
              <a:spcBef>
                <a:spcPts val="400"/>
              </a:spcBef>
              <a:spcAft>
                <a:spcPts val="0"/>
              </a:spcAft>
              <a:buClr>
                <a:schemeClr val="accent2"/>
              </a:buClr>
              <a:buSzPts val="1400"/>
              <a:buFont typeface="Noto Sans Symbols"/>
              <a:buChar char="■"/>
              <a:defRPr sz="2000" b="0" i="0" u="none" strike="noStrike" cap="none">
                <a:solidFill>
                  <a:schemeClr val="lt1"/>
                </a:solidFill>
                <a:latin typeface="Palatino"/>
                <a:ea typeface="Palatino"/>
                <a:cs typeface="Palatino"/>
                <a:sym typeface="Palatino"/>
              </a:defRPr>
            </a:lvl2pPr>
            <a:lvl3pPr marL="1371600" marR="0" lvl="2" indent="-335280" algn="l" rtl="0">
              <a:spcBef>
                <a:spcPts val="480"/>
              </a:spcBef>
              <a:spcAft>
                <a:spcPts val="0"/>
              </a:spcAft>
              <a:buClr>
                <a:schemeClr val="lt2"/>
              </a:buClr>
              <a:buSzPts val="1680"/>
              <a:buFont typeface="Noto Sans Symbols"/>
              <a:buChar char="■"/>
              <a:defRPr sz="2400" b="0" i="0" u="none" strike="noStrike" cap="none">
                <a:solidFill>
                  <a:schemeClr val="lt1"/>
                </a:solidFill>
                <a:latin typeface="Palatino"/>
                <a:ea typeface="Palatino"/>
                <a:cs typeface="Palatino"/>
                <a:sym typeface="Palatino"/>
              </a:defRPr>
            </a:lvl3pPr>
            <a:lvl4pPr marL="1828800" marR="0" lvl="3" indent="-299719" algn="l" rtl="0">
              <a:spcBef>
                <a:spcPts val="320"/>
              </a:spcBef>
              <a:spcAft>
                <a:spcPts val="0"/>
              </a:spcAft>
              <a:buClr>
                <a:schemeClr val="accent2"/>
              </a:buClr>
              <a:buSzPts val="1120"/>
              <a:buFont typeface="Noto Sans Symbols"/>
              <a:buChar char="■"/>
              <a:defRPr sz="1600" b="0" i="0" u="none" strike="noStrike" cap="none">
                <a:solidFill>
                  <a:schemeClr val="lt1"/>
                </a:solidFill>
                <a:latin typeface="Palatino"/>
                <a:ea typeface="Palatino"/>
                <a:cs typeface="Palatino"/>
                <a:sym typeface="Palatino"/>
              </a:defRPr>
            </a:lvl4pPr>
            <a:lvl5pPr marL="2286000" marR="0" lvl="4"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5pPr>
            <a:lvl6pPr marL="2743200" marR="0" lvl="5"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6pPr>
            <a:lvl7pPr marL="3200400" marR="0" lvl="6"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7pPr>
            <a:lvl8pPr marL="3657600" marR="0" lvl="7"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8pPr>
            <a:lvl9pPr marL="4114800" marR="0" lvl="8" indent="-299720" algn="l" rtl="0">
              <a:spcBef>
                <a:spcPts val="320"/>
              </a:spcBef>
              <a:spcAft>
                <a:spcPts val="0"/>
              </a:spcAft>
              <a:buClr>
                <a:schemeClr val="hlink"/>
              </a:buClr>
              <a:buSzPts val="1120"/>
              <a:buFont typeface="Noto Sans Symbols"/>
              <a:buChar char="■"/>
              <a:defRPr sz="1600" b="0" i="0" u="none" strike="noStrike" cap="none">
                <a:solidFill>
                  <a:schemeClr val="lt1"/>
                </a:solidFill>
                <a:latin typeface="Palatino"/>
                <a:ea typeface="Palatino"/>
                <a:cs typeface="Palatino"/>
                <a:sym typeface="Palatino"/>
              </a:defRPr>
            </a:lvl9pPr>
          </a:lstStyle>
          <a:p>
            <a:endParaRPr/>
          </a:p>
        </p:txBody>
      </p:sp>
      <p:sp>
        <p:nvSpPr>
          <p:cNvPr id="580" name="Google Shape;580;p61"/>
          <p:cNvSpPr txBox="1">
            <a:spLocks noGrp="1"/>
          </p:cNvSpPr>
          <p:nvPr>
            <p:ph type="ftr" idx="1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lvl1pPr marR="0" lvl="0" algn="ctr" rtl="0">
              <a:lnSpc>
                <a:spcPct val="100000"/>
              </a:lnSpc>
              <a:spcBef>
                <a:spcPts val="500"/>
              </a:spcBef>
              <a:spcAft>
                <a:spcPts val="0"/>
              </a:spcAft>
              <a:buSzPts val="1400"/>
              <a:buNone/>
              <a:defRPr sz="1000" b="0" i="0" u="sng">
                <a:solidFill>
                  <a:srgbClr val="FFFFFF"/>
                </a:solidFill>
                <a:latin typeface="Questrial"/>
                <a:ea typeface="Questrial"/>
                <a:cs typeface="Questrial"/>
                <a:sym typeface="Questrial"/>
              </a:defRPr>
            </a:lvl1pPr>
            <a:lvl2pPr marR="0" lvl="1"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2pPr>
            <a:lvl3pPr marR="0" lvl="2"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3pPr>
            <a:lvl4pPr marR="0" lvl="3"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4pPr>
            <a:lvl5pPr marR="0" lvl="4"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5pPr>
            <a:lvl6pPr marR="0" lvl="5"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6pPr>
            <a:lvl7pPr marR="0" lvl="6"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7pPr>
            <a:lvl8pPr marR="0" lvl="7"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8pPr>
            <a:lvl9pPr marR="0" lvl="8" algn="ctr" rtl="0">
              <a:lnSpc>
                <a:spcPct val="100000"/>
              </a:lnSpc>
              <a:spcBef>
                <a:spcPts val="0"/>
              </a:spcBef>
              <a:spcAft>
                <a:spcPts val="0"/>
              </a:spcAft>
              <a:buSzPts val="1400"/>
              <a:buNone/>
              <a:defRPr sz="2400" b="0" i="0" u="sng" strike="noStrike" cap="none">
                <a:solidFill>
                  <a:schemeClr val="lt1"/>
                </a:solidFill>
                <a:latin typeface="Times New Roman"/>
                <a:ea typeface="Times New Roman"/>
                <a:cs typeface="Times New Roman"/>
                <a:sym typeface="Times New Roman"/>
              </a:defRPr>
            </a:lvl9pPr>
          </a:lstStyle>
          <a:p>
            <a:endParaRPr/>
          </a:p>
        </p:txBody>
      </p:sp>
      <p:sp>
        <p:nvSpPr>
          <p:cNvPr id="581" name="Google Shape;581;p61"/>
          <p:cNvSpPr txBox="1">
            <a:spLocks noGrp="1"/>
          </p:cNvSpPr>
          <p:nvPr>
            <p:ph type="sldNum" idx="12"/>
          </p:nvPr>
        </p:nvSpPr>
        <p:spPr>
          <a:xfrm>
            <a:off x="8239125" y="6248400"/>
            <a:ext cx="631800" cy="476400"/>
          </a:xfrm>
          <a:prstGeom prst="rect">
            <a:avLst/>
          </a:prstGeom>
          <a:noFill/>
          <a:ln>
            <a:noFill/>
          </a:ln>
        </p:spPr>
        <p:txBody>
          <a:bodyPr spcFirstLastPara="1" wrap="square" lIns="91425" tIns="45700" rIns="91425" bIns="45700" anchor="b" anchorCtr="0">
            <a:noAutofit/>
          </a:bodyPr>
          <a:lstStyle>
            <a:lvl1pPr marL="0" marR="0" lvl="0"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1pPr>
            <a:lvl2pPr marL="0" marR="0" lvl="1"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2pPr>
            <a:lvl3pPr marL="0" marR="0" lvl="2"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3pPr>
            <a:lvl4pPr marL="0" marR="0" lvl="3"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4pPr>
            <a:lvl5pPr marL="0" marR="0" lvl="4"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5pPr>
            <a:lvl6pPr marL="0" marR="0" lvl="5"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6pPr>
            <a:lvl7pPr marL="0" marR="0" lvl="6"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7pPr>
            <a:lvl8pPr marL="0" marR="0" lvl="7"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8pPr>
            <a:lvl9pPr marL="0" marR="0" lvl="8" indent="0" algn="r" rtl="0">
              <a:lnSpc>
                <a:spcPct val="100000"/>
              </a:lnSpc>
              <a:spcBef>
                <a:spcPts val="0"/>
              </a:spcBef>
              <a:spcAft>
                <a:spcPts val="0"/>
              </a:spcAft>
              <a:buClr>
                <a:srgbClr val="FFFFFF"/>
              </a:buClr>
              <a:buSzPts val="1200"/>
              <a:buFont typeface="Arial"/>
              <a:buNone/>
              <a:defRPr sz="1200" b="0" i="0" u="sng">
                <a:solidFill>
                  <a:srgbClr val="FFFFFF"/>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sz="1400" u="none">
              <a:solidFill>
                <a:srgbClr val="000000"/>
              </a:solidFill>
            </a:endParaRPr>
          </a:p>
        </p:txBody>
      </p:sp>
    </p:spTree>
  </p:cSld>
  <p:clrMap bg1="lt1" tx1="dk1" bg2="dk2" tx2="lt2" accent1="accent1" accent2="accent2" accent3="accent3" accent4="accent4" accent5="accent5" accent6="accent6" hlink="hlink" folHlink="folHlink"/>
  <p:sldLayoutIdLst>
    <p:sldLayoutId id="2147483681"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2.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hyperlink" Target="about:blank" TargetMode="External"/><Relationship Id="rId2" Type="http://schemas.openxmlformats.org/officeDocument/2006/relationships/notesSlide" Target="../notesSlides/notesSlide107.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0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hyperlink" Target="about:blank" TargetMode="External"/><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8.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3.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5.xml"/></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5.xml"/><Relationship Id="rId1" Type="http://schemas.openxmlformats.org/officeDocument/2006/relationships/slideLayout" Target="../slideLayouts/slideLayout15.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4.xml"/><Relationship Id="rId1" Type="http://schemas.openxmlformats.org/officeDocument/2006/relationships/slideLayout" Target="../slideLayouts/slideLayout1.xml"/><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sp>
        <p:nvSpPr>
          <p:cNvPr id="591" name="Google Shape;591;p6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Chapter 1</a:t>
            </a:r>
            <a:endParaRPr/>
          </a:p>
        </p:txBody>
      </p:sp>
      <p:graphicFrame>
        <p:nvGraphicFramePr>
          <p:cNvPr id="592" name="Google Shape;592;p63"/>
          <p:cNvGraphicFramePr/>
          <p:nvPr/>
        </p:nvGraphicFramePr>
        <p:xfrm>
          <a:off x="533400" y="2133600"/>
          <a:ext cx="8458175" cy="3143250"/>
        </p:xfrm>
        <a:graphic>
          <a:graphicData uri="http://schemas.openxmlformats.org/drawingml/2006/table">
            <a:tbl>
              <a:tblPr>
                <a:noFill/>
                <a:tableStyleId>{E5D839C3-AA58-4AAE-A54E-0BDEEFB4F566}</a:tableStyleId>
              </a:tblPr>
              <a:tblGrid>
                <a:gridCol w="1376350">
                  <a:extLst>
                    <a:ext uri="{9D8B030D-6E8A-4147-A177-3AD203B41FA5}">
                      <a16:colId xmlns:a16="http://schemas.microsoft.com/office/drawing/2014/main" val="20000"/>
                    </a:ext>
                  </a:extLst>
                </a:gridCol>
                <a:gridCol w="7081825">
                  <a:extLst>
                    <a:ext uri="{9D8B030D-6E8A-4147-A177-3AD203B41FA5}">
                      <a16:colId xmlns:a16="http://schemas.microsoft.com/office/drawing/2014/main" val="20001"/>
                    </a:ext>
                  </a:extLst>
                </a:gridCol>
              </a:tblGrid>
              <a:tr h="692150">
                <a:tc>
                  <a:txBody>
                    <a:bodyPr/>
                    <a:lstStyle/>
                    <a:p>
                      <a:pPr marL="0" marR="0" lvl="0" indent="0" algn="ctr"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1.1</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tc>
                  <a:txBody>
                    <a:bodyPr/>
                    <a:lstStyle/>
                    <a:p>
                      <a:pPr marL="0" marR="0" lvl="0" indent="0" algn="l"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Software life cycle models: Waterfall, RAD, Spiral, Open-source, Agile process. </a:t>
                      </a:r>
                      <a:r>
                        <a:rPr lang="en-US" sz="1200" b="1" i="0" u="none" strike="noStrike" cap="none">
                          <a:solidFill>
                            <a:srgbClr val="000000"/>
                          </a:solidFill>
                          <a:latin typeface="Times New Roman"/>
                          <a:ea typeface="Times New Roman"/>
                          <a:cs typeface="Times New Roman"/>
                          <a:sym typeface="Times New Roman"/>
                        </a:rPr>
                        <a:t>Chapter 1</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extLst>
                  <a:ext uri="{0D108BD9-81ED-4DB2-BD59-A6C34878D82A}">
                    <a16:rowId xmlns:a16="http://schemas.microsoft.com/office/drawing/2014/main" val="10000"/>
                  </a:ext>
                </a:extLst>
              </a:tr>
              <a:tr h="692150">
                <a:tc>
                  <a:txBody>
                    <a:bodyPr/>
                    <a:lstStyle/>
                    <a:p>
                      <a:pPr marL="0" marR="0" lvl="0" indent="0" algn="ctr"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1.2</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tc>
                  <a:txBody>
                    <a:bodyPr/>
                    <a:lstStyle/>
                    <a:p>
                      <a:pPr marL="0" marR="0" lvl="0" indent="0" algn="l"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Understanding software process, Process metric,CMM levels, </a:t>
                      </a:r>
                      <a:r>
                        <a:rPr lang="en-US" sz="1200" b="1" i="0" u="none" strike="noStrike" cap="none">
                          <a:solidFill>
                            <a:srgbClr val="000000"/>
                          </a:solidFill>
                          <a:latin typeface="Times New Roman"/>
                          <a:ea typeface="Times New Roman"/>
                          <a:cs typeface="Times New Roman"/>
                          <a:sym typeface="Times New Roman"/>
                        </a:rPr>
                        <a:t>Chapter 25</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extLst>
                  <a:ext uri="{0D108BD9-81ED-4DB2-BD59-A6C34878D82A}">
                    <a16:rowId xmlns:a16="http://schemas.microsoft.com/office/drawing/2014/main" val="10001"/>
                  </a:ext>
                </a:extLst>
              </a:tr>
              <a:tr h="596900">
                <a:tc>
                  <a:txBody>
                    <a:bodyPr/>
                    <a:lstStyle/>
                    <a:p>
                      <a:pPr marL="0" marR="0" lvl="0" indent="0" algn="ctr"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1.3</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tc>
                  <a:txBody>
                    <a:bodyPr/>
                    <a:lstStyle/>
                    <a:p>
                      <a:pPr marL="0" marR="0" lvl="0" indent="0" algn="l"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Planning &amp; Estimation: Product metrics Estimation- LOC, FP, COCOMO models. </a:t>
                      </a:r>
                      <a:r>
                        <a:rPr lang="en-US" sz="1200" b="1" i="0" u="none" strike="noStrike" cap="none">
                          <a:solidFill>
                            <a:srgbClr val="000000"/>
                          </a:solidFill>
                          <a:latin typeface="Times New Roman"/>
                          <a:ea typeface="Times New Roman"/>
                          <a:cs typeface="Times New Roman"/>
                          <a:sym typeface="Times New Roman"/>
                        </a:rPr>
                        <a:t>Chapter 26</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extLst>
                  <a:ext uri="{0D108BD9-81ED-4DB2-BD59-A6C34878D82A}">
                    <a16:rowId xmlns:a16="http://schemas.microsoft.com/office/drawing/2014/main" val="10002"/>
                  </a:ext>
                </a:extLst>
              </a:tr>
              <a:tr h="1162050">
                <a:tc>
                  <a:txBody>
                    <a:bodyPr/>
                    <a:lstStyle/>
                    <a:p>
                      <a:pPr marL="0" marR="0" lvl="0" indent="0" algn="ctr"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1.4</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tc>
                  <a:txBody>
                    <a:bodyPr/>
                    <a:lstStyle/>
                    <a:p>
                      <a:pPr marL="0" marR="0" lvl="0" indent="0" algn="l" rtl="0">
                        <a:lnSpc>
                          <a:spcPct val="115000"/>
                        </a:lnSpc>
                        <a:spcBef>
                          <a:spcPts val="0"/>
                        </a:spcBef>
                        <a:spcAft>
                          <a:spcPts val="0"/>
                        </a:spcAft>
                        <a:buClr>
                          <a:srgbClr val="000000"/>
                        </a:buClr>
                        <a:buSzPts val="1200"/>
                        <a:buFont typeface="Times New Roman"/>
                        <a:buNone/>
                      </a:pPr>
                      <a:r>
                        <a:rPr lang="en-US" sz="1200" b="0" i="0" u="none" strike="noStrike" cap="none">
                          <a:solidFill>
                            <a:srgbClr val="000000"/>
                          </a:solidFill>
                          <a:latin typeface="Times New Roman"/>
                          <a:ea typeface="Times New Roman"/>
                          <a:cs typeface="Times New Roman"/>
                          <a:sym typeface="Times New Roman"/>
                        </a:rPr>
                        <a:t>Project Management activities : Planning, Scheduling and Tracking. </a:t>
                      </a:r>
                      <a:r>
                        <a:rPr lang="en-US" sz="1200" b="1" i="0" u="none" strike="noStrike" cap="none">
                          <a:solidFill>
                            <a:srgbClr val="000000"/>
                          </a:solidFill>
                          <a:latin typeface="Times New Roman"/>
                          <a:ea typeface="Times New Roman"/>
                          <a:cs typeface="Times New Roman"/>
                          <a:sym typeface="Times New Roman"/>
                        </a:rPr>
                        <a:t>Chapter 27</a:t>
                      </a:r>
                      <a:endParaRPr/>
                    </a:p>
                  </a:txBody>
                  <a:tcPr marL="68575" marR="68575" marT="0" marB="0">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solidFill>
                      <a:srgbClr val="E7F6EF"/>
                    </a:solidFill>
                  </a:tcPr>
                </a:tc>
                <a:extLst>
                  <a:ext uri="{0D108BD9-81ED-4DB2-BD59-A6C34878D82A}">
                    <a16:rowId xmlns:a16="http://schemas.microsoft.com/office/drawing/2014/main" val="10003"/>
                  </a:ext>
                </a:extLst>
              </a:tr>
            </a:tbl>
          </a:graphicData>
        </a:graphic>
      </p:graphicFrame>
      <p:sp>
        <p:nvSpPr>
          <p:cNvPr id="593" name="Google Shape;593;p6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1</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6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Definition of Software Engineering</a:t>
            </a:r>
            <a:endParaRPr/>
          </a:p>
        </p:txBody>
      </p:sp>
      <p:sp>
        <p:nvSpPr>
          <p:cNvPr id="599" name="Google Shape;599;p6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strike="noStrike" cap="none">
                <a:solidFill>
                  <a:schemeClr val="dk1"/>
                </a:solidFill>
                <a:latin typeface="Times New Roman"/>
                <a:ea typeface="Times New Roman"/>
                <a:cs typeface="Times New Roman"/>
                <a:sym typeface="Times New Roman"/>
              </a:rPr>
              <a:t>Software </a:t>
            </a:r>
            <a:r>
              <a:rPr lang="en-US" sz="2400" b="0" i="0" u="none" strike="noStrike" cap="none">
                <a:solidFill>
                  <a:schemeClr val="dk1"/>
                </a:solidFill>
                <a:latin typeface="Times New Roman"/>
                <a:ea typeface="Times New Roman"/>
                <a:cs typeface="Times New Roman"/>
                <a:sym typeface="Times New Roman"/>
              </a:rPr>
              <a:t>is more than just a program code. A program is an executable code, which serves some computational purpose. Software is considered to be collection of executable programming code, associated libraries and documentations. Software, when made for a specific requirement is called </a:t>
            </a:r>
            <a:r>
              <a:rPr lang="en-US" sz="2400" b="1" i="0" u="none" strike="noStrike" cap="none">
                <a:solidFill>
                  <a:schemeClr val="dk1"/>
                </a:solidFill>
                <a:latin typeface="Times New Roman"/>
                <a:ea typeface="Times New Roman"/>
                <a:cs typeface="Times New Roman"/>
                <a:sym typeface="Times New Roman"/>
              </a:rPr>
              <a:t>software product.</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strike="noStrike" cap="none">
                <a:solidFill>
                  <a:schemeClr val="dk1"/>
                </a:solidFill>
                <a:latin typeface="Times New Roman"/>
                <a:ea typeface="Times New Roman"/>
                <a:cs typeface="Times New Roman"/>
                <a:sym typeface="Times New Roman"/>
              </a:rPr>
              <a:t>Engineering</a:t>
            </a:r>
            <a:r>
              <a:rPr lang="en-US" sz="2400" b="0" i="0" u="none" strike="noStrike" cap="none">
                <a:solidFill>
                  <a:schemeClr val="dk1"/>
                </a:solidFill>
                <a:latin typeface="Times New Roman"/>
                <a:ea typeface="Times New Roman"/>
                <a:cs typeface="Times New Roman"/>
                <a:sym typeface="Times New Roman"/>
              </a:rPr>
              <a:t> on the other hand, is all about developing products, using well-defined, scientific principles and methods.</a:t>
            </a:r>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600" name="Google Shape;600;p6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p6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3</a:t>
            </a:fld>
            <a:endParaRPr/>
          </a:p>
        </p:txBody>
      </p:sp>
      <p:pic>
        <p:nvPicPr>
          <p:cNvPr id="606" name="Google Shape;606;p65"/>
          <p:cNvPicPr preferRelativeResize="0"/>
          <p:nvPr/>
        </p:nvPicPr>
        <p:blipFill rotWithShape="1">
          <a:blip r:embed="rId3">
            <a:alphaModFix/>
          </a:blip>
          <a:srcRect/>
          <a:stretch/>
        </p:blipFill>
        <p:spPr>
          <a:xfrm>
            <a:off x="533400" y="381000"/>
            <a:ext cx="8229600" cy="57912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6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4</a:t>
            </a:fld>
            <a:endParaRPr/>
          </a:p>
        </p:txBody>
      </p:sp>
      <p:sp>
        <p:nvSpPr>
          <p:cNvPr id="612" name="Google Shape;612;p66"/>
          <p:cNvSpPr txBox="1">
            <a:spLocks noGrp="1"/>
          </p:cNvSpPr>
          <p:nvPr>
            <p:ph type="title"/>
          </p:nvPr>
        </p:nvSpPr>
        <p:spPr>
          <a:xfrm>
            <a:off x="6096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Arial"/>
              <a:buNone/>
            </a:pPr>
            <a:r>
              <a:rPr lang="en-US" sz="4000" b="0" i="0" u="none">
                <a:solidFill>
                  <a:schemeClr val="dk2"/>
                </a:solidFill>
                <a:latin typeface="Arial"/>
                <a:ea typeface="Arial"/>
                <a:cs typeface="Arial"/>
                <a:sym typeface="Arial"/>
              </a:rPr>
              <a:t>Software Engineering - Defined</a:t>
            </a:r>
            <a:endParaRPr/>
          </a:p>
        </p:txBody>
      </p:sp>
      <p:sp>
        <p:nvSpPr>
          <p:cNvPr id="613" name="Google Shape;613;p66"/>
          <p:cNvSpPr txBox="1">
            <a:spLocks noGrp="1"/>
          </p:cNvSpPr>
          <p:nvPr>
            <p:ph type="body" idx="1"/>
          </p:nvPr>
        </p:nvSpPr>
        <p:spPr>
          <a:xfrm>
            <a:off x="457200" y="1981200"/>
            <a:ext cx="81534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 (1969) Software engineering is the establishment and use of sound engineering principles in order to obtain economically software that is </a:t>
            </a:r>
            <a:r>
              <a:rPr lang="en-US" sz="2000" b="1" i="0" u="none">
                <a:solidFill>
                  <a:schemeClr val="dk1"/>
                </a:solidFill>
                <a:latin typeface="Times New Roman"/>
                <a:ea typeface="Times New Roman"/>
                <a:cs typeface="Times New Roman"/>
                <a:sym typeface="Times New Roman"/>
              </a:rPr>
              <a:t>reliable and works efficiently on real machines</a:t>
            </a:r>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l" rtl="0">
              <a:lnSpc>
                <a:spcPct val="10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Software engineering</a:t>
            </a:r>
            <a:r>
              <a:rPr lang="en-US" sz="2000" b="0" i="0" u="none">
                <a:solidFill>
                  <a:schemeClr val="dk1"/>
                </a:solidFill>
                <a:latin typeface="Times New Roman"/>
                <a:ea typeface="Times New Roman"/>
                <a:cs typeface="Times New Roman"/>
                <a:sym typeface="Times New Roman"/>
              </a:rPr>
              <a:t> is an engineering branch associated with </a:t>
            </a:r>
            <a:r>
              <a:rPr lang="en-US" sz="2000" b="1" i="0" u="none">
                <a:solidFill>
                  <a:schemeClr val="dk1"/>
                </a:solidFill>
                <a:latin typeface="Times New Roman"/>
                <a:ea typeface="Times New Roman"/>
                <a:cs typeface="Times New Roman"/>
                <a:sym typeface="Times New Roman"/>
              </a:rPr>
              <a:t>development of software </a:t>
            </a:r>
            <a:r>
              <a:rPr lang="en-US" sz="2000" b="0" i="0" u="none">
                <a:solidFill>
                  <a:schemeClr val="dk1"/>
                </a:solidFill>
                <a:latin typeface="Times New Roman"/>
                <a:ea typeface="Times New Roman"/>
                <a:cs typeface="Times New Roman"/>
                <a:sym typeface="Times New Roman"/>
              </a:rPr>
              <a:t>product using well-defined scientific principles, methods and procedures. The outcome of software engineering is an </a:t>
            </a:r>
            <a:r>
              <a:rPr lang="en-US" sz="2000" b="1" i="0" u="none">
                <a:solidFill>
                  <a:schemeClr val="dk1"/>
                </a:solidFill>
                <a:latin typeface="Times New Roman"/>
                <a:ea typeface="Times New Roman"/>
                <a:cs typeface="Times New Roman"/>
                <a:sym typeface="Times New Roman"/>
              </a:rPr>
              <a:t>efficient and reliable software product.</a:t>
            </a:r>
            <a:endParaRPr/>
          </a:p>
          <a:p>
            <a:pPr marL="342900" lvl="0" indent="-342900" algn="l" rtl="0">
              <a:lnSpc>
                <a:spcPct val="100000"/>
              </a:lnSpc>
              <a:spcBef>
                <a:spcPts val="400"/>
              </a:spcBef>
              <a:spcAft>
                <a:spcPts val="0"/>
              </a:spcAft>
              <a:buClr>
                <a:schemeClr val="dk1"/>
              </a:buClr>
              <a:buSzPts val="2000"/>
              <a:buFont typeface="Times New Roman"/>
              <a:buNone/>
            </a:pPr>
            <a:endParaRPr sz="2000" b="1" i="0" u="none">
              <a:solidFill>
                <a:schemeClr val="dk1"/>
              </a:solidFill>
              <a:latin typeface="Times New Roman"/>
              <a:ea typeface="Times New Roman"/>
              <a:cs typeface="Times New Roman"/>
              <a:sym typeface="Times New Roman"/>
            </a:endParaRPr>
          </a:p>
          <a:p>
            <a:pPr marL="34290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(IEEE) The application of a systematic, disciplined, quantifiable approach to the development, operation, and maintenance of software; that is, the application of engineering to software.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6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5</a:t>
            </a:fld>
            <a:endParaRPr/>
          </a:p>
        </p:txBody>
      </p:sp>
      <p:sp>
        <p:nvSpPr>
          <p:cNvPr id="619" name="Google Shape;619;p67"/>
          <p:cNvSpPr txBox="1">
            <a:spLocks noGrp="1"/>
          </p:cNvSpPr>
          <p:nvPr>
            <p:ph type="title"/>
          </p:nvPr>
        </p:nvSpPr>
        <p:spPr>
          <a:xfrm>
            <a:off x="8382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Software Engineering is a Layered Technology</a:t>
            </a:r>
            <a:endParaRPr/>
          </a:p>
        </p:txBody>
      </p:sp>
      <p:grpSp>
        <p:nvGrpSpPr>
          <p:cNvPr id="620" name="Google Shape;620;p67"/>
          <p:cNvGrpSpPr/>
          <p:nvPr/>
        </p:nvGrpSpPr>
        <p:grpSpPr>
          <a:xfrm>
            <a:off x="1676400" y="1981200"/>
            <a:ext cx="5715000" cy="4502150"/>
            <a:chOff x="1056" y="912"/>
            <a:chExt cx="3600" cy="2836"/>
          </a:xfrm>
        </p:grpSpPr>
        <p:sp>
          <p:nvSpPr>
            <p:cNvPr id="621" name="Google Shape;621;p67"/>
            <p:cNvSpPr/>
            <p:nvPr/>
          </p:nvSpPr>
          <p:spPr>
            <a:xfrm>
              <a:off x="1056" y="912"/>
              <a:ext cx="3600" cy="2700"/>
            </a:xfrm>
            <a:prstGeom prst="triangle">
              <a:avLst>
                <a:gd name="adj" fmla="val 50000"/>
              </a:avLst>
            </a:prstGeom>
            <a:solidFill>
              <a:srgbClr val="FF99CC"/>
            </a:solidFill>
            <a:ln w="9525" cap="flat" cmpd="sng">
              <a:solidFill>
                <a:schemeClr val="dk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22" name="Google Shape;622;p67"/>
            <p:cNvSpPr txBox="1"/>
            <p:nvPr/>
          </p:nvSpPr>
          <p:spPr>
            <a:xfrm>
              <a:off x="2112" y="1648"/>
              <a:ext cx="1500" cy="21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Tools</a:t>
              </a:r>
              <a:endParaRPr/>
            </a:p>
            <a:p>
              <a:pPr marL="0" marR="0" lvl="0" indent="0" algn="ctr" rtl="0">
                <a:lnSpc>
                  <a:spcPct val="100000"/>
                </a:lnSpc>
                <a:spcBef>
                  <a:spcPts val="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Methods</a:t>
              </a:r>
              <a:endParaRPr/>
            </a:p>
            <a:p>
              <a:pPr marL="0" marR="0" lvl="0" indent="0" algn="ctr" rtl="0">
                <a:lnSpc>
                  <a:spcPct val="100000"/>
                </a:lnSpc>
                <a:spcBef>
                  <a:spcPts val="0"/>
                </a:spcBef>
                <a:spcAft>
                  <a:spcPts val="0"/>
                </a:spcAft>
                <a:buClr>
                  <a:schemeClr val="dk1"/>
                </a:buClr>
                <a:buSzPts val="2800"/>
                <a:buFont typeface="Times New Roman"/>
                <a:buNone/>
              </a:pPr>
              <a:endParaRPr sz="2800" b="0" i="0" u="sng">
                <a:solidFill>
                  <a:schemeClr val="dk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Processes</a:t>
              </a:r>
              <a:endParaRPr/>
            </a:p>
            <a:p>
              <a:pPr marL="0" marR="0" lvl="0" indent="0" algn="ctr" rtl="0">
                <a:lnSpc>
                  <a:spcPct val="100000"/>
                </a:lnSpc>
                <a:spcBef>
                  <a:spcPts val="0"/>
                </a:spcBef>
                <a:spcAft>
                  <a:spcPts val="0"/>
                </a:spcAft>
                <a:buClr>
                  <a:schemeClr val="dk1"/>
                </a:buClr>
                <a:buSzPts val="2800"/>
                <a:buFont typeface="Times New Roman"/>
                <a:buNone/>
              </a:pPr>
              <a:endParaRPr sz="2800" b="0" i="0" u="sng">
                <a:solidFill>
                  <a:schemeClr val="dk1"/>
                </a:solidFill>
                <a:latin typeface="Times New Roman"/>
                <a:ea typeface="Times New Roman"/>
                <a:cs typeface="Times New Roman"/>
                <a:sym typeface="Times New Roman"/>
              </a:endParaRPr>
            </a:p>
            <a:p>
              <a:pPr marL="0" marR="0" lvl="0" indent="0" algn="ctr" rtl="0">
                <a:lnSpc>
                  <a:spcPct val="100000"/>
                </a:lnSpc>
                <a:spcBef>
                  <a:spcPts val="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Quality Focus</a:t>
              </a:r>
              <a:endParaRPr/>
            </a:p>
          </p:txBody>
        </p:sp>
        <p:cxnSp>
          <p:nvCxnSpPr>
            <p:cNvPr id="623" name="Google Shape;623;p67"/>
            <p:cNvCxnSpPr/>
            <p:nvPr/>
          </p:nvCxnSpPr>
          <p:spPr>
            <a:xfrm>
              <a:off x="2112" y="2064"/>
              <a:ext cx="1500" cy="0"/>
            </a:xfrm>
            <a:prstGeom prst="straightConnector1">
              <a:avLst/>
            </a:prstGeom>
            <a:noFill/>
            <a:ln w="9525" cap="flat" cmpd="sng">
              <a:solidFill>
                <a:schemeClr val="dk1"/>
              </a:solidFill>
              <a:prstDash val="solid"/>
              <a:miter lim="800000"/>
              <a:headEnd type="none" w="med" len="med"/>
              <a:tailEnd type="none" w="med" len="med"/>
            </a:ln>
          </p:spPr>
        </p:cxnSp>
        <p:cxnSp>
          <p:nvCxnSpPr>
            <p:cNvPr id="624" name="Google Shape;624;p67"/>
            <p:cNvCxnSpPr/>
            <p:nvPr/>
          </p:nvCxnSpPr>
          <p:spPr>
            <a:xfrm>
              <a:off x="1728" y="2640"/>
              <a:ext cx="2100" cy="0"/>
            </a:xfrm>
            <a:prstGeom prst="straightConnector1">
              <a:avLst/>
            </a:prstGeom>
            <a:noFill/>
            <a:ln w="9525" cap="flat" cmpd="sng">
              <a:solidFill>
                <a:schemeClr val="dk1"/>
              </a:solidFill>
              <a:prstDash val="solid"/>
              <a:miter lim="800000"/>
              <a:headEnd type="none" w="med" len="med"/>
              <a:tailEnd type="none" w="med" len="med"/>
            </a:ln>
          </p:spPr>
        </p:cxnSp>
        <p:cxnSp>
          <p:nvCxnSpPr>
            <p:cNvPr id="625" name="Google Shape;625;p67"/>
            <p:cNvCxnSpPr/>
            <p:nvPr/>
          </p:nvCxnSpPr>
          <p:spPr>
            <a:xfrm>
              <a:off x="1392" y="3168"/>
              <a:ext cx="2700" cy="0"/>
            </a:xfrm>
            <a:prstGeom prst="straightConnector1">
              <a:avLst/>
            </a:prstGeom>
            <a:noFill/>
            <a:ln w="9525" cap="flat" cmpd="sng">
              <a:solidFill>
                <a:schemeClr val="dk1"/>
              </a:solidFill>
              <a:prstDash val="solid"/>
              <a:miter lim="800000"/>
              <a:headEnd type="none" w="med" len="med"/>
              <a:tailEnd type="none" w="med" len="med"/>
            </a:ln>
          </p:spPr>
        </p:cxn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6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a:t>
            </a:fld>
            <a:endParaRPr/>
          </a:p>
        </p:txBody>
      </p:sp>
      <p:sp>
        <p:nvSpPr>
          <p:cNvPr id="631" name="Google Shape;631;p68"/>
          <p:cNvSpPr txBox="1">
            <a:spLocks noGrp="1"/>
          </p:cNvSpPr>
          <p:nvPr>
            <p:ph type="title"/>
          </p:nvPr>
        </p:nvSpPr>
        <p:spPr>
          <a:xfrm>
            <a:off x="8382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Process, Methods, and Tools</a:t>
            </a:r>
            <a:endParaRPr/>
          </a:p>
        </p:txBody>
      </p:sp>
      <p:sp>
        <p:nvSpPr>
          <p:cNvPr id="632" name="Google Shape;632;p68"/>
          <p:cNvSpPr txBox="1">
            <a:spLocks noGrp="1"/>
          </p:cNvSpPr>
          <p:nvPr>
            <p:ph type="body" idx="1"/>
          </p:nvPr>
        </p:nvSpPr>
        <p:spPr>
          <a:xfrm>
            <a:off x="609600" y="1752600"/>
            <a:ext cx="7924800" cy="47244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Process</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Holds technology and time for development of software.</a:t>
            </a:r>
            <a:endParaRPr/>
          </a:p>
          <a:p>
            <a:pPr marL="2857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Provides the </a:t>
            </a:r>
            <a:r>
              <a:rPr lang="en-US" sz="1800" b="1" i="0" u="none">
                <a:solidFill>
                  <a:schemeClr val="dk1"/>
                </a:solidFill>
                <a:latin typeface="Times New Roman"/>
                <a:ea typeface="Times New Roman"/>
                <a:cs typeface="Times New Roman"/>
                <a:sym typeface="Times New Roman"/>
              </a:rPr>
              <a:t>glue</a:t>
            </a:r>
            <a:r>
              <a:rPr lang="en-US" sz="1800" b="0" i="0" u="none">
                <a:solidFill>
                  <a:schemeClr val="dk1"/>
                </a:solidFill>
                <a:latin typeface="Times New Roman"/>
                <a:ea typeface="Times New Roman"/>
                <a:cs typeface="Times New Roman"/>
                <a:sym typeface="Times New Roman"/>
              </a:rPr>
              <a:t> that holds the layers together; enables rational and timely development; provides a framework for effective delivery of technology; forms the basis for management; provides the context for technical methods, work products, milestones, quality measures, and change management</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Quality</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Software Engineering rests </a:t>
            </a:r>
            <a:r>
              <a:rPr lang="en-US" sz="1800" b="1" i="0" u="none">
                <a:solidFill>
                  <a:schemeClr val="dk1"/>
                </a:solidFill>
                <a:latin typeface="Times New Roman"/>
                <a:ea typeface="Times New Roman"/>
                <a:cs typeface="Times New Roman"/>
                <a:sym typeface="Times New Roman"/>
              </a:rPr>
              <a:t>on solid quality foundation</a:t>
            </a:r>
            <a:r>
              <a:rPr lang="en-US" sz="1800" b="0" i="0" u="none">
                <a:solidFill>
                  <a:schemeClr val="dk1"/>
                </a:solidFill>
                <a:latin typeface="Times New Roman"/>
                <a:ea typeface="Times New Roman"/>
                <a:cs typeface="Times New Roman"/>
                <a:sym typeface="Times New Roman"/>
              </a:rPr>
              <a:t>.</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Quality assurance leads to more effective approach for software development.          </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Methods</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Provide the </a:t>
            </a:r>
            <a:r>
              <a:rPr lang="en-US" sz="1800" b="1" i="0" u="none">
                <a:solidFill>
                  <a:schemeClr val="dk1"/>
                </a:solidFill>
                <a:latin typeface="Times New Roman"/>
                <a:ea typeface="Times New Roman"/>
                <a:cs typeface="Times New Roman"/>
                <a:sym typeface="Times New Roman"/>
              </a:rPr>
              <a:t>technical "how to</a:t>
            </a:r>
            <a:r>
              <a:rPr lang="en-US" sz="1800" b="0" i="0" u="none">
                <a:solidFill>
                  <a:schemeClr val="dk1"/>
                </a:solidFill>
                <a:latin typeface="Times New Roman"/>
                <a:ea typeface="Times New Roman"/>
                <a:cs typeface="Times New Roman"/>
                <a:sym typeface="Times New Roman"/>
              </a:rPr>
              <a:t>" for building software; rely on a set of basic principles; encompass a broad array of tasks; include modeling activities</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Tools</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Provide </a:t>
            </a:r>
            <a:r>
              <a:rPr lang="en-US" sz="1800" b="1" i="0" u="none">
                <a:solidFill>
                  <a:schemeClr val="dk1"/>
                </a:solidFill>
                <a:latin typeface="Times New Roman"/>
                <a:ea typeface="Times New Roman"/>
                <a:cs typeface="Times New Roman"/>
                <a:sym typeface="Times New Roman"/>
              </a:rPr>
              <a:t>automated or semi-automated </a:t>
            </a:r>
            <a:r>
              <a:rPr lang="en-US" sz="1800" b="0" i="0" u="none">
                <a:solidFill>
                  <a:schemeClr val="dk1"/>
                </a:solidFill>
                <a:latin typeface="Times New Roman"/>
                <a:ea typeface="Times New Roman"/>
                <a:cs typeface="Times New Roman"/>
                <a:sym typeface="Times New Roman"/>
              </a:rPr>
              <a:t>support for the process and methods.</a:t>
            </a:r>
            <a:endParaRPr/>
          </a:p>
          <a:p>
            <a:pPr marL="342900" lvl="0" indent="-34290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Tools can also be integrated so that they can also be used for other system software development.</a:t>
            </a:r>
            <a:endParaRPr/>
          </a:p>
          <a:p>
            <a:pPr marL="342900" lvl="0" indent="-228600" algn="l" rtl="0">
              <a:spcBef>
                <a:spcPts val="360"/>
              </a:spcBef>
              <a:spcAft>
                <a:spcPts val="0"/>
              </a:spcAft>
              <a:buClr>
                <a:schemeClr val="dk1"/>
              </a:buClr>
              <a:buSzPts val="1800"/>
              <a:buFont typeface="Times New Roman"/>
              <a:buNone/>
            </a:pPr>
            <a:endParaRPr sz="18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6"/>
        <p:cNvGrpSpPr/>
        <p:nvPr/>
      </p:nvGrpSpPr>
      <p:grpSpPr>
        <a:xfrm>
          <a:off x="0" y="0"/>
          <a:ext cx="0" cy="0"/>
          <a:chOff x="0" y="0"/>
          <a:chExt cx="0" cy="0"/>
        </a:xfrm>
      </p:grpSpPr>
      <p:sp>
        <p:nvSpPr>
          <p:cNvPr id="637" name="Google Shape;637;p69"/>
          <p:cNvSpPr txBox="1"/>
          <p:nvPr/>
        </p:nvSpPr>
        <p:spPr>
          <a:xfrm>
            <a:off x="6553200" y="6248400"/>
            <a:ext cx="1905000" cy="298500"/>
          </a:xfrm>
          <a:prstGeom prst="rect">
            <a:avLst/>
          </a:prstGeom>
          <a:noFill/>
          <a:ln>
            <a:noFill/>
          </a:ln>
        </p:spPr>
        <p:txBody>
          <a:bodyPr spcFirstLastPara="1" wrap="square" lIns="90000" tIns="46800" rIns="90000" bIns="46800" anchor="t" anchorCtr="0">
            <a:spAutoFit/>
          </a:bodyPr>
          <a:lstStyle/>
          <a:p>
            <a:pPr marL="0" marR="0" lvl="0" indent="0" algn="r" rtl="0">
              <a:lnSpc>
                <a:spcPct val="95000"/>
              </a:lnSpc>
              <a:spcBef>
                <a:spcPts val="0"/>
              </a:spcBef>
              <a:spcAft>
                <a:spcPts val="0"/>
              </a:spcAft>
              <a:buClr>
                <a:schemeClr val="dk1"/>
              </a:buClr>
              <a:buSzPts val="1400"/>
              <a:buFont typeface="Times New Roman"/>
              <a:buNone/>
            </a:pPr>
            <a:fld id="{00000000-1234-1234-1234-123412341234}" type="slidenum">
              <a:rPr lang="en-US" sz="1400" b="0" i="0" u="sng">
                <a:solidFill>
                  <a:schemeClr val="dk1"/>
                </a:solidFill>
                <a:latin typeface="Times New Roman"/>
                <a:ea typeface="Times New Roman"/>
                <a:cs typeface="Times New Roman"/>
                <a:sym typeface="Times New Roman"/>
              </a:rPr>
              <a:t>7</a:t>
            </a:fld>
            <a:endParaRPr/>
          </a:p>
        </p:txBody>
      </p:sp>
      <p:sp>
        <p:nvSpPr>
          <p:cNvPr id="638" name="Google Shape;638;p69"/>
          <p:cNvSpPr txBox="1">
            <a:spLocks noGrp="1"/>
          </p:cNvSpPr>
          <p:nvPr>
            <p:ph type="title"/>
          </p:nvPr>
        </p:nvSpPr>
        <p:spPr>
          <a:xfrm>
            <a:off x="6096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93000"/>
              </a:lnSpc>
              <a:spcBef>
                <a:spcPts val="0"/>
              </a:spcBef>
              <a:spcAft>
                <a:spcPts val="0"/>
              </a:spcAft>
              <a:buClr>
                <a:schemeClr val="dk2"/>
              </a:buClr>
              <a:buSzPts val="4000"/>
              <a:buFont typeface="Arial"/>
              <a:buNone/>
            </a:pPr>
            <a:r>
              <a:rPr lang="en-US" sz="4000" b="0" i="0" u="none">
                <a:solidFill>
                  <a:schemeClr val="dk2"/>
                </a:solidFill>
                <a:latin typeface="Arial"/>
                <a:ea typeface="Arial"/>
                <a:cs typeface="Arial"/>
                <a:sym typeface="Arial"/>
              </a:rPr>
              <a:t>Prescriptive Process Model</a:t>
            </a:r>
            <a:endParaRPr/>
          </a:p>
        </p:txBody>
      </p:sp>
      <p:sp>
        <p:nvSpPr>
          <p:cNvPr id="639" name="Google Shape;639;p69"/>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95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Prescriptive process models advocate an </a:t>
            </a:r>
            <a:r>
              <a:rPr lang="en-US" sz="2000" b="1" i="0" u="none">
                <a:solidFill>
                  <a:schemeClr val="dk1"/>
                </a:solidFill>
                <a:latin typeface="Times New Roman"/>
                <a:ea typeface="Times New Roman"/>
                <a:cs typeface="Times New Roman"/>
                <a:sym typeface="Times New Roman"/>
              </a:rPr>
              <a:t>orderly approach </a:t>
            </a:r>
            <a:r>
              <a:rPr lang="en-US" sz="2000" b="0" i="0" u="none">
                <a:solidFill>
                  <a:schemeClr val="dk1"/>
                </a:solidFill>
                <a:latin typeface="Times New Roman"/>
                <a:ea typeface="Times New Roman"/>
                <a:cs typeface="Times New Roman"/>
                <a:sym typeface="Times New Roman"/>
              </a:rPr>
              <a:t>to software engineering.</a:t>
            </a:r>
            <a:endParaRPr/>
          </a:p>
          <a:p>
            <a:pPr marL="342900" lvl="0" indent="-215900" algn="l" rtl="0">
              <a:lnSpc>
                <a:spcPct val="95000"/>
              </a:lnSpc>
              <a:spcBef>
                <a:spcPts val="7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l" rtl="0">
              <a:lnSpc>
                <a:spcPct val="95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Defines a distinct </a:t>
            </a:r>
            <a:r>
              <a:rPr lang="en-US" sz="2000" b="1" i="0" u="none">
                <a:solidFill>
                  <a:schemeClr val="dk1"/>
                </a:solidFill>
                <a:latin typeface="Times New Roman"/>
                <a:ea typeface="Times New Roman"/>
                <a:cs typeface="Times New Roman"/>
                <a:sym typeface="Times New Roman"/>
              </a:rPr>
              <a:t>set of activities</a:t>
            </a:r>
            <a:r>
              <a:rPr lang="en-US" sz="2000" b="0" i="0" u="none">
                <a:solidFill>
                  <a:schemeClr val="dk1"/>
                </a:solidFill>
                <a:latin typeface="Times New Roman"/>
                <a:ea typeface="Times New Roman"/>
                <a:cs typeface="Times New Roman"/>
                <a:sym typeface="Times New Roman"/>
              </a:rPr>
              <a:t>, actions, tasks, milestones, and work products that are required to engineer high-quality software.</a:t>
            </a:r>
            <a:endParaRPr/>
          </a:p>
          <a:p>
            <a:pPr marL="342900" lvl="0" indent="-215900" algn="l" rtl="0">
              <a:lnSpc>
                <a:spcPct val="95000"/>
              </a:lnSpc>
              <a:spcBef>
                <a:spcPts val="7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activities may be </a:t>
            </a:r>
            <a:r>
              <a:rPr lang="en-US" sz="2000" b="1" i="0" u="none">
                <a:solidFill>
                  <a:schemeClr val="dk1"/>
                </a:solidFill>
                <a:latin typeface="Times New Roman"/>
                <a:ea typeface="Times New Roman"/>
                <a:cs typeface="Times New Roman"/>
                <a:sym typeface="Times New Roman"/>
              </a:rPr>
              <a:t>linear, incremental, or evolutionary.</a:t>
            </a:r>
            <a:endParaRPr/>
          </a:p>
          <a:p>
            <a:pPr marL="342900" lvl="0" indent="-215900" algn="l" rtl="0">
              <a:lnSpc>
                <a:spcPct val="100000"/>
              </a:lnSpc>
              <a:spcBef>
                <a:spcPts val="7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Software process models prescribe a </a:t>
            </a:r>
            <a:r>
              <a:rPr lang="en-US" sz="2000" b="1" i="0" u="none">
                <a:solidFill>
                  <a:schemeClr val="dk1"/>
                </a:solidFill>
                <a:latin typeface="Times New Roman"/>
                <a:ea typeface="Times New Roman"/>
                <a:cs typeface="Times New Roman"/>
                <a:sym typeface="Times New Roman"/>
              </a:rPr>
              <a:t>workflow</a:t>
            </a:r>
            <a:r>
              <a:rPr lang="en-US" sz="2000" b="0" i="0" u="none">
                <a:solidFill>
                  <a:schemeClr val="dk1"/>
                </a:solidFill>
                <a:latin typeface="Times New Roman"/>
                <a:ea typeface="Times New Roman"/>
                <a:cs typeface="Times New Roman"/>
                <a:sym typeface="Times New Roman"/>
              </a:rPr>
              <a:t> in which the software development process elements are interrelated to one another.</a:t>
            </a:r>
            <a:endParaRPr/>
          </a:p>
          <a:p>
            <a:pPr marL="342900" lvl="0" indent="-215900" algn="l" rtl="0">
              <a:lnSpc>
                <a:spcPct val="100000"/>
              </a:lnSpc>
              <a:spcBef>
                <a:spcPts val="7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7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a:t>
            </a:fld>
            <a:endParaRPr/>
          </a:p>
        </p:txBody>
      </p:sp>
      <p:sp>
        <p:nvSpPr>
          <p:cNvPr id="645" name="Google Shape;645;p70"/>
          <p:cNvSpPr txBox="1">
            <a:spLocks noGrp="1"/>
          </p:cNvSpPr>
          <p:nvPr>
            <p:ph type="title"/>
          </p:nvPr>
        </p:nvSpPr>
        <p:spPr>
          <a:xfrm>
            <a:off x="685800" y="762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Generic Process Framework</a:t>
            </a:r>
            <a:endParaRPr/>
          </a:p>
        </p:txBody>
      </p:sp>
      <p:sp>
        <p:nvSpPr>
          <p:cNvPr id="646" name="Google Shape;646;p70"/>
          <p:cNvSpPr txBox="1">
            <a:spLocks noGrp="1"/>
          </p:cNvSpPr>
          <p:nvPr>
            <p:ph type="body" idx="1"/>
          </p:nvPr>
        </p:nvSpPr>
        <p:spPr>
          <a:xfrm>
            <a:off x="228600" y="1676400"/>
            <a:ext cx="86106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Communication</a:t>
            </a:r>
            <a:endParaRPr/>
          </a:p>
          <a:p>
            <a:pPr marL="7429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Involves communication among the customer and other stake holders; encompasses requirements gathering.</a:t>
            </a:r>
            <a:endParaRPr/>
          </a:p>
          <a:p>
            <a:pPr marL="7429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All possible requirements of the system to be developed are captured in this phase and documented in a requirement specification doc.</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Planning</a:t>
            </a:r>
            <a:endParaRPr/>
          </a:p>
          <a:p>
            <a:pPr marL="7429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Establishes a plan for software engineering work; addresses technical tasks, resources, work products, and work schedule</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Modeling (Analyze, Design)</a:t>
            </a:r>
            <a:endParaRPr/>
          </a:p>
          <a:p>
            <a:pPr marL="7429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Encompasses the creation of models to better understand the requirements and the design.</a:t>
            </a:r>
            <a:endParaRPr/>
          </a:p>
          <a:p>
            <a:pPr marL="742950" lvl="1" indent="-285750" algn="l" rtl="0">
              <a:lnSpc>
                <a:spcPct val="90000"/>
              </a:lnSpc>
              <a:spcBef>
                <a:spcPts val="360"/>
              </a:spcBef>
              <a:spcAft>
                <a:spcPts val="0"/>
              </a:spcAft>
              <a:buClr>
                <a:schemeClr val="dk1"/>
              </a:buClr>
              <a:buSzPts val="1800"/>
              <a:buFont typeface="Times New Roman"/>
              <a:buChar char="–"/>
            </a:pPr>
            <a:r>
              <a:rPr lang="en-US" sz="1800" b="0" i="0" u="none">
                <a:solidFill>
                  <a:schemeClr val="dk1"/>
                </a:solidFill>
                <a:latin typeface="Times New Roman"/>
                <a:ea typeface="Times New Roman"/>
                <a:cs typeface="Times New Roman"/>
                <a:sym typeface="Times New Roman"/>
              </a:rPr>
              <a:t>The requirement specifications are studied in this phase and system design is prepared. System Design helps in specifying hardware and system requirements and also helps in defining overall system architecture.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7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Generic Process Framework</a:t>
            </a:r>
            <a:endParaRPr/>
          </a:p>
        </p:txBody>
      </p:sp>
      <p:sp>
        <p:nvSpPr>
          <p:cNvPr id="652" name="Google Shape;652;p7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90000"/>
              </a:lnSpc>
              <a:spcBef>
                <a:spcPts val="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Construction (Code, Test)</a:t>
            </a:r>
            <a:endParaRPr/>
          </a:p>
          <a:p>
            <a:pPr marL="742950" marR="0" lvl="1" indent="-285750" algn="l" rtl="0">
              <a:lnSpc>
                <a:spcPct val="90000"/>
              </a:lnSpc>
              <a:spcBef>
                <a:spcPts val="360"/>
              </a:spcBef>
              <a:spcAft>
                <a:spcPts val="0"/>
              </a:spcAft>
              <a:buClr>
                <a:schemeClr val="dk1"/>
              </a:buClr>
              <a:buSzPts val="1800"/>
              <a:buFont typeface="Times New Roman"/>
              <a:buChar char="–"/>
            </a:pPr>
            <a:r>
              <a:rPr lang="en-US" sz="1800" b="0" i="0" u="none" strike="noStrike" cap="none">
                <a:solidFill>
                  <a:schemeClr val="dk1"/>
                </a:solidFill>
                <a:latin typeface="Times New Roman"/>
                <a:ea typeface="Times New Roman"/>
                <a:cs typeface="Times New Roman"/>
                <a:sym typeface="Times New Roman"/>
              </a:rPr>
              <a:t>Combines code generation and testing to uncover errors.</a:t>
            </a:r>
            <a:endParaRPr/>
          </a:p>
          <a:p>
            <a:pPr marL="742950" marR="0" lvl="1" indent="-285750" algn="l" rtl="0">
              <a:lnSpc>
                <a:spcPct val="90000"/>
              </a:lnSpc>
              <a:spcBef>
                <a:spcPts val="360"/>
              </a:spcBef>
              <a:spcAft>
                <a:spcPts val="0"/>
              </a:spcAft>
              <a:buClr>
                <a:schemeClr val="dk1"/>
              </a:buClr>
              <a:buSzPts val="1800"/>
              <a:buFont typeface="Times New Roman"/>
              <a:buChar char="–"/>
            </a:pPr>
            <a:r>
              <a:rPr lang="en-US" sz="1800" b="0" i="0" u="none" strike="noStrike" cap="none">
                <a:solidFill>
                  <a:schemeClr val="dk1"/>
                </a:solidFill>
                <a:latin typeface="Times New Roman"/>
                <a:ea typeface="Times New Roman"/>
                <a:cs typeface="Times New Roman"/>
                <a:sym typeface="Times New Roman"/>
              </a:rPr>
              <a:t>With inputs from system design, the system is first developed in small programs called units and integrated. Each unit is developed and tested for its functionality which is referred to as Unit Testing.</a:t>
            </a:r>
            <a:endParaRPr/>
          </a:p>
          <a:p>
            <a:pPr marL="742950" marR="0" lvl="1" indent="-285750" algn="l" rtl="0">
              <a:lnSpc>
                <a:spcPct val="90000"/>
              </a:lnSpc>
              <a:spcBef>
                <a:spcPts val="360"/>
              </a:spcBef>
              <a:spcAft>
                <a:spcPts val="0"/>
              </a:spcAft>
              <a:buClr>
                <a:schemeClr val="dk1"/>
              </a:buClr>
              <a:buSzPts val="1800"/>
              <a:buFont typeface="Times New Roman"/>
              <a:buChar char="–"/>
            </a:pPr>
            <a:r>
              <a:rPr lang="en-US" sz="1800" b="0" i="0" u="none" strike="noStrike" cap="none">
                <a:solidFill>
                  <a:schemeClr val="dk1"/>
                </a:solidFill>
                <a:latin typeface="Times New Roman"/>
                <a:ea typeface="Times New Roman"/>
                <a:cs typeface="Times New Roman"/>
                <a:sym typeface="Times New Roman"/>
              </a:rPr>
              <a:t>Post integration the entire system is tested for any faults and failures.</a:t>
            </a:r>
            <a:endParaRPr/>
          </a:p>
          <a:p>
            <a:pPr marL="742950" marR="0" lvl="1" indent="-285750" algn="l" rtl="0">
              <a:lnSpc>
                <a:spcPct val="90000"/>
              </a:lnSpc>
              <a:spcBef>
                <a:spcPts val="360"/>
              </a:spcBef>
              <a:spcAft>
                <a:spcPts val="0"/>
              </a:spcAft>
              <a:buClr>
                <a:schemeClr val="dk1"/>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90000"/>
              </a:lnSpc>
              <a:spcBef>
                <a:spcPts val="40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Deployment</a:t>
            </a:r>
            <a:endParaRPr/>
          </a:p>
          <a:p>
            <a:pPr marL="742950" marR="0" lvl="1" indent="-285750" algn="l" rtl="0">
              <a:lnSpc>
                <a:spcPct val="90000"/>
              </a:lnSpc>
              <a:spcBef>
                <a:spcPts val="360"/>
              </a:spcBef>
              <a:spcAft>
                <a:spcPts val="0"/>
              </a:spcAft>
              <a:buClr>
                <a:schemeClr val="dk1"/>
              </a:buClr>
              <a:buSzPts val="1800"/>
              <a:buFont typeface="Times New Roman"/>
              <a:buChar char="–"/>
            </a:pPr>
            <a:r>
              <a:rPr lang="en-US" sz="1800" b="0" i="0" u="none" strike="noStrike" cap="none">
                <a:solidFill>
                  <a:schemeClr val="dk1"/>
                </a:solidFill>
                <a:latin typeface="Times New Roman"/>
                <a:ea typeface="Times New Roman"/>
                <a:cs typeface="Times New Roman"/>
                <a:sym typeface="Times New Roman"/>
              </a:rPr>
              <a:t>Involves delivery of software to the customer for evaluation and feedback</a:t>
            </a:r>
            <a:endParaRPr/>
          </a:p>
          <a:p>
            <a:pPr marL="342900" marR="0" lvl="0" indent="-228600" algn="l" rtl="0">
              <a:spcBef>
                <a:spcPts val="360"/>
              </a:spcBef>
              <a:spcAft>
                <a:spcPts val="0"/>
              </a:spcAft>
              <a:buClr>
                <a:schemeClr val="dk1"/>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p:txBody>
      </p:sp>
      <p:sp>
        <p:nvSpPr>
          <p:cNvPr id="653" name="Google Shape;653;p7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72"/>
          <p:cNvSpPr txBox="1"/>
          <p:nvPr/>
        </p:nvSpPr>
        <p:spPr>
          <a:xfrm>
            <a:off x="6553200" y="6248400"/>
            <a:ext cx="1905000" cy="298500"/>
          </a:xfrm>
          <a:prstGeom prst="rect">
            <a:avLst/>
          </a:prstGeom>
          <a:noFill/>
          <a:ln>
            <a:noFill/>
          </a:ln>
        </p:spPr>
        <p:txBody>
          <a:bodyPr spcFirstLastPara="1" wrap="square" lIns="90000" tIns="46800" rIns="90000" bIns="46800" anchor="t" anchorCtr="0">
            <a:spAutoFit/>
          </a:bodyPr>
          <a:lstStyle/>
          <a:p>
            <a:pPr marL="0" marR="0" lvl="0" indent="0" algn="r" rtl="0">
              <a:lnSpc>
                <a:spcPct val="95000"/>
              </a:lnSpc>
              <a:spcBef>
                <a:spcPts val="0"/>
              </a:spcBef>
              <a:spcAft>
                <a:spcPts val="0"/>
              </a:spcAft>
              <a:buClr>
                <a:schemeClr val="dk1"/>
              </a:buClr>
              <a:buSzPts val="1400"/>
              <a:buFont typeface="Times New Roman"/>
              <a:buNone/>
            </a:pPr>
            <a:fld id="{00000000-1234-1234-1234-123412341234}" type="slidenum">
              <a:rPr lang="en-US" sz="1400" b="0" i="0" u="sng">
                <a:solidFill>
                  <a:schemeClr val="dk1"/>
                </a:solidFill>
                <a:latin typeface="Times New Roman"/>
                <a:ea typeface="Times New Roman"/>
                <a:cs typeface="Times New Roman"/>
                <a:sym typeface="Times New Roman"/>
              </a:rPr>
              <a:t>10</a:t>
            </a:fld>
            <a:endParaRPr/>
          </a:p>
        </p:txBody>
      </p:sp>
      <p:sp>
        <p:nvSpPr>
          <p:cNvPr id="659" name="Google Shape;659;p72"/>
          <p:cNvSpPr txBox="1">
            <a:spLocks noGrp="1"/>
          </p:cNvSpPr>
          <p:nvPr>
            <p:ph type="title"/>
          </p:nvPr>
        </p:nvSpPr>
        <p:spPr>
          <a:xfrm>
            <a:off x="685800" y="42862"/>
            <a:ext cx="7772400" cy="1362000"/>
          </a:xfrm>
          <a:prstGeom prst="rect">
            <a:avLst/>
          </a:prstGeom>
          <a:noFill/>
          <a:ln>
            <a:noFill/>
          </a:ln>
        </p:spPr>
        <p:txBody>
          <a:bodyPr spcFirstLastPara="1" wrap="square" lIns="91425" tIns="45700" rIns="91425" bIns="45700" anchor="ctr" anchorCtr="0">
            <a:noAutofit/>
          </a:bodyPr>
          <a:lstStyle/>
          <a:p>
            <a:pPr marL="0" lvl="0" indent="0" algn="ctr" rtl="0">
              <a:lnSpc>
                <a:spcPct val="95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Waterfall Model</a:t>
            </a:r>
            <a:br>
              <a:rPr lang="en-US" sz="4400" b="0" i="0" u="none">
                <a:solidFill>
                  <a:schemeClr val="dk2"/>
                </a:solidFill>
                <a:latin typeface="Times New Roman"/>
                <a:ea typeface="Times New Roman"/>
                <a:cs typeface="Times New Roman"/>
                <a:sym typeface="Times New Roman"/>
              </a:rPr>
            </a:br>
            <a:r>
              <a:rPr lang="en-US" sz="4400" b="0" i="0" u="none">
                <a:solidFill>
                  <a:schemeClr val="dk2"/>
                </a:solidFill>
                <a:latin typeface="Times New Roman"/>
                <a:ea typeface="Times New Roman"/>
                <a:cs typeface="Times New Roman"/>
                <a:sym typeface="Times New Roman"/>
              </a:rPr>
              <a:t>(Description)</a:t>
            </a:r>
            <a:endParaRPr/>
          </a:p>
        </p:txBody>
      </p:sp>
      <p:sp>
        <p:nvSpPr>
          <p:cNvPr id="660" name="Google Shape;660;p72"/>
          <p:cNvSpPr txBox="1">
            <a:spLocks noGrp="1"/>
          </p:cNvSpPr>
          <p:nvPr>
            <p:ph type="body" idx="1"/>
          </p:nvPr>
        </p:nvSpPr>
        <p:spPr>
          <a:xfrm>
            <a:off x="457200" y="1981200"/>
            <a:ext cx="8382000" cy="4495800"/>
          </a:xfrm>
          <a:prstGeom prst="rect">
            <a:avLst/>
          </a:prstGeom>
          <a:noFill/>
          <a:ln>
            <a:noFill/>
          </a:ln>
        </p:spPr>
        <p:txBody>
          <a:bodyPr spcFirstLastPara="1" wrap="square" lIns="91425" tIns="45700" rIns="91425" bIns="45700" anchor="t" anchorCtr="0">
            <a:noAutofit/>
          </a:bodyPr>
          <a:lstStyle/>
          <a:p>
            <a:pPr marL="342900" lvl="0" indent="-342900" algn="l" rtl="0">
              <a:lnSpc>
                <a:spcPct val="95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Oldest software lifecycle model and best understood by upper management.</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Used when requirements are well understood and risk is low.</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Work flow is in a linear (i.e., sequential) fashion.</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Used often with well-defined adaptations or enhancements to current software.</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Requirements are very well documented, clear and fixed.</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 Product definition is stable. </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Technology is understood and is not dynamic.</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There are no ambiguous requirements.</a:t>
            </a:r>
            <a:endParaRPr/>
          </a:p>
          <a:p>
            <a:pPr marL="342900" lvl="0" indent="-342900" algn="l" rtl="0">
              <a:lnSpc>
                <a:spcPct val="100000"/>
              </a:lnSpc>
              <a:spcBef>
                <a:spcPts val="7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project is short.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73"/>
          <p:cNvSpPr txBox="1"/>
          <p:nvPr/>
        </p:nvSpPr>
        <p:spPr>
          <a:xfrm>
            <a:off x="6553200" y="6248400"/>
            <a:ext cx="1905000" cy="298500"/>
          </a:xfrm>
          <a:prstGeom prst="rect">
            <a:avLst/>
          </a:prstGeom>
          <a:noFill/>
          <a:ln>
            <a:noFill/>
          </a:ln>
        </p:spPr>
        <p:txBody>
          <a:bodyPr spcFirstLastPara="1" wrap="square" lIns="90000" tIns="46800" rIns="90000" bIns="46800" anchor="t" anchorCtr="0">
            <a:spAutoFit/>
          </a:bodyPr>
          <a:lstStyle/>
          <a:p>
            <a:pPr marL="0" marR="0" lvl="0" indent="0" algn="r" rtl="0">
              <a:lnSpc>
                <a:spcPct val="95000"/>
              </a:lnSpc>
              <a:spcBef>
                <a:spcPts val="0"/>
              </a:spcBef>
              <a:spcAft>
                <a:spcPts val="0"/>
              </a:spcAft>
              <a:buClr>
                <a:schemeClr val="dk1"/>
              </a:buClr>
              <a:buSzPts val="1400"/>
              <a:buFont typeface="Times New Roman"/>
              <a:buNone/>
            </a:pPr>
            <a:fld id="{00000000-1234-1234-1234-123412341234}" type="slidenum">
              <a:rPr lang="en-US" sz="1400" b="0" i="0" u="sng">
                <a:solidFill>
                  <a:schemeClr val="dk1"/>
                </a:solidFill>
                <a:latin typeface="Times New Roman"/>
                <a:ea typeface="Times New Roman"/>
                <a:cs typeface="Times New Roman"/>
                <a:sym typeface="Times New Roman"/>
              </a:rPr>
              <a:t>11</a:t>
            </a:fld>
            <a:endParaRPr/>
          </a:p>
        </p:txBody>
      </p:sp>
      <p:sp>
        <p:nvSpPr>
          <p:cNvPr id="666" name="Google Shape;666;p73"/>
          <p:cNvSpPr txBox="1">
            <a:spLocks noGrp="1"/>
          </p:cNvSpPr>
          <p:nvPr>
            <p:ph type="title"/>
          </p:nvPr>
        </p:nvSpPr>
        <p:spPr>
          <a:xfrm>
            <a:off x="685800" y="42862"/>
            <a:ext cx="7772400" cy="1362000"/>
          </a:xfrm>
          <a:prstGeom prst="rect">
            <a:avLst/>
          </a:prstGeom>
          <a:noFill/>
          <a:ln>
            <a:noFill/>
          </a:ln>
        </p:spPr>
        <p:txBody>
          <a:bodyPr spcFirstLastPara="1" wrap="square" lIns="91425" tIns="45700" rIns="91425" bIns="45700" anchor="ctr" anchorCtr="0">
            <a:noAutofit/>
          </a:bodyPr>
          <a:lstStyle/>
          <a:p>
            <a:pPr marL="0" lvl="0" indent="0" algn="ctr" rtl="0">
              <a:lnSpc>
                <a:spcPct val="95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Waterfall Model</a:t>
            </a:r>
            <a:br>
              <a:rPr lang="en-US" sz="4400" b="0" i="0" u="none">
                <a:solidFill>
                  <a:schemeClr val="dk2"/>
                </a:solidFill>
                <a:latin typeface="Times New Roman"/>
                <a:ea typeface="Times New Roman"/>
                <a:cs typeface="Times New Roman"/>
                <a:sym typeface="Times New Roman"/>
              </a:rPr>
            </a:br>
            <a:r>
              <a:rPr lang="en-US" sz="4400" b="0" i="0" u="none">
                <a:solidFill>
                  <a:schemeClr val="dk2"/>
                </a:solidFill>
                <a:latin typeface="Times New Roman"/>
                <a:ea typeface="Times New Roman"/>
                <a:cs typeface="Times New Roman"/>
                <a:sym typeface="Times New Roman"/>
              </a:rPr>
              <a:t>(Diagram)</a:t>
            </a:r>
            <a:endParaRPr/>
          </a:p>
        </p:txBody>
      </p:sp>
      <p:grpSp>
        <p:nvGrpSpPr>
          <p:cNvPr id="667" name="Google Shape;667;p73"/>
          <p:cNvGrpSpPr/>
          <p:nvPr/>
        </p:nvGrpSpPr>
        <p:grpSpPr>
          <a:xfrm>
            <a:off x="152400" y="1752600"/>
            <a:ext cx="2381250" cy="1113183"/>
            <a:chOff x="96" y="1104"/>
            <a:chExt cx="1500" cy="600"/>
          </a:xfrm>
        </p:grpSpPr>
        <p:sp>
          <p:nvSpPr>
            <p:cNvPr id="668" name="Google Shape;668;p73"/>
            <p:cNvSpPr/>
            <p:nvPr/>
          </p:nvSpPr>
          <p:spPr>
            <a:xfrm>
              <a:off x="96" y="1104"/>
              <a:ext cx="1500" cy="600"/>
            </a:xfrm>
            <a:prstGeom prst="roundRect">
              <a:avLst>
                <a:gd name="adj" fmla="val 37"/>
              </a:avLst>
            </a:prstGeom>
            <a:solidFill>
              <a:srgbClr val="FF99CC"/>
            </a:solidFill>
            <a:ln w="952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69" name="Google Shape;669;p73"/>
            <p:cNvSpPr/>
            <p:nvPr/>
          </p:nvSpPr>
          <p:spPr>
            <a:xfrm>
              <a:off x="96" y="1104"/>
              <a:ext cx="1500" cy="600"/>
            </a:xfrm>
            <a:prstGeom prst="roundRect">
              <a:avLst>
                <a:gd name="adj" fmla="val 37"/>
              </a:avLst>
            </a:prstGeom>
            <a:noFill/>
            <a:ln>
              <a:noFill/>
            </a:ln>
          </p:spPr>
          <p:txBody>
            <a:bodyPr spcFirstLastPara="1" wrap="square" lIns="90000" tIns="46800" rIns="90000" bIns="46800" anchor="ctr" anchorCtr="1">
              <a:noAutofit/>
            </a:bodyPr>
            <a:lstStyle/>
            <a:p>
              <a:pPr marL="0" marR="0" lvl="0" indent="0" algn="ctr" rtl="0">
                <a:lnSpc>
                  <a:spcPct val="95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Communication</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Project initiation</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Requirements gathering</a:t>
              </a:r>
              <a:endParaRPr/>
            </a:p>
          </p:txBody>
        </p:sp>
      </p:grpSp>
      <p:grpSp>
        <p:nvGrpSpPr>
          <p:cNvPr id="670" name="Google Shape;670;p73"/>
          <p:cNvGrpSpPr/>
          <p:nvPr/>
        </p:nvGrpSpPr>
        <p:grpSpPr>
          <a:xfrm>
            <a:off x="2057400" y="2971800"/>
            <a:ext cx="1428749" cy="952500"/>
            <a:chOff x="1296" y="1872"/>
            <a:chExt cx="900" cy="600"/>
          </a:xfrm>
        </p:grpSpPr>
        <p:sp>
          <p:nvSpPr>
            <p:cNvPr id="671" name="Google Shape;671;p73"/>
            <p:cNvSpPr/>
            <p:nvPr/>
          </p:nvSpPr>
          <p:spPr>
            <a:xfrm>
              <a:off x="1296" y="1872"/>
              <a:ext cx="900" cy="600"/>
            </a:xfrm>
            <a:prstGeom prst="roundRect">
              <a:avLst>
                <a:gd name="adj" fmla="val 30"/>
              </a:avLst>
            </a:prstGeom>
            <a:solidFill>
              <a:srgbClr val="FFCC99"/>
            </a:solidFill>
            <a:ln w="952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72" name="Google Shape;672;p73"/>
            <p:cNvSpPr/>
            <p:nvPr/>
          </p:nvSpPr>
          <p:spPr>
            <a:xfrm>
              <a:off x="1296" y="1872"/>
              <a:ext cx="900" cy="600"/>
            </a:xfrm>
            <a:prstGeom prst="roundRect">
              <a:avLst>
                <a:gd name="adj" fmla="val 30"/>
              </a:avLst>
            </a:prstGeom>
            <a:noFill/>
            <a:ln>
              <a:noFill/>
            </a:ln>
          </p:spPr>
          <p:txBody>
            <a:bodyPr spcFirstLastPara="1" wrap="square" lIns="90000" tIns="46800" rIns="90000" bIns="46800" anchor="ctr" anchorCtr="0">
              <a:noAutofit/>
            </a:bodyPr>
            <a:lstStyle/>
            <a:p>
              <a:pPr marL="0" marR="0" lvl="0" indent="0" algn="ctr" rtl="0">
                <a:lnSpc>
                  <a:spcPct val="95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Planning</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Estimating</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Scheduling</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Tracking</a:t>
              </a:r>
              <a:endParaRPr/>
            </a:p>
          </p:txBody>
        </p:sp>
      </p:grpSp>
      <p:grpSp>
        <p:nvGrpSpPr>
          <p:cNvPr id="673" name="Google Shape;673;p73"/>
          <p:cNvGrpSpPr/>
          <p:nvPr/>
        </p:nvGrpSpPr>
        <p:grpSpPr>
          <a:xfrm>
            <a:off x="3810000" y="3733800"/>
            <a:ext cx="1428750" cy="952499"/>
            <a:chOff x="2400" y="2352"/>
            <a:chExt cx="900" cy="600"/>
          </a:xfrm>
        </p:grpSpPr>
        <p:sp>
          <p:nvSpPr>
            <p:cNvPr id="674" name="Google Shape;674;p73"/>
            <p:cNvSpPr/>
            <p:nvPr/>
          </p:nvSpPr>
          <p:spPr>
            <a:xfrm>
              <a:off x="2400" y="2352"/>
              <a:ext cx="900" cy="600"/>
            </a:xfrm>
            <a:prstGeom prst="roundRect">
              <a:avLst>
                <a:gd name="adj" fmla="val 37"/>
              </a:avLst>
            </a:prstGeom>
            <a:solidFill>
              <a:srgbClr val="FFFF99"/>
            </a:solidFill>
            <a:ln w="952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75" name="Google Shape;675;p73"/>
            <p:cNvSpPr/>
            <p:nvPr/>
          </p:nvSpPr>
          <p:spPr>
            <a:xfrm>
              <a:off x="2400" y="2352"/>
              <a:ext cx="900" cy="600"/>
            </a:xfrm>
            <a:prstGeom prst="roundRect">
              <a:avLst>
                <a:gd name="adj" fmla="val 37"/>
              </a:avLst>
            </a:prstGeom>
            <a:noFill/>
            <a:ln>
              <a:noFill/>
            </a:ln>
          </p:spPr>
          <p:txBody>
            <a:bodyPr spcFirstLastPara="1" wrap="square" lIns="90000" tIns="46800" rIns="90000" bIns="46800" anchor="ctr" anchorCtr="0">
              <a:noAutofit/>
            </a:bodyPr>
            <a:lstStyle/>
            <a:p>
              <a:pPr marL="0" marR="0" lvl="0" indent="0" algn="ctr" rtl="0">
                <a:lnSpc>
                  <a:spcPct val="95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Modeling</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Analysis</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Design</a:t>
              </a:r>
              <a:endParaRPr/>
            </a:p>
          </p:txBody>
        </p:sp>
      </p:grpSp>
      <p:grpSp>
        <p:nvGrpSpPr>
          <p:cNvPr id="676" name="Google Shape;676;p73"/>
          <p:cNvGrpSpPr/>
          <p:nvPr/>
        </p:nvGrpSpPr>
        <p:grpSpPr>
          <a:xfrm>
            <a:off x="5486400" y="4343400"/>
            <a:ext cx="1428750" cy="952499"/>
            <a:chOff x="3456" y="2736"/>
            <a:chExt cx="900" cy="600"/>
          </a:xfrm>
        </p:grpSpPr>
        <p:sp>
          <p:nvSpPr>
            <p:cNvPr id="677" name="Google Shape;677;p73"/>
            <p:cNvSpPr/>
            <p:nvPr/>
          </p:nvSpPr>
          <p:spPr>
            <a:xfrm>
              <a:off x="3456" y="2736"/>
              <a:ext cx="900" cy="600"/>
            </a:xfrm>
            <a:prstGeom prst="roundRect">
              <a:avLst>
                <a:gd name="adj" fmla="val 37"/>
              </a:avLst>
            </a:prstGeom>
            <a:solidFill>
              <a:srgbClr val="CCFFCC"/>
            </a:solidFill>
            <a:ln w="952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78" name="Google Shape;678;p73"/>
            <p:cNvSpPr/>
            <p:nvPr/>
          </p:nvSpPr>
          <p:spPr>
            <a:xfrm>
              <a:off x="3456" y="2736"/>
              <a:ext cx="900" cy="600"/>
            </a:xfrm>
            <a:prstGeom prst="roundRect">
              <a:avLst>
                <a:gd name="adj" fmla="val 37"/>
              </a:avLst>
            </a:prstGeom>
            <a:noFill/>
            <a:ln>
              <a:noFill/>
            </a:ln>
          </p:spPr>
          <p:txBody>
            <a:bodyPr spcFirstLastPara="1" wrap="square" lIns="90000" tIns="46800" rIns="90000" bIns="46800" anchor="ctr" anchorCtr="0">
              <a:noAutofit/>
            </a:bodyPr>
            <a:lstStyle/>
            <a:p>
              <a:pPr marL="0" marR="0" lvl="0" indent="0" algn="ctr" rtl="0">
                <a:lnSpc>
                  <a:spcPct val="95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Construction</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Code</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Test</a:t>
              </a:r>
              <a:endParaRPr/>
            </a:p>
          </p:txBody>
        </p:sp>
      </p:grpSp>
      <p:grpSp>
        <p:nvGrpSpPr>
          <p:cNvPr id="679" name="Google Shape;679;p73"/>
          <p:cNvGrpSpPr/>
          <p:nvPr/>
        </p:nvGrpSpPr>
        <p:grpSpPr>
          <a:xfrm>
            <a:off x="7391400" y="4953000"/>
            <a:ext cx="1428750" cy="1428749"/>
            <a:chOff x="4656" y="3120"/>
            <a:chExt cx="900" cy="900"/>
          </a:xfrm>
        </p:grpSpPr>
        <p:sp>
          <p:nvSpPr>
            <p:cNvPr id="680" name="Google Shape;680;p73"/>
            <p:cNvSpPr/>
            <p:nvPr/>
          </p:nvSpPr>
          <p:spPr>
            <a:xfrm>
              <a:off x="4656" y="3120"/>
              <a:ext cx="900" cy="900"/>
            </a:xfrm>
            <a:prstGeom prst="roundRect">
              <a:avLst>
                <a:gd name="adj" fmla="val 28"/>
              </a:avLst>
            </a:prstGeom>
            <a:solidFill>
              <a:srgbClr val="CCFFFF"/>
            </a:solidFill>
            <a:ln w="9525" cap="flat" cmpd="sng">
              <a:solidFill>
                <a:srgbClr val="00000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681" name="Google Shape;681;p73"/>
            <p:cNvSpPr/>
            <p:nvPr/>
          </p:nvSpPr>
          <p:spPr>
            <a:xfrm>
              <a:off x="4656" y="3120"/>
              <a:ext cx="900" cy="900"/>
            </a:xfrm>
            <a:prstGeom prst="roundRect">
              <a:avLst>
                <a:gd name="adj" fmla="val 28"/>
              </a:avLst>
            </a:prstGeom>
            <a:noFill/>
            <a:ln>
              <a:noFill/>
            </a:ln>
          </p:spPr>
          <p:txBody>
            <a:bodyPr spcFirstLastPara="1" wrap="square" lIns="90000" tIns="46800" rIns="90000" bIns="46800" anchor="ctr" anchorCtr="0">
              <a:noAutofit/>
            </a:bodyPr>
            <a:lstStyle/>
            <a:p>
              <a:pPr marL="0" marR="0" lvl="0" indent="0" algn="ctr" rtl="0">
                <a:lnSpc>
                  <a:spcPct val="95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Deployment</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Delivery</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Support</a:t>
              </a:r>
              <a:endParaRPr/>
            </a:p>
            <a:p>
              <a:pPr marL="0" marR="0" lvl="0" indent="0" algn="ctr" rtl="0">
                <a:lnSpc>
                  <a:spcPct val="100000"/>
                </a:lnSpc>
                <a:spcBef>
                  <a:spcPts val="0"/>
                </a:spcBef>
                <a:spcAft>
                  <a:spcPts val="0"/>
                </a:spcAft>
                <a:buClr>
                  <a:schemeClr val="dk1"/>
                </a:buClr>
                <a:buSzPts val="1800"/>
                <a:buFont typeface="Times New Roman"/>
                <a:buNone/>
              </a:pPr>
              <a:r>
                <a:rPr lang="en-US" sz="1800" b="0" i="0" u="sng">
                  <a:solidFill>
                    <a:schemeClr val="dk1"/>
                  </a:solidFill>
                  <a:latin typeface="Times New Roman"/>
                  <a:ea typeface="Times New Roman"/>
                  <a:cs typeface="Times New Roman"/>
                  <a:sym typeface="Times New Roman"/>
                </a:rPr>
                <a:t>Feedback</a:t>
              </a:r>
              <a:endParaRPr/>
            </a:p>
          </p:txBody>
        </p:sp>
      </p:grpSp>
      <p:cxnSp>
        <p:nvCxnSpPr>
          <p:cNvPr id="682" name="Google Shape;682;p73"/>
          <p:cNvCxnSpPr/>
          <p:nvPr/>
        </p:nvCxnSpPr>
        <p:spPr>
          <a:xfrm>
            <a:off x="2514600" y="2209800"/>
            <a:ext cx="457200" cy="1500"/>
          </a:xfrm>
          <a:prstGeom prst="straightConnector1">
            <a:avLst/>
          </a:prstGeom>
          <a:noFill/>
          <a:ln w="9525" cap="flat" cmpd="sng">
            <a:solidFill>
              <a:srgbClr val="000000"/>
            </a:solidFill>
            <a:prstDash val="solid"/>
            <a:miter lim="800000"/>
            <a:headEnd type="none" w="med" len="med"/>
            <a:tailEnd type="none" w="med" len="med"/>
          </a:ln>
        </p:spPr>
      </p:cxnSp>
      <p:cxnSp>
        <p:nvCxnSpPr>
          <p:cNvPr id="683" name="Google Shape;683;p73"/>
          <p:cNvCxnSpPr/>
          <p:nvPr/>
        </p:nvCxnSpPr>
        <p:spPr>
          <a:xfrm>
            <a:off x="2971800" y="2209800"/>
            <a:ext cx="1500" cy="762000"/>
          </a:xfrm>
          <a:prstGeom prst="straightConnector1">
            <a:avLst/>
          </a:prstGeom>
          <a:noFill/>
          <a:ln w="9525" cap="flat" cmpd="sng">
            <a:solidFill>
              <a:srgbClr val="000000"/>
            </a:solidFill>
            <a:prstDash val="solid"/>
            <a:miter lim="800000"/>
            <a:headEnd type="none" w="med" len="med"/>
            <a:tailEnd type="triangle" w="med" len="med"/>
          </a:ln>
        </p:spPr>
      </p:cxnSp>
      <p:cxnSp>
        <p:nvCxnSpPr>
          <p:cNvPr id="684" name="Google Shape;684;p73"/>
          <p:cNvCxnSpPr/>
          <p:nvPr/>
        </p:nvCxnSpPr>
        <p:spPr>
          <a:xfrm>
            <a:off x="3581400" y="3200400"/>
            <a:ext cx="914400" cy="1500"/>
          </a:xfrm>
          <a:prstGeom prst="straightConnector1">
            <a:avLst/>
          </a:prstGeom>
          <a:noFill/>
          <a:ln w="9525" cap="flat" cmpd="sng">
            <a:solidFill>
              <a:srgbClr val="000000"/>
            </a:solidFill>
            <a:prstDash val="solid"/>
            <a:miter lim="800000"/>
            <a:headEnd type="none" w="med" len="med"/>
            <a:tailEnd type="none" w="med" len="med"/>
          </a:ln>
        </p:spPr>
      </p:cxnSp>
      <p:cxnSp>
        <p:nvCxnSpPr>
          <p:cNvPr id="685" name="Google Shape;685;p73"/>
          <p:cNvCxnSpPr/>
          <p:nvPr/>
        </p:nvCxnSpPr>
        <p:spPr>
          <a:xfrm>
            <a:off x="4495800" y="3200400"/>
            <a:ext cx="1500" cy="533400"/>
          </a:xfrm>
          <a:prstGeom prst="straightConnector1">
            <a:avLst/>
          </a:prstGeom>
          <a:noFill/>
          <a:ln w="9525" cap="flat" cmpd="sng">
            <a:solidFill>
              <a:srgbClr val="000000"/>
            </a:solidFill>
            <a:prstDash val="solid"/>
            <a:miter lim="800000"/>
            <a:headEnd type="none" w="med" len="med"/>
            <a:tailEnd type="triangle" w="med" len="med"/>
          </a:ln>
        </p:spPr>
      </p:cxnSp>
      <p:cxnSp>
        <p:nvCxnSpPr>
          <p:cNvPr id="686" name="Google Shape;686;p73"/>
          <p:cNvCxnSpPr/>
          <p:nvPr/>
        </p:nvCxnSpPr>
        <p:spPr>
          <a:xfrm>
            <a:off x="5257800" y="3962400"/>
            <a:ext cx="914400" cy="1500"/>
          </a:xfrm>
          <a:prstGeom prst="straightConnector1">
            <a:avLst/>
          </a:prstGeom>
          <a:noFill/>
          <a:ln w="9525" cap="flat" cmpd="sng">
            <a:solidFill>
              <a:srgbClr val="000000"/>
            </a:solidFill>
            <a:prstDash val="solid"/>
            <a:miter lim="800000"/>
            <a:headEnd type="none" w="med" len="med"/>
            <a:tailEnd type="none" w="med" len="med"/>
          </a:ln>
        </p:spPr>
      </p:cxnSp>
      <p:cxnSp>
        <p:nvCxnSpPr>
          <p:cNvPr id="687" name="Google Shape;687;p73"/>
          <p:cNvCxnSpPr/>
          <p:nvPr/>
        </p:nvCxnSpPr>
        <p:spPr>
          <a:xfrm>
            <a:off x="6172200" y="3962400"/>
            <a:ext cx="1500" cy="381000"/>
          </a:xfrm>
          <a:prstGeom prst="straightConnector1">
            <a:avLst/>
          </a:prstGeom>
          <a:noFill/>
          <a:ln w="9525" cap="flat" cmpd="sng">
            <a:solidFill>
              <a:srgbClr val="000000"/>
            </a:solidFill>
            <a:prstDash val="solid"/>
            <a:miter lim="800000"/>
            <a:headEnd type="none" w="med" len="med"/>
            <a:tailEnd type="triangle" w="med" len="med"/>
          </a:ln>
        </p:spPr>
      </p:cxnSp>
      <p:cxnSp>
        <p:nvCxnSpPr>
          <p:cNvPr id="688" name="Google Shape;688;p73"/>
          <p:cNvCxnSpPr/>
          <p:nvPr/>
        </p:nvCxnSpPr>
        <p:spPr>
          <a:xfrm>
            <a:off x="7010400" y="4572000"/>
            <a:ext cx="1143000" cy="1500"/>
          </a:xfrm>
          <a:prstGeom prst="straightConnector1">
            <a:avLst/>
          </a:prstGeom>
          <a:noFill/>
          <a:ln w="9525" cap="flat" cmpd="sng">
            <a:solidFill>
              <a:srgbClr val="000000"/>
            </a:solidFill>
            <a:prstDash val="solid"/>
            <a:miter lim="800000"/>
            <a:headEnd type="none" w="med" len="med"/>
            <a:tailEnd type="none" w="med" len="med"/>
          </a:ln>
        </p:spPr>
      </p:cxnSp>
      <p:cxnSp>
        <p:nvCxnSpPr>
          <p:cNvPr id="689" name="Google Shape;689;p73"/>
          <p:cNvCxnSpPr/>
          <p:nvPr/>
        </p:nvCxnSpPr>
        <p:spPr>
          <a:xfrm>
            <a:off x="8153400" y="4572000"/>
            <a:ext cx="1500" cy="381000"/>
          </a:xfrm>
          <a:prstGeom prst="straightConnector1">
            <a:avLst/>
          </a:prstGeom>
          <a:noFill/>
          <a:ln w="9525" cap="flat" cmpd="sng">
            <a:solidFill>
              <a:srgbClr val="000000"/>
            </a:solidFill>
            <a:prstDash val="solid"/>
            <a:miter lim="800000"/>
            <a:headEnd type="none" w="med" len="med"/>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93"/>
        <p:cNvGrpSpPr/>
        <p:nvPr/>
      </p:nvGrpSpPr>
      <p:grpSpPr>
        <a:xfrm>
          <a:off x="0" y="0"/>
          <a:ext cx="0" cy="0"/>
          <a:chOff x="0" y="0"/>
          <a:chExt cx="0" cy="0"/>
        </a:xfrm>
      </p:grpSpPr>
      <p:sp>
        <p:nvSpPr>
          <p:cNvPr id="694" name="Google Shape;694;p7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Advantages </a:t>
            </a:r>
            <a:endParaRPr/>
          </a:p>
        </p:txBody>
      </p:sp>
      <p:sp>
        <p:nvSpPr>
          <p:cNvPr id="695" name="Google Shape;695;p7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Simple and easy to understand and use.</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Easy to manage due to the rigidity of the model – each phase has specific deliverables and a review process.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Phases are processed and completed one at a time.</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Works well for smaller projects where requirements are very well understood.</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Clearly defined stages.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Process and results are well documented. </a:t>
            </a:r>
            <a:endParaRPr/>
          </a:p>
        </p:txBody>
      </p:sp>
      <p:sp>
        <p:nvSpPr>
          <p:cNvPr id="696" name="Google Shape;696;p7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00"/>
        <p:cNvGrpSpPr/>
        <p:nvPr/>
      </p:nvGrpSpPr>
      <p:grpSpPr>
        <a:xfrm>
          <a:off x="0" y="0"/>
          <a:ext cx="0" cy="0"/>
          <a:chOff x="0" y="0"/>
          <a:chExt cx="0" cy="0"/>
        </a:xfrm>
      </p:grpSpPr>
      <p:sp>
        <p:nvSpPr>
          <p:cNvPr id="701" name="Google Shape;701;p7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Disadvantages</a:t>
            </a:r>
            <a:endParaRPr/>
          </a:p>
        </p:txBody>
      </p:sp>
      <p:sp>
        <p:nvSpPr>
          <p:cNvPr id="702" name="Google Shape;702;p75"/>
          <p:cNvSpPr txBox="1">
            <a:spLocks noGrp="1"/>
          </p:cNvSpPr>
          <p:nvPr>
            <p:ph type="body" idx="1"/>
          </p:nvPr>
        </p:nvSpPr>
        <p:spPr>
          <a:xfrm>
            <a:off x="685800" y="1981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No working software is produced until late during the life cycle. </a:t>
            </a:r>
            <a:endParaRPr/>
          </a:p>
          <a:p>
            <a:pPr marL="342900" marR="0" lvl="0" indent="-342900" algn="l" rtl="0">
              <a:lnSpc>
                <a:spcPct val="90000"/>
              </a:lnSpc>
              <a:spcBef>
                <a:spcPts val="70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Doesn't support iteration, so changes can cause confusion.</a:t>
            </a:r>
            <a:endParaRPr/>
          </a:p>
          <a:p>
            <a:pPr marL="342900" marR="0" lvl="0" indent="-342900" algn="l" rtl="0">
              <a:lnSpc>
                <a:spcPct val="90000"/>
              </a:lnSpc>
              <a:spcBef>
                <a:spcPts val="70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Difficult for customers to state all requirements explicitly and up front</a:t>
            </a:r>
            <a:endParaRPr/>
          </a:p>
          <a:p>
            <a:pPr marL="342900" marR="0" lvl="0" indent="-342900" algn="l" rtl="0">
              <a:lnSpc>
                <a:spcPct val="90000"/>
              </a:lnSpc>
              <a:spcBef>
                <a:spcPts val="70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Requires customer patience because a working version of the program doesn't occur until the final phase.</a:t>
            </a:r>
            <a:endParaRPr/>
          </a:p>
          <a:p>
            <a:pPr marL="342900" marR="0" lvl="0" indent="-342900" algn="l" rtl="0">
              <a:lnSpc>
                <a:spcPct val="90000"/>
              </a:lnSpc>
              <a:spcBef>
                <a:spcPts val="70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High amounts of risk and uncertainty.</a:t>
            </a:r>
            <a:endParaRPr/>
          </a:p>
          <a:p>
            <a:pPr marL="342900" marR="0" lvl="0" indent="-165100" algn="l" rtl="0">
              <a:lnSpc>
                <a:spcPct val="90000"/>
              </a:lnSpc>
              <a:spcBef>
                <a:spcPts val="70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lnSpc>
                <a:spcPct val="90000"/>
              </a:lnSpc>
              <a:spcBef>
                <a:spcPts val="70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703" name="Google Shape;703;p7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p76"/>
          <p:cNvSpPr txBox="1">
            <a:spLocks noGrp="1"/>
          </p:cNvSpPr>
          <p:nvPr>
            <p:ph type="title"/>
          </p:nvPr>
        </p:nvSpPr>
        <p:spPr>
          <a:xfrm>
            <a:off x="762000" y="3048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RAD Rapid Application Development</a:t>
            </a:r>
            <a:endParaRPr/>
          </a:p>
        </p:txBody>
      </p:sp>
      <p:sp>
        <p:nvSpPr>
          <p:cNvPr id="709" name="Google Shape;709;p76"/>
          <p:cNvSpPr txBox="1">
            <a:spLocks noGrp="1"/>
          </p:cNvSpPr>
          <p:nvPr>
            <p:ph type="body" idx="1"/>
          </p:nvPr>
        </p:nvSpPr>
        <p:spPr>
          <a:xfrm>
            <a:off x="685800" y="1676400"/>
            <a:ext cx="7772400" cy="4876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RAD refers to a development life cycle designed to give much faster development and higher quality systems than the traditional life cycle.</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 RAD model the functional modules are developed in parallel as prototypes and are integrated to make the complete product for faster product delivery. </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RAD projects follow iterative and incremental model and have small teams comprising of developers, domain experts, customer representatives and other IT resources working progressively on their component or prototype.</a:t>
            </a:r>
            <a:endParaRPr/>
          </a:p>
        </p:txBody>
      </p:sp>
      <p:sp>
        <p:nvSpPr>
          <p:cNvPr id="710" name="Google Shape;710;p7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7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RAD Rapid Application Development</a:t>
            </a:r>
            <a:endParaRPr/>
          </a:p>
        </p:txBody>
      </p:sp>
      <p:sp>
        <p:nvSpPr>
          <p:cNvPr id="716" name="Google Shape;716;p77"/>
          <p:cNvSpPr txBox="1">
            <a:spLocks noGrp="1"/>
          </p:cNvSpPr>
          <p:nvPr>
            <p:ph type="body" idx="1"/>
          </p:nvPr>
        </p:nvSpPr>
        <p:spPr>
          <a:xfrm>
            <a:off x="685800" y="1981200"/>
            <a:ext cx="7772400" cy="43434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Since there is no detailed preplanning, it makes it easier to incorporate the changes within the development process. </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Small working teams.</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The most important aspect for this model to be successful is to make sure that the prototypes developed are reusable. </a:t>
            </a:r>
            <a:endParaRPr/>
          </a:p>
        </p:txBody>
      </p:sp>
      <p:sp>
        <p:nvSpPr>
          <p:cNvPr id="717" name="Google Shape;717;p7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sp>
        <p:nvSpPr>
          <p:cNvPr id="722" name="Google Shape;722;p7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16</a:t>
            </a:fld>
            <a:endParaRPr/>
          </a:p>
        </p:txBody>
      </p:sp>
      <p:pic>
        <p:nvPicPr>
          <p:cNvPr id="723" name="Google Shape;723;p78"/>
          <p:cNvPicPr preferRelativeResize="0"/>
          <p:nvPr/>
        </p:nvPicPr>
        <p:blipFill rotWithShape="1">
          <a:blip r:embed="rId3">
            <a:alphaModFix/>
          </a:blip>
          <a:srcRect/>
          <a:stretch/>
        </p:blipFill>
        <p:spPr>
          <a:xfrm>
            <a:off x="381000" y="609600"/>
            <a:ext cx="8029576" cy="572928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27"/>
        <p:cNvGrpSpPr/>
        <p:nvPr/>
      </p:nvGrpSpPr>
      <p:grpSpPr>
        <a:xfrm>
          <a:off x="0" y="0"/>
          <a:ext cx="0" cy="0"/>
          <a:chOff x="0" y="0"/>
          <a:chExt cx="0" cy="0"/>
        </a:xfrm>
      </p:grpSpPr>
      <p:sp>
        <p:nvSpPr>
          <p:cNvPr id="728" name="Google Shape;728;p7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RAD Rapid Application Development</a:t>
            </a:r>
            <a:endParaRPr/>
          </a:p>
        </p:txBody>
      </p:sp>
      <p:sp>
        <p:nvSpPr>
          <p:cNvPr id="729" name="Google Shape;729;p79"/>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139700" algn="l" rtl="0">
              <a:spcBef>
                <a:spcPts val="0"/>
              </a:spcBef>
              <a:spcAft>
                <a:spcPts val="0"/>
              </a:spcAft>
              <a:buClr>
                <a:schemeClr val="dk1"/>
              </a:buClr>
              <a:buSzPts val="3200"/>
              <a:buFont typeface="Times New Roman"/>
              <a:buNone/>
            </a:pPr>
            <a:endParaRPr sz="3200">
              <a:solidFill>
                <a:schemeClr val="dk1"/>
              </a:solidFill>
              <a:latin typeface="Times New Roman"/>
              <a:ea typeface="Times New Roman"/>
              <a:cs typeface="Times New Roman"/>
              <a:sym typeface="Times New Roman"/>
            </a:endParaRPr>
          </a:p>
        </p:txBody>
      </p:sp>
      <p:sp>
        <p:nvSpPr>
          <p:cNvPr id="730" name="Google Shape;730;p7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17</a:t>
            </a:fld>
            <a:endParaRPr/>
          </a:p>
        </p:txBody>
      </p:sp>
      <p:pic>
        <p:nvPicPr>
          <p:cNvPr id="731" name="Google Shape;731;p79"/>
          <p:cNvPicPr preferRelativeResize="0"/>
          <p:nvPr/>
        </p:nvPicPr>
        <p:blipFill rotWithShape="1">
          <a:blip r:embed="rId3">
            <a:alphaModFix/>
          </a:blip>
          <a:srcRect/>
          <a:stretch/>
        </p:blipFill>
        <p:spPr>
          <a:xfrm>
            <a:off x="533400" y="1905000"/>
            <a:ext cx="8305800" cy="47244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sp>
        <p:nvSpPr>
          <p:cNvPr id="736" name="Google Shape;736;p8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Advantages</a:t>
            </a:r>
            <a:endParaRPr/>
          </a:p>
        </p:txBody>
      </p:sp>
      <p:sp>
        <p:nvSpPr>
          <p:cNvPr id="737" name="Google Shape;737;p80"/>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Changing requirements can be accommodated.</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Progress can be measured.</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Iteration time can be short with use of powerful RAD tools.</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Increases reusability of components.</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Reduced development time.</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Encourages customer feedback.</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Integration from very beginning solves a lot of integration issues.</a:t>
            </a:r>
            <a:endParaRPr/>
          </a:p>
        </p:txBody>
      </p:sp>
      <p:sp>
        <p:nvSpPr>
          <p:cNvPr id="738" name="Google Shape;738;p8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42"/>
        <p:cNvGrpSpPr/>
        <p:nvPr/>
      </p:nvGrpSpPr>
      <p:grpSpPr>
        <a:xfrm>
          <a:off x="0" y="0"/>
          <a:ext cx="0" cy="0"/>
          <a:chOff x="0" y="0"/>
          <a:chExt cx="0" cy="0"/>
        </a:xfrm>
      </p:grpSpPr>
      <p:sp>
        <p:nvSpPr>
          <p:cNvPr id="743" name="Google Shape;743;p8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Disadvantages</a:t>
            </a:r>
            <a:endParaRPr/>
          </a:p>
        </p:txBody>
      </p:sp>
      <p:sp>
        <p:nvSpPr>
          <p:cNvPr id="744" name="Google Shape;744;p8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Dependency on technically strong team members for identifying business requirements.</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Only system that can be modularized can be built using RAD.</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Inapplicable to cheaper projects as cost of modeling and automated code generation is very high.</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Requires user involvement throughout the life cycle.</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Suitable for project requiring shorter development times. </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Management complexity is more.</a:t>
            </a:r>
            <a:endParaRPr/>
          </a:p>
        </p:txBody>
      </p:sp>
      <p:sp>
        <p:nvSpPr>
          <p:cNvPr id="745" name="Google Shape;745;p8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49"/>
        <p:cNvGrpSpPr/>
        <p:nvPr/>
      </p:nvGrpSpPr>
      <p:grpSpPr>
        <a:xfrm>
          <a:off x="0" y="0"/>
          <a:ext cx="0" cy="0"/>
          <a:chOff x="0" y="0"/>
          <a:chExt cx="0" cy="0"/>
        </a:xfrm>
      </p:grpSpPr>
      <p:sp>
        <p:nvSpPr>
          <p:cNvPr id="750" name="Google Shape;750;p82"/>
          <p:cNvSpPr txBox="1">
            <a:spLocks noGrp="1"/>
          </p:cNvSpPr>
          <p:nvPr>
            <p:ph type="title"/>
          </p:nvPr>
        </p:nvSpPr>
        <p:spPr>
          <a:xfrm>
            <a:off x="685800" y="3048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Spiral Model</a:t>
            </a:r>
            <a:endParaRPr/>
          </a:p>
        </p:txBody>
      </p:sp>
      <p:sp>
        <p:nvSpPr>
          <p:cNvPr id="751" name="Google Shape;751;p82"/>
          <p:cNvSpPr txBox="1">
            <a:spLocks noGrp="1"/>
          </p:cNvSpPr>
          <p:nvPr>
            <p:ph type="body" idx="1"/>
          </p:nvPr>
        </p:nvSpPr>
        <p:spPr>
          <a:xfrm>
            <a:off x="685800" y="1524000"/>
            <a:ext cx="8001000" cy="48006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Used when requirements are not well understood and risks are high.</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Inner spirals focus on identifying software requirements and project risks; may also incorporate prototyping.</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Outer spirals take on a classical waterfall approach after requirements have been defined, but permit iterative growth of the software.</a:t>
            </a:r>
            <a:endParaRPr/>
          </a:p>
        </p:txBody>
      </p:sp>
      <p:sp>
        <p:nvSpPr>
          <p:cNvPr id="752" name="Google Shape;752;p8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sp>
        <p:nvSpPr>
          <p:cNvPr id="757" name="Google Shape;757;p83"/>
          <p:cNvSpPr txBox="1">
            <a:spLocks noGrp="1"/>
          </p:cNvSpPr>
          <p:nvPr>
            <p:ph type="title"/>
          </p:nvPr>
        </p:nvSpPr>
        <p:spPr>
          <a:xfrm>
            <a:off x="685800" y="4572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Spiral Model</a:t>
            </a:r>
            <a:endParaRPr/>
          </a:p>
        </p:txBody>
      </p:sp>
      <p:sp>
        <p:nvSpPr>
          <p:cNvPr id="758" name="Google Shape;758;p83"/>
          <p:cNvSpPr txBox="1">
            <a:spLocks noGrp="1"/>
          </p:cNvSpPr>
          <p:nvPr>
            <p:ph type="body" idx="1"/>
          </p:nvPr>
        </p:nvSpPr>
        <p:spPr>
          <a:xfrm>
            <a:off x="533400" y="1752600"/>
            <a:ext cx="8229600" cy="48006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Requires considerable expertise in risk assessment.</a:t>
            </a:r>
            <a:endParaRPr/>
          </a:p>
          <a:p>
            <a:pPr marL="342900" marR="0" lvl="0" indent="-139700" algn="just"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Extends waterfall model by adding iteration to explore /manage risk.</a:t>
            </a:r>
            <a:endParaRPr/>
          </a:p>
          <a:p>
            <a:pPr marL="342900" marR="0" lvl="0" indent="-139700" algn="just"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1" i="0" u="none">
                <a:solidFill>
                  <a:schemeClr val="dk1"/>
                </a:solidFill>
                <a:latin typeface="Times New Roman"/>
                <a:ea typeface="Times New Roman"/>
                <a:cs typeface="Times New Roman"/>
                <a:sym typeface="Times New Roman"/>
              </a:rPr>
              <a:t>Key idea: </a:t>
            </a:r>
            <a:r>
              <a:rPr lang="en-US" sz="3200" b="0" i="0" u="none">
                <a:solidFill>
                  <a:schemeClr val="dk1"/>
                </a:solidFill>
                <a:latin typeface="Times New Roman"/>
                <a:ea typeface="Times New Roman"/>
                <a:cs typeface="Times New Roman"/>
                <a:sym typeface="Times New Roman"/>
              </a:rPr>
              <a:t>on each iteration identify and solve the sub-problems with the highest risk. </a:t>
            </a:r>
            <a:endParaRPr/>
          </a:p>
        </p:txBody>
      </p:sp>
      <p:sp>
        <p:nvSpPr>
          <p:cNvPr id="759" name="Google Shape;759;p8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63"/>
        <p:cNvGrpSpPr/>
        <p:nvPr/>
      </p:nvGrpSpPr>
      <p:grpSpPr>
        <a:xfrm>
          <a:off x="0" y="0"/>
          <a:ext cx="0" cy="0"/>
          <a:chOff x="0" y="0"/>
          <a:chExt cx="0" cy="0"/>
        </a:xfrm>
      </p:grpSpPr>
      <p:sp>
        <p:nvSpPr>
          <p:cNvPr id="764" name="Google Shape;764;p8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22</a:t>
            </a:fld>
            <a:endParaRPr/>
          </a:p>
        </p:txBody>
      </p:sp>
      <p:pic>
        <p:nvPicPr>
          <p:cNvPr id="765" name="Google Shape;765;p84"/>
          <p:cNvPicPr preferRelativeResize="0"/>
          <p:nvPr/>
        </p:nvPicPr>
        <p:blipFill rotWithShape="1">
          <a:blip r:embed="rId3">
            <a:alphaModFix/>
          </a:blip>
          <a:srcRect/>
          <a:stretch/>
        </p:blipFill>
        <p:spPr>
          <a:xfrm>
            <a:off x="381000" y="228600"/>
            <a:ext cx="8458200" cy="64008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69"/>
        <p:cNvGrpSpPr/>
        <p:nvPr/>
      </p:nvGrpSpPr>
      <p:grpSpPr>
        <a:xfrm>
          <a:off x="0" y="0"/>
          <a:ext cx="0" cy="0"/>
          <a:chOff x="0" y="0"/>
          <a:chExt cx="0" cy="0"/>
        </a:xfrm>
      </p:grpSpPr>
      <p:sp>
        <p:nvSpPr>
          <p:cNvPr id="770" name="Google Shape;770;p8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Spiral Model</a:t>
            </a:r>
            <a:endParaRPr/>
          </a:p>
        </p:txBody>
      </p:sp>
      <p:sp>
        <p:nvSpPr>
          <p:cNvPr id="771" name="Google Shape;771;p85"/>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New product line which should be released in phases to get enough customer feedback.</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Significant changes are expected in the product during the development cycle</a:t>
            </a:r>
            <a:endParaRPr/>
          </a:p>
        </p:txBody>
      </p:sp>
      <p:sp>
        <p:nvSpPr>
          <p:cNvPr id="772" name="Google Shape;772;p8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23</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8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24</a:t>
            </a:fld>
            <a:endParaRPr/>
          </a:p>
        </p:txBody>
      </p:sp>
      <p:pic>
        <p:nvPicPr>
          <p:cNvPr id="778" name="Google Shape;778;p86"/>
          <p:cNvPicPr preferRelativeResize="0"/>
          <p:nvPr/>
        </p:nvPicPr>
        <p:blipFill rotWithShape="1">
          <a:blip r:embed="rId3">
            <a:alphaModFix/>
          </a:blip>
          <a:srcRect/>
          <a:stretch/>
        </p:blipFill>
        <p:spPr>
          <a:xfrm>
            <a:off x="1066800" y="215900"/>
            <a:ext cx="6781800" cy="62166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8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Advantages</a:t>
            </a:r>
            <a:endParaRPr/>
          </a:p>
        </p:txBody>
      </p:sp>
      <p:sp>
        <p:nvSpPr>
          <p:cNvPr id="784" name="Google Shape;784;p87"/>
          <p:cNvSpPr txBox="1">
            <a:spLocks noGrp="1"/>
          </p:cNvSpPr>
          <p:nvPr>
            <p:ph type="body" idx="1"/>
          </p:nvPr>
        </p:nvSpPr>
        <p:spPr>
          <a:xfrm>
            <a:off x="228600" y="1676400"/>
            <a:ext cx="8534400" cy="51054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Realism: </a:t>
            </a:r>
            <a:r>
              <a:rPr lang="en-US" sz="2800" b="0" i="0" u="none">
                <a:solidFill>
                  <a:schemeClr val="dk1"/>
                </a:solidFill>
                <a:latin typeface="Times New Roman"/>
                <a:ea typeface="Times New Roman"/>
                <a:cs typeface="Times New Roman"/>
                <a:sym typeface="Times New Roman"/>
              </a:rPr>
              <a:t>the model accurately reflects the iterative nature of software development on projects with unclear requirements Allows for extensive use of prototypes.</a:t>
            </a:r>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Requirements can be captured more accurately.</a:t>
            </a:r>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Users see the system early.</a:t>
            </a:r>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Development can be divided into smaller parts and more risky parts can be developed earlier which helps better risk management.</a:t>
            </a:r>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Flexible: incorporates the advantages of the waterfall and evolutionary methods </a:t>
            </a:r>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785" name="Google Shape;785;p8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25</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0" name="Google Shape;790;p8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Disadvantages</a:t>
            </a:r>
            <a:endParaRPr/>
          </a:p>
        </p:txBody>
      </p:sp>
      <p:sp>
        <p:nvSpPr>
          <p:cNvPr id="791" name="Google Shape;791;p88"/>
          <p:cNvSpPr txBox="1">
            <a:spLocks noGrp="1"/>
          </p:cNvSpPr>
          <p:nvPr>
            <p:ph type="body" idx="1"/>
          </p:nvPr>
        </p:nvSpPr>
        <p:spPr>
          <a:xfrm>
            <a:off x="381000" y="1676400"/>
            <a:ext cx="8458200" cy="4876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Management is more complex.</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End of project may not be known early.</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Not suitable for small or low risk projects and could be expensive for small projects.</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Spiral may go indefinitely.</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Large number of intermediate stages requires excessive documentation.</a:t>
            </a:r>
            <a:endParaRPr/>
          </a:p>
        </p:txBody>
      </p:sp>
      <p:sp>
        <p:nvSpPr>
          <p:cNvPr id="792" name="Google Shape;792;p8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26</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96"/>
        <p:cNvGrpSpPr/>
        <p:nvPr/>
      </p:nvGrpSpPr>
      <p:grpSpPr>
        <a:xfrm>
          <a:off x="0" y="0"/>
          <a:ext cx="0" cy="0"/>
          <a:chOff x="0" y="0"/>
          <a:chExt cx="0" cy="0"/>
        </a:xfrm>
      </p:grpSpPr>
      <p:sp>
        <p:nvSpPr>
          <p:cNvPr id="797" name="Google Shape;797;p89"/>
          <p:cNvSpPr txBox="1">
            <a:spLocks noGrp="1"/>
          </p:cNvSpPr>
          <p:nvPr>
            <p:ph type="title"/>
          </p:nvPr>
        </p:nvSpPr>
        <p:spPr>
          <a:xfrm>
            <a:off x="685800" y="3048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Open Source Model</a:t>
            </a:r>
            <a:endParaRPr/>
          </a:p>
        </p:txBody>
      </p:sp>
      <p:sp>
        <p:nvSpPr>
          <p:cNvPr id="798" name="Google Shape;798;p89"/>
          <p:cNvSpPr txBox="1">
            <a:spLocks noGrp="1"/>
          </p:cNvSpPr>
          <p:nvPr>
            <p:ph type="body" idx="1"/>
          </p:nvPr>
        </p:nvSpPr>
        <p:spPr>
          <a:xfrm>
            <a:off x="228600" y="1295400"/>
            <a:ext cx="8686800" cy="5257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All successful open-source software projects go through </a:t>
            </a:r>
            <a:r>
              <a:rPr lang="en-US" sz="2800" b="1" i="0" u="none">
                <a:solidFill>
                  <a:schemeClr val="dk1"/>
                </a:solidFill>
                <a:latin typeface="Times New Roman"/>
                <a:ea typeface="Times New Roman"/>
                <a:cs typeface="Times New Roman"/>
                <a:sym typeface="Times New Roman"/>
              </a:rPr>
              <a:t>two informal phases</a:t>
            </a:r>
            <a:r>
              <a:rPr lang="en-US" sz="2800" b="0" i="0" u="none">
                <a:solidFill>
                  <a:schemeClr val="dk1"/>
                </a:solidFill>
                <a:latin typeface="Times New Roman"/>
                <a:ea typeface="Times New Roman"/>
                <a:cs typeface="Times New Roman"/>
                <a:sym typeface="Times New Roman"/>
              </a:rPr>
              <a:t>. </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Single individual has an </a:t>
            </a:r>
            <a:r>
              <a:rPr lang="en-US" sz="2800" b="1" i="0" u="none">
                <a:solidFill>
                  <a:schemeClr val="dk1"/>
                </a:solidFill>
                <a:latin typeface="Times New Roman"/>
                <a:ea typeface="Times New Roman"/>
                <a:cs typeface="Times New Roman"/>
                <a:sym typeface="Times New Roman"/>
              </a:rPr>
              <a:t>idea for a program</a:t>
            </a:r>
            <a:r>
              <a:rPr lang="en-US" sz="2800" b="0" i="0" u="none">
                <a:solidFill>
                  <a:schemeClr val="dk1"/>
                </a:solidFill>
                <a:latin typeface="Times New Roman"/>
                <a:ea typeface="Times New Roman"/>
                <a:cs typeface="Times New Roman"/>
                <a:sym typeface="Times New Roman"/>
              </a:rPr>
              <a:t>, such as an operating system (Linux), a Net browser (Firefox), or a Web server (Apache) , initial version of that program is build.</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Software is made available to users over internet as it is free.</a:t>
            </a:r>
            <a:endParaRPr/>
          </a:p>
        </p:txBody>
      </p:sp>
      <p:sp>
        <p:nvSpPr>
          <p:cNvPr id="799" name="Google Shape;799;p8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27</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90"/>
          <p:cNvSpPr txBox="1">
            <a:spLocks noGrp="1"/>
          </p:cNvSpPr>
          <p:nvPr>
            <p:ph type="title"/>
          </p:nvPr>
        </p:nvSpPr>
        <p:spPr>
          <a:xfrm>
            <a:off x="685800" y="381000"/>
            <a:ext cx="7772400" cy="838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Open Source Model</a:t>
            </a:r>
            <a:endParaRPr/>
          </a:p>
        </p:txBody>
      </p:sp>
      <p:sp>
        <p:nvSpPr>
          <p:cNvPr id="805" name="Google Shape;805;p90"/>
          <p:cNvSpPr txBox="1">
            <a:spLocks noGrp="1"/>
          </p:cNvSpPr>
          <p:nvPr>
            <p:ph type="body" idx="1"/>
          </p:nvPr>
        </p:nvSpPr>
        <p:spPr>
          <a:xfrm>
            <a:off x="304800" y="1600200"/>
            <a:ext cx="8534400" cy="4876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Once the users start using the program second informal phase of the project begins. </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Users become co-developers, in that some users report defects and others suggest ways of fixing those defects.</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Some users put forward ideas for extending the program, and others implement those ideas. </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As the program expands in functionality, yet other users port the program so that it can run on additional operating system/hardware combinations. </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806" name="Google Shape;806;p9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28</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10"/>
        <p:cNvGrpSpPr/>
        <p:nvPr/>
      </p:nvGrpSpPr>
      <p:grpSpPr>
        <a:xfrm>
          <a:off x="0" y="0"/>
          <a:ext cx="0" cy="0"/>
          <a:chOff x="0" y="0"/>
          <a:chExt cx="0" cy="0"/>
        </a:xfrm>
      </p:grpSpPr>
      <p:sp>
        <p:nvSpPr>
          <p:cNvPr id="811" name="Google Shape;811;p91"/>
          <p:cNvSpPr txBox="1">
            <a:spLocks noGrp="1"/>
          </p:cNvSpPr>
          <p:nvPr>
            <p:ph type="title"/>
          </p:nvPr>
        </p:nvSpPr>
        <p:spPr>
          <a:xfrm>
            <a:off x="685800" y="2286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Open Source Model</a:t>
            </a:r>
            <a:endParaRPr/>
          </a:p>
        </p:txBody>
      </p:sp>
      <p:sp>
        <p:nvSpPr>
          <p:cNvPr id="812" name="Google Shape;812;p91"/>
          <p:cNvSpPr txBox="1">
            <a:spLocks noGrp="1"/>
          </p:cNvSpPr>
          <p:nvPr>
            <p:ph type="body" idx="1"/>
          </p:nvPr>
        </p:nvSpPr>
        <p:spPr>
          <a:xfrm>
            <a:off x="152400" y="1143000"/>
            <a:ext cx="8763000" cy="49530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 key aspect is that individuals work on an open-source project in their spare time on a voluntary basis; they are not paid to participate.</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The second informal phase of the open-source life-cycle model consists solely of </a:t>
            </a:r>
            <a:r>
              <a:rPr lang="en-US" sz="2800" b="1" i="0" u="none">
                <a:solidFill>
                  <a:schemeClr val="dk1"/>
                </a:solidFill>
                <a:latin typeface="Times New Roman"/>
                <a:ea typeface="Times New Roman"/>
                <a:cs typeface="Times New Roman"/>
                <a:sym typeface="Times New Roman"/>
              </a:rPr>
              <a:t>post delivery maintenance.</a:t>
            </a:r>
            <a:endParaRPr/>
          </a:p>
        </p:txBody>
      </p:sp>
      <p:sp>
        <p:nvSpPr>
          <p:cNvPr id="813" name="Google Shape;813;p9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29</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17"/>
        <p:cNvGrpSpPr/>
        <p:nvPr/>
      </p:nvGrpSpPr>
      <p:grpSpPr>
        <a:xfrm>
          <a:off x="0" y="0"/>
          <a:ext cx="0" cy="0"/>
          <a:chOff x="0" y="0"/>
          <a:chExt cx="0" cy="0"/>
        </a:xfrm>
      </p:grpSpPr>
      <p:sp>
        <p:nvSpPr>
          <p:cNvPr id="818" name="Google Shape;818;p9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30</a:t>
            </a:fld>
            <a:endParaRPr/>
          </a:p>
        </p:txBody>
      </p:sp>
      <p:pic>
        <p:nvPicPr>
          <p:cNvPr id="819" name="Google Shape;819;p92"/>
          <p:cNvPicPr preferRelativeResize="0"/>
          <p:nvPr/>
        </p:nvPicPr>
        <p:blipFill rotWithShape="1">
          <a:blip r:embed="rId3">
            <a:alphaModFix/>
          </a:blip>
          <a:srcRect/>
          <a:stretch/>
        </p:blipFill>
        <p:spPr>
          <a:xfrm>
            <a:off x="304800" y="609600"/>
            <a:ext cx="8686800" cy="55626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23"/>
        <p:cNvGrpSpPr/>
        <p:nvPr/>
      </p:nvGrpSpPr>
      <p:grpSpPr>
        <a:xfrm>
          <a:off x="0" y="0"/>
          <a:ext cx="0" cy="0"/>
          <a:chOff x="0" y="0"/>
          <a:chExt cx="0" cy="0"/>
        </a:xfrm>
      </p:grpSpPr>
      <p:sp>
        <p:nvSpPr>
          <p:cNvPr id="824" name="Google Shape;824;p93"/>
          <p:cNvSpPr txBox="1">
            <a:spLocks noGrp="1"/>
          </p:cNvSpPr>
          <p:nvPr>
            <p:ph type="title"/>
          </p:nvPr>
        </p:nvSpPr>
        <p:spPr>
          <a:xfrm>
            <a:off x="685800" y="3810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Process Model</a:t>
            </a:r>
            <a:endParaRPr/>
          </a:p>
        </p:txBody>
      </p:sp>
      <p:sp>
        <p:nvSpPr>
          <p:cNvPr id="825" name="Google Shape;825;p93"/>
          <p:cNvSpPr txBox="1">
            <a:spLocks noGrp="1"/>
          </p:cNvSpPr>
          <p:nvPr>
            <p:ph type="body" idx="1"/>
          </p:nvPr>
        </p:nvSpPr>
        <p:spPr>
          <a:xfrm>
            <a:off x="685800" y="1676400"/>
            <a:ext cx="7772400" cy="49530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Agile SDLC model is a combination of </a:t>
            </a:r>
            <a:r>
              <a:rPr lang="en-US" sz="2400" b="1" i="0" u="none">
                <a:solidFill>
                  <a:schemeClr val="dk1"/>
                </a:solidFill>
                <a:latin typeface="Times New Roman"/>
                <a:ea typeface="Times New Roman"/>
                <a:cs typeface="Times New Roman"/>
                <a:sym typeface="Times New Roman"/>
              </a:rPr>
              <a:t>iterative and incremental process models </a:t>
            </a:r>
            <a:r>
              <a:rPr lang="en-US" sz="2400" b="0" i="0" u="none">
                <a:solidFill>
                  <a:schemeClr val="dk1"/>
                </a:solidFill>
                <a:latin typeface="Times New Roman"/>
                <a:ea typeface="Times New Roman"/>
                <a:cs typeface="Times New Roman"/>
                <a:sym typeface="Times New Roman"/>
              </a:rPr>
              <a:t>with focus on process adaptability and customer satisfaction by rapid delivery of working software product.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Agile Methods </a:t>
            </a:r>
            <a:r>
              <a:rPr lang="en-US" sz="2400" b="1" i="0" u="none">
                <a:solidFill>
                  <a:schemeClr val="dk1"/>
                </a:solidFill>
                <a:latin typeface="Times New Roman"/>
                <a:ea typeface="Times New Roman"/>
                <a:cs typeface="Times New Roman"/>
                <a:sym typeface="Times New Roman"/>
              </a:rPr>
              <a:t>break the product into small incremental builds.</a:t>
            </a:r>
            <a:r>
              <a:rPr lang="en-US" sz="2400" b="0" i="0" u="none">
                <a:solidFill>
                  <a:schemeClr val="dk1"/>
                </a:solidFill>
                <a:latin typeface="Times New Roman"/>
                <a:ea typeface="Times New Roman"/>
                <a:cs typeface="Times New Roman"/>
                <a:sym typeface="Times New Roman"/>
              </a:rPr>
              <a:t> These builds are </a:t>
            </a:r>
            <a:r>
              <a:rPr lang="en-US" sz="2400" b="1" i="0" u="none">
                <a:solidFill>
                  <a:schemeClr val="dk1"/>
                </a:solidFill>
                <a:latin typeface="Times New Roman"/>
                <a:ea typeface="Times New Roman"/>
                <a:cs typeface="Times New Roman"/>
                <a:sym typeface="Times New Roman"/>
              </a:rPr>
              <a:t>provided in iterations. </a:t>
            </a:r>
            <a:r>
              <a:rPr lang="en-US" sz="2400" b="0" i="0" u="none">
                <a:solidFill>
                  <a:schemeClr val="dk1"/>
                </a:solidFill>
                <a:latin typeface="Times New Roman"/>
                <a:ea typeface="Times New Roman"/>
                <a:cs typeface="Times New Roman"/>
                <a:sym typeface="Times New Roman"/>
              </a:rPr>
              <a:t>Each iteration typically lasts from about one to three weeks. every iteration involves cross functional teams working simultaneously on various areas like planning, requirements analysis, design, coding, unit testing, and acceptance testing.</a:t>
            </a:r>
            <a:endParaRPr/>
          </a:p>
        </p:txBody>
      </p:sp>
      <p:sp>
        <p:nvSpPr>
          <p:cNvPr id="826" name="Google Shape;826;p9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31</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30"/>
        <p:cNvGrpSpPr/>
        <p:nvPr/>
      </p:nvGrpSpPr>
      <p:grpSpPr>
        <a:xfrm>
          <a:off x="0" y="0"/>
          <a:ext cx="0" cy="0"/>
          <a:chOff x="0" y="0"/>
          <a:chExt cx="0" cy="0"/>
        </a:xfrm>
      </p:grpSpPr>
      <p:sp>
        <p:nvSpPr>
          <p:cNvPr id="831" name="Google Shape;831;p94"/>
          <p:cNvSpPr txBox="1">
            <a:spLocks noGrp="1"/>
          </p:cNvSpPr>
          <p:nvPr>
            <p:ph type="title"/>
          </p:nvPr>
        </p:nvSpPr>
        <p:spPr>
          <a:xfrm>
            <a:off x="762000" y="3810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Process Model</a:t>
            </a:r>
            <a:endParaRPr/>
          </a:p>
        </p:txBody>
      </p:sp>
      <p:sp>
        <p:nvSpPr>
          <p:cNvPr id="832" name="Google Shape;832;p94"/>
          <p:cNvSpPr txBox="1">
            <a:spLocks noGrp="1"/>
          </p:cNvSpPr>
          <p:nvPr>
            <p:ph type="body" idx="1"/>
          </p:nvPr>
        </p:nvSpPr>
        <p:spPr>
          <a:xfrm>
            <a:off x="304800" y="1600200"/>
            <a:ext cx="8610600" cy="4876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At the end of the iteration a working product is displayed to the customer and important stakeholders.</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Iterative approach is taken and working software build is delivered after each iteration. Each build is incremental in terms of features; the final build holds all the features required by the customer.</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Agile processes must be adapted incrementally to manage unpredictability</a:t>
            </a:r>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833" name="Google Shape;833;p9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32</a:t>
            </a:fld>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95"/>
          <p:cNvSpPr txBox="1">
            <a:spLocks noGrp="1"/>
          </p:cNvSpPr>
          <p:nvPr>
            <p:ph type="title"/>
          </p:nvPr>
        </p:nvSpPr>
        <p:spPr>
          <a:xfrm>
            <a:off x="685800" y="3048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Process Model</a:t>
            </a:r>
            <a:endParaRPr/>
          </a:p>
        </p:txBody>
      </p:sp>
      <p:sp>
        <p:nvSpPr>
          <p:cNvPr id="839" name="Google Shape;839;p9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33</a:t>
            </a:fld>
            <a:endParaRPr/>
          </a:p>
        </p:txBody>
      </p:sp>
      <p:pic>
        <p:nvPicPr>
          <p:cNvPr id="840" name="Google Shape;840;p95"/>
          <p:cNvPicPr preferRelativeResize="0">
            <a:picLocks noGrp="1"/>
          </p:cNvPicPr>
          <p:nvPr>
            <p:ph type="body" idx="1"/>
          </p:nvPr>
        </p:nvPicPr>
        <p:blipFill rotWithShape="1">
          <a:blip r:embed="rId3">
            <a:alphaModFix/>
          </a:blip>
          <a:srcRect/>
          <a:stretch/>
        </p:blipFill>
        <p:spPr>
          <a:xfrm>
            <a:off x="1143000" y="1600200"/>
            <a:ext cx="7467600" cy="48768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44"/>
        <p:cNvGrpSpPr/>
        <p:nvPr/>
      </p:nvGrpSpPr>
      <p:grpSpPr>
        <a:xfrm>
          <a:off x="0" y="0"/>
          <a:ext cx="0" cy="0"/>
          <a:chOff x="0" y="0"/>
          <a:chExt cx="0" cy="0"/>
        </a:xfrm>
      </p:grpSpPr>
      <p:sp>
        <p:nvSpPr>
          <p:cNvPr id="845" name="Google Shape;845;p9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Advantages</a:t>
            </a:r>
            <a:endParaRPr/>
          </a:p>
        </p:txBody>
      </p:sp>
      <p:sp>
        <p:nvSpPr>
          <p:cNvPr id="846" name="Google Shape;846;p96"/>
          <p:cNvSpPr txBox="1">
            <a:spLocks noGrp="1"/>
          </p:cNvSpPr>
          <p:nvPr>
            <p:ph type="body" idx="1"/>
          </p:nvPr>
        </p:nvSpPr>
        <p:spPr>
          <a:xfrm>
            <a:off x="228600" y="1600200"/>
            <a:ext cx="8610600" cy="50292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Is a very realistic approach to software development.</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Promotes teamwork and cross training.</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Functionality can be developed rapidly and demonstrated.</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Suitable for fixed or changing requirements.</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Delivers early partial working solutions.</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Good model for environments that change steadily.</a:t>
            </a:r>
            <a:endParaRPr/>
          </a:p>
        </p:txBody>
      </p:sp>
      <p:sp>
        <p:nvSpPr>
          <p:cNvPr id="847" name="Google Shape;847;p9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34</a:t>
            </a:fld>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51"/>
        <p:cNvGrpSpPr/>
        <p:nvPr/>
      </p:nvGrpSpPr>
      <p:grpSpPr>
        <a:xfrm>
          <a:off x="0" y="0"/>
          <a:ext cx="0" cy="0"/>
          <a:chOff x="0" y="0"/>
          <a:chExt cx="0" cy="0"/>
        </a:xfrm>
      </p:grpSpPr>
      <p:sp>
        <p:nvSpPr>
          <p:cNvPr id="852" name="Google Shape;852;p9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Advantages</a:t>
            </a:r>
            <a:endParaRPr/>
          </a:p>
        </p:txBody>
      </p:sp>
      <p:sp>
        <p:nvSpPr>
          <p:cNvPr id="853" name="Google Shape;853;p97"/>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Easy to manage.</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Little or no planning required.</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Highest priority is to satisfy the customer.</a:t>
            </a:r>
            <a:endParaRPr/>
          </a:p>
        </p:txBody>
      </p:sp>
      <p:sp>
        <p:nvSpPr>
          <p:cNvPr id="854" name="Google Shape;854;p9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58"/>
        <p:cNvGrpSpPr/>
        <p:nvPr/>
      </p:nvGrpSpPr>
      <p:grpSpPr>
        <a:xfrm>
          <a:off x="0" y="0"/>
          <a:ext cx="0" cy="0"/>
          <a:chOff x="0" y="0"/>
          <a:chExt cx="0" cy="0"/>
        </a:xfrm>
      </p:grpSpPr>
      <p:sp>
        <p:nvSpPr>
          <p:cNvPr id="859" name="Google Shape;859;p98"/>
          <p:cNvSpPr txBox="1">
            <a:spLocks noGrp="1"/>
          </p:cNvSpPr>
          <p:nvPr>
            <p:ph type="title"/>
          </p:nvPr>
        </p:nvSpPr>
        <p:spPr>
          <a:xfrm>
            <a:off x="762000" y="1524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Disadvantages</a:t>
            </a:r>
            <a:endParaRPr/>
          </a:p>
        </p:txBody>
      </p:sp>
      <p:sp>
        <p:nvSpPr>
          <p:cNvPr id="860" name="Google Shape;860;p98"/>
          <p:cNvSpPr txBox="1">
            <a:spLocks noGrp="1"/>
          </p:cNvSpPr>
          <p:nvPr>
            <p:ph type="body" idx="1"/>
          </p:nvPr>
        </p:nvSpPr>
        <p:spPr>
          <a:xfrm>
            <a:off x="228600" y="1219200"/>
            <a:ext cx="8686800" cy="51816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 case of some software deliverables, especially the large ones, it is </a:t>
            </a:r>
            <a:r>
              <a:rPr lang="en-US" sz="2400" b="1" i="0" u="none">
                <a:solidFill>
                  <a:schemeClr val="dk1"/>
                </a:solidFill>
                <a:latin typeface="Times New Roman"/>
                <a:ea typeface="Times New Roman"/>
                <a:cs typeface="Times New Roman"/>
                <a:sym typeface="Times New Roman"/>
              </a:rPr>
              <a:t>difficult to assess the effort </a:t>
            </a:r>
            <a:r>
              <a:rPr lang="en-US" sz="2400" b="0" i="0" u="none">
                <a:solidFill>
                  <a:schemeClr val="dk1"/>
                </a:solidFill>
                <a:latin typeface="Times New Roman"/>
                <a:ea typeface="Times New Roman"/>
                <a:cs typeface="Times New Roman"/>
                <a:sym typeface="Times New Roman"/>
              </a:rPr>
              <a:t>required at the </a:t>
            </a:r>
            <a:r>
              <a:rPr lang="en-US" sz="2400" b="1" i="0" u="none">
                <a:solidFill>
                  <a:schemeClr val="dk1"/>
                </a:solidFill>
                <a:latin typeface="Times New Roman"/>
                <a:ea typeface="Times New Roman"/>
                <a:cs typeface="Times New Roman"/>
                <a:sym typeface="Times New Roman"/>
              </a:rPr>
              <a:t>beginning</a:t>
            </a:r>
            <a:r>
              <a:rPr lang="en-US" sz="2400" b="0" i="0" u="none">
                <a:solidFill>
                  <a:schemeClr val="dk1"/>
                </a:solidFill>
                <a:latin typeface="Times New Roman"/>
                <a:ea typeface="Times New Roman"/>
                <a:cs typeface="Times New Roman"/>
                <a:sym typeface="Times New Roman"/>
              </a:rPr>
              <a:t> of the software development life cycle.</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For Designing and Documentation, agile methodology </a:t>
            </a:r>
            <a:r>
              <a:rPr lang="en-US" sz="2400" b="1" i="0" u="none">
                <a:solidFill>
                  <a:schemeClr val="dk1"/>
                </a:solidFill>
                <a:latin typeface="Times New Roman"/>
                <a:ea typeface="Times New Roman"/>
                <a:cs typeface="Times New Roman"/>
                <a:sym typeface="Times New Roman"/>
              </a:rPr>
              <a:t>pays less importance.</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1"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The project can easily get taken </a:t>
            </a:r>
            <a:r>
              <a:rPr lang="en-US" sz="2400" b="1" i="0" u="none">
                <a:solidFill>
                  <a:schemeClr val="dk1"/>
                </a:solidFill>
                <a:latin typeface="Times New Roman"/>
                <a:ea typeface="Times New Roman"/>
                <a:cs typeface="Times New Roman"/>
                <a:sym typeface="Times New Roman"/>
              </a:rPr>
              <a:t>off track </a:t>
            </a:r>
            <a:r>
              <a:rPr lang="en-US" sz="2400" b="0" i="0" u="none">
                <a:solidFill>
                  <a:schemeClr val="dk1"/>
                </a:solidFill>
                <a:latin typeface="Times New Roman"/>
                <a:ea typeface="Times New Roman"/>
                <a:cs typeface="Times New Roman"/>
                <a:sym typeface="Times New Roman"/>
              </a:rPr>
              <a:t>if the customer representative is not clear what final outcome that they want.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For Agile methodology, </a:t>
            </a:r>
            <a:r>
              <a:rPr lang="en-US" sz="2400" b="1" i="0" u="none">
                <a:solidFill>
                  <a:schemeClr val="dk1"/>
                </a:solidFill>
                <a:latin typeface="Times New Roman"/>
                <a:ea typeface="Times New Roman"/>
                <a:cs typeface="Times New Roman"/>
                <a:sym typeface="Times New Roman"/>
              </a:rPr>
              <a:t>experience resource </a:t>
            </a:r>
            <a:r>
              <a:rPr lang="en-US" sz="2400" b="0" i="0" u="none">
                <a:solidFill>
                  <a:schemeClr val="dk1"/>
                </a:solidFill>
                <a:latin typeface="Times New Roman"/>
                <a:ea typeface="Times New Roman"/>
                <a:cs typeface="Times New Roman"/>
                <a:sym typeface="Times New Roman"/>
              </a:rPr>
              <a:t>will be needed.</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861" name="Google Shape;861;p9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36</a:t>
            </a:fld>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65"/>
        <p:cNvGrpSpPr/>
        <p:nvPr/>
      </p:nvGrpSpPr>
      <p:grpSpPr>
        <a:xfrm>
          <a:off x="0" y="0"/>
          <a:ext cx="0" cy="0"/>
          <a:chOff x="0" y="0"/>
          <a:chExt cx="0" cy="0"/>
        </a:xfrm>
      </p:grpSpPr>
      <p:sp>
        <p:nvSpPr>
          <p:cNvPr id="866" name="Google Shape;866;p9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Agile Process Models</a:t>
            </a:r>
            <a:endParaRPr/>
          </a:p>
        </p:txBody>
      </p:sp>
      <p:sp>
        <p:nvSpPr>
          <p:cNvPr id="867" name="Google Shape;867;p99"/>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Extreme Programming (XP)</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Adaptive Software Development (ASD)</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Dynamic Systems Development Method (DSDM)</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Scrum</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Crystal</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Feature Driven Development (FDD)</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Agile Modeling (AM)</a:t>
            </a:r>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868" name="Google Shape;868;p9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37</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sp>
        <p:nvSpPr>
          <p:cNvPr id="873" name="Google Shape;873;p100"/>
          <p:cNvSpPr txBox="1">
            <a:spLocks noGrp="1"/>
          </p:cNvSpPr>
          <p:nvPr>
            <p:ph type="title"/>
          </p:nvPr>
        </p:nvSpPr>
        <p:spPr>
          <a:xfrm>
            <a:off x="685800" y="457200"/>
            <a:ext cx="7772400" cy="9906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br>
              <a:rPr lang="en-US" sz="4400" b="0" i="0" u="none">
                <a:solidFill>
                  <a:schemeClr val="dk2"/>
                </a:solidFill>
                <a:latin typeface="Times New Roman"/>
                <a:ea typeface="Times New Roman"/>
                <a:cs typeface="Times New Roman"/>
                <a:sym typeface="Times New Roman"/>
              </a:rPr>
            </a:br>
            <a:r>
              <a:rPr lang="en-US" sz="4400" b="0" i="0" u="none">
                <a:solidFill>
                  <a:schemeClr val="dk2"/>
                </a:solidFill>
                <a:latin typeface="Times New Roman"/>
                <a:ea typeface="Times New Roman"/>
                <a:cs typeface="Times New Roman"/>
                <a:sym typeface="Times New Roman"/>
              </a:rPr>
              <a:t>Extreme Programming (XP)</a:t>
            </a:r>
            <a:br>
              <a:rPr lang="en-US" sz="4400" b="0" i="0" u="none">
                <a:solidFill>
                  <a:schemeClr val="dk2"/>
                </a:solidFill>
                <a:latin typeface="Times New Roman"/>
                <a:ea typeface="Times New Roman"/>
                <a:cs typeface="Times New Roman"/>
                <a:sym typeface="Times New Roman"/>
              </a:rPr>
            </a:br>
            <a:endParaRPr/>
          </a:p>
        </p:txBody>
      </p:sp>
      <p:sp>
        <p:nvSpPr>
          <p:cNvPr id="874" name="Google Shape;874;p100"/>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Relies on object-oriented approach as it is based on </a:t>
            </a:r>
            <a:r>
              <a:rPr lang="en-US" sz="3200" b="1" i="0" u="none">
                <a:solidFill>
                  <a:schemeClr val="dk1"/>
                </a:solidFill>
                <a:latin typeface="Times New Roman"/>
                <a:ea typeface="Times New Roman"/>
                <a:cs typeface="Times New Roman"/>
                <a:sym typeface="Times New Roman"/>
              </a:rPr>
              <a:t>set rules and practices </a:t>
            </a:r>
            <a:r>
              <a:rPr lang="en-US" sz="3200" b="0" i="0" u="none">
                <a:solidFill>
                  <a:schemeClr val="dk1"/>
                </a:solidFill>
                <a:latin typeface="Times New Roman"/>
                <a:ea typeface="Times New Roman"/>
                <a:cs typeface="Times New Roman"/>
                <a:sym typeface="Times New Roman"/>
              </a:rPr>
              <a:t>that occur within the activities defined.</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Agile processes must be </a:t>
            </a:r>
            <a:r>
              <a:rPr lang="en-US" sz="3200" b="1" i="0" u="none">
                <a:solidFill>
                  <a:schemeClr val="dk1"/>
                </a:solidFill>
                <a:latin typeface="Times New Roman"/>
                <a:ea typeface="Times New Roman"/>
                <a:cs typeface="Times New Roman"/>
                <a:sym typeface="Times New Roman"/>
              </a:rPr>
              <a:t>adapted incrementally to manage unpredictability</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875" name="Google Shape;875;p10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79"/>
        <p:cNvGrpSpPr/>
        <p:nvPr/>
      </p:nvGrpSpPr>
      <p:grpSpPr>
        <a:xfrm>
          <a:off x="0" y="0"/>
          <a:ext cx="0" cy="0"/>
          <a:chOff x="0" y="0"/>
          <a:chExt cx="0" cy="0"/>
        </a:xfrm>
      </p:grpSpPr>
      <p:sp>
        <p:nvSpPr>
          <p:cNvPr id="880" name="Google Shape;880;p101"/>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Arial"/>
              <a:buNone/>
            </a:pPr>
            <a:fld id="{00000000-1234-1234-1234-123412341234}" type="slidenum">
              <a:rPr lang="en-US" sz="1400" b="0" i="0" u="none">
                <a:solidFill>
                  <a:schemeClr val="dk1"/>
                </a:solidFill>
                <a:latin typeface="Arial"/>
                <a:ea typeface="Arial"/>
                <a:cs typeface="Arial"/>
                <a:sym typeface="Arial"/>
              </a:rPr>
              <a:t>39</a:t>
            </a:fld>
            <a:endParaRPr/>
          </a:p>
        </p:txBody>
      </p:sp>
      <p:sp>
        <p:nvSpPr>
          <p:cNvPr id="881" name="Google Shape;881;p101"/>
          <p:cNvSpPr txBox="1">
            <a:spLocks noGrp="1"/>
          </p:cNvSpPr>
          <p:nvPr>
            <p:ph type="title"/>
          </p:nvPr>
        </p:nvSpPr>
        <p:spPr>
          <a:xfrm>
            <a:off x="708025" y="274637"/>
            <a:ext cx="77502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Extreme Programming (XP)</a:t>
            </a:r>
            <a:endParaRPr/>
          </a:p>
        </p:txBody>
      </p:sp>
      <p:sp>
        <p:nvSpPr>
          <p:cNvPr id="882" name="Google Shape;882;p10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XP Planning</a:t>
            </a:r>
            <a:endParaRPr/>
          </a:p>
          <a:p>
            <a:pPr marL="742950" lvl="1" indent="-285750" algn="l" rtl="0">
              <a:lnSpc>
                <a:spcPct val="100000"/>
              </a:lnSpc>
              <a:spcBef>
                <a:spcPts val="480"/>
              </a:spcBef>
              <a:spcAft>
                <a:spcPts val="0"/>
              </a:spcAft>
              <a:buClr>
                <a:schemeClr val="dk1"/>
              </a:buClr>
              <a:buSzPts val="2400"/>
              <a:buFont typeface="Arial"/>
              <a:buChar char="•"/>
            </a:pPr>
            <a:r>
              <a:rPr lang="en-US" sz="2400" b="0" i="0" u="none">
                <a:solidFill>
                  <a:schemeClr val="dk1"/>
                </a:solidFill>
                <a:latin typeface="Times New Roman"/>
                <a:ea typeface="Times New Roman"/>
                <a:cs typeface="Times New Roman"/>
                <a:sym typeface="Times New Roman"/>
              </a:rPr>
              <a:t>Begins with the creation of “user stories”</a:t>
            </a:r>
            <a:endParaRPr/>
          </a:p>
          <a:p>
            <a:pPr marL="742950" lvl="1" indent="-285750" algn="l" rtl="0">
              <a:lnSpc>
                <a:spcPct val="100000"/>
              </a:lnSpc>
              <a:spcBef>
                <a:spcPts val="480"/>
              </a:spcBef>
              <a:spcAft>
                <a:spcPts val="0"/>
              </a:spcAft>
              <a:buClr>
                <a:schemeClr val="dk1"/>
              </a:buClr>
              <a:buSzPts val="2400"/>
              <a:buFont typeface="Arial"/>
              <a:buChar char="•"/>
            </a:pPr>
            <a:r>
              <a:rPr lang="en-US" sz="2400" b="0" i="0" u="none">
                <a:solidFill>
                  <a:schemeClr val="dk1"/>
                </a:solidFill>
                <a:latin typeface="Times New Roman"/>
                <a:ea typeface="Times New Roman"/>
                <a:cs typeface="Times New Roman"/>
                <a:sym typeface="Times New Roman"/>
              </a:rPr>
              <a:t>Agile team assesses each story and assigns a cost</a:t>
            </a:r>
            <a:endParaRPr/>
          </a:p>
          <a:p>
            <a:pPr marL="742950" lvl="1" indent="-285750" algn="l" rtl="0">
              <a:lnSpc>
                <a:spcPct val="100000"/>
              </a:lnSpc>
              <a:spcBef>
                <a:spcPts val="480"/>
              </a:spcBef>
              <a:spcAft>
                <a:spcPts val="0"/>
              </a:spcAft>
              <a:buClr>
                <a:schemeClr val="dk1"/>
              </a:buClr>
              <a:buSzPts val="2400"/>
              <a:buFont typeface="Arial"/>
              <a:buChar char="•"/>
            </a:pPr>
            <a:r>
              <a:rPr lang="en-US" sz="2400" b="0" i="0" u="none">
                <a:solidFill>
                  <a:schemeClr val="dk1"/>
                </a:solidFill>
                <a:latin typeface="Times New Roman"/>
                <a:ea typeface="Times New Roman"/>
                <a:cs typeface="Times New Roman"/>
                <a:sym typeface="Times New Roman"/>
              </a:rPr>
              <a:t>Stories are grouped to for a deliverable increment</a:t>
            </a:r>
            <a:endParaRPr/>
          </a:p>
          <a:p>
            <a:pPr marL="742950" lvl="1" indent="-285750" algn="l" rtl="0">
              <a:lnSpc>
                <a:spcPct val="100000"/>
              </a:lnSpc>
              <a:spcBef>
                <a:spcPts val="480"/>
              </a:spcBef>
              <a:spcAft>
                <a:spcPts val="0"/>
              </a:spcAft>
              <a:buClr>
                <a:schemeClr val="dk1"/>
              </a:buClr>
              <a:buSzPts val="2400"/>
              <a:buFont typeface="Arial"/>
              <a:buChar char="•"/>
            </a:pPr>
            <a:r>
              <a:rPr lang="en-US" sz="2400" b="0" i="0" u="none">
                <a:solidFill>
                  <a:schemeClr val="dk1"/>
                </a:solidFill>
                <a:latin typeface="Times New Roman"/>
                <a:ea typeface="Times New Roman"/>
                <a:cs typeface="Times New Roman"/>
                <a:sym typeface="Times New Roman"/>
              </a:rPr>
              <a:t>A commitment is made on delivery date</a:t>
            </a:r>
            <a:endParaRPr/>
          </a:p>
          <a:p>
            <a:pPr marL="742950" lvl="1" indent="-285750" algn="l" rtl="0">
              <a:lnSpc>
                <a:spcPct val="100000"/>
              </a:lnSpc>
              <a:spcBef>
                <a:spcPts val="480"/>
              </a:spcBef>
              <a:spcAft>
                <a:spcPts val="0"/>
              </a:spcAft>
              <a:buClr>
                <a:schemeClr val="dk1"/>
              </a:buClr>
              <a:buSzPts val="2400"/>
              <a:buFont typeface="Arial"/>
              <a:buChar char="•"/>
            </a:pPr>
            <a:r>
              <a:rPr lang="en-US" sz="2400" b="0" i="0" u="none">
                <a:solidFill>
                  <a:schemeClr val="dk1"/>
                </a:solidFill>
                <a:latin typeface="Times New Roman"/>
                <a:ea typeface="Times New Roman"/>
                <a:cs typeface="Times New Roman"/>
                <a:sym typeface="Times New Roman"/>
              </a:rPr>
              <a:t>After the first increment “project velocity” is used to help define subsequent delivery dates for other increments</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p102"/>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Arial"/>
              <a:buNone/>
            </a:pPr>
            <a:fld id="{00000000-1234-1234-1234-123412341234}" type="slidenum">
              <a:rPr lang="en-US" sz="1400" b="0" i="0" u="none">
                <a:solidFill>
                  <a:schemeClr val="dk1"/>
                </a:solidFill>
                <a:latin typeface="Arial"/>
                <a:ea typeface="Arial"/>
                <a:cs typeface="Arial"/>
                <a:sym typeface="Arial"/>
              </a:rPr>
              <a:t>40</a:t>
            </a:fld>
            <a:endParaRPr/>
          </a:p>
        </p:txBody>
      </p:sp>
      <p:sp>
        <p:nvSpPr>
          <p:cNvPr id="888" name="Google Shape;888;p102"/>
          <p:cNvSpPr txBox="1">
            <a:spLocks noGrp="1"/>
          </p:cNvSpPr>
          <p:nvPr>
            <p:ph type="title"/>
          </p:nvPr>
        </p:nvSpPr>
        <p:spPr>
          <a:xfrm>
            <a:off x="695325" y="274637"/>
            <a:ext cx="77535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Extreme Programming (XP)</a:t>
            </a:r>
            <a:endParaRPr/>
          </a:p>
        </p:txBody>
      </p:sp>
      <p:sp>
        <p:nvSpPr>
          <p:cNvPr id="889" name="Google Shape;889;p102"/>
          <p:cNvSpPr txBox="1">
            <a:spLocks noGrp="1"/>
          </p:cNvSpPr>
          <p:nvPr>
            <p:ph type="body" idx="1"/>
          </p:nvPr>
        </p:nvSpPr>
        <p:spPr>
          <a:xfrm>
            <a:off x="228600" y="1371600"/>
            <a:ext cx="8686800" cy="5257800"/>
          </a:xfrm>
          <a:prstGeom prst="rect">
            <a:avLst/>
          </a:prstGeom>
          <a:noFill/>
          <a:ln>
            <a:noFill/>
          </a:ln>
        </p:spPr>
        <p:txBody>
          <a:bodyPr spcFirstLastPara="1" wrap="square" lIns="91425" tIns="45700" rIns="91425" bIns="45700" anchor="t" anchorCtr="0">
            <a:noAutofit/>
          </a:bodyPr>
          <a:lstStyle/>
          <a:p>
            <a:pPr marL="322262" lvl="0" indent="-322262" algn="l" rtl="0">
              <a:lnSpc>
                <a:spcPct val="90000"/>
              </a:lnSpc>
              <a:spcBef>
                <a:spcPts val="0"/>
              </a:spcBef>
              <a:spcAft>
                <a:spcPts val="0"/>
              </a:spcAft>
              <a:buClr>
                <a:schemeClr val="dk1"/>
              </a:buClr>
              <a:buSzPts val="2000"/>
              <a:buFont typeface="Times New Roman"/>
              <a:buNone/>
            </a:pPr>
            <a:r>
              <a:rPr lang="en-US" sz="2000" b="1" i="0" u="none">
                <a:solidFill>
                  <a:schemeClr val="dk1"/>
                </a:solidFill>
                <a:latin typeface="Times New Roman"/>
                <a:ea typeface="Times New Roman"/>
                <a:cs typeface="Times New Roman"/>
                <a:sym typeface="Times New Roman"/>
              </a:rPr>
              <a:t>XP Design</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Follows the KIS (Keep it simple) principle</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Encourage the use of CRC (class responsibility collaborator-effective mechanism for problem solving as uses object oriented approach) cards for difficult design problems, suggests the creation of “spike solutions”—a design prototype</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Encourages “refactoring” or “restructuring”—an iterative refinement of the internal program design</a:t>
            </a:r>
            <a:endParaRPr/>
          </a:p>
          <a:p>
            <a:pPr marL="322262" lvl="0" indent="-322262" algn="l" rtl="0">
              <a:lnSpc>
                <a:spcPct val="90000"/>
              </a:lnSpc>
              <a:spcBef>
                <a:spcPts val="400"/>
              </a:spcBef>
              <a:spcAft>
                <a:spcPts val="0"/>
              </a:spcAft>
              <a:buClr>
                <a:schemeClr val="dk1"/>
              </a:buClr>
              <a:buSzPts val="2000"/>
              <a:buFont typeface="Times New Roman"/>
              <a:buNone/>
            </a:pPr>
            <a:r>
              <a:rPr lang="en-US" sz="2000" b="1" i="0" u="none">
                <a:solidFill>
                  <a:schemeClr val="dk1"/>
                </a:solidFill>
                <a:latin typeface="Times New Roman"/>
                <a:ea typeface="Times New Roman"/>
                <a:cs typeface="Times New Roman"/>
                <a:sym typeface="Times New Roman"/>
              </a:rPr>
              <a:t>XP Coding</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Recommends the construction of a unit test for a store </a:t>
            </a:r>
            <a:r>
              <a:rPr lang="en-US" sz="2000" b="0" i="1" u="none">
                <a:solidFill>
                  <a:schemeClr val="dk1"/>
                </a:solidFill>
                <a:latin typeface="Times New Roman"/>
                <a:ea typeface="Times New Roman"/>
                <a:cs typeface="Times New Roman"/>
                <a:sym typeface="Times New Roman"/>
              </a:rPr>
              <a:t>before</a:t>
            </a:r>
            <a:r>
              <a:rPr lang="en-US" sz="2000" b="0" i="0" u="none">
                <a:solidFill>
                  <a:schemeClr val="dk1"/>
                </a:solidFill>
                <a:latin typeface="Times New Roman"/>
                <a:ea typeface="Times New Roman"/>
                <a:cs typeface="Times New Roman"/>
                <a:sym typeface="Times New Roman"/>
              </a:rPr>
              <a:t> coding commences</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Encourages “pair programming-two people working on same program”</a:t>
            </a:r>
            <a:endParaRPr/>
          </a:p>
          <a:p>
            <a:pPr marL="322262" lvl="0" indent="-322262" algn="l" rtl="0">
              <a:lnSpc>
                <a:spcPct val="90000"/>
              </a:lnSpc>
              <a:spcBef>
                <a:spcPts val="400"/>
              </a:spcBef>
              <a:spcAft>
                <a:spcPts val="0"/>
              </a:spcAft>
              <a:buClr>
                <a:schemeClr val="dk1"/>
              </a:buClr>
              <a:buSzPts val="2000"/>
              <a:buFont typeface="Times New Roman"/>
              <a:buNone/>
            </a:pPr>
            <a:r>
              <a:rPr lang="en-US" sz="2000" b="1" i="0" u="none">
                <a:solidFill>
                  <a:schemeClr val="dk1"/>
                </a:solidFill>
                <a:latin typeface="Times New Roman"/>
                <a:ea typeface="Times New Roman"/>
                <a:cs typeface="Times New Roman"/>
                <a:sym typeface="Times New Roman"/>
              </a:rPr>
              <a:t>XP Testing</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All unit tests are executed daily</a:t>
            </a:r>
            <a:endParaRPr/>
          </a:p>
          <a:p>
            <a:pPr marL="771525" lvl="1" indent="-257175" algn="l" rtl="0">
              <a:lnSpc>
                <a:spcPct val="90000"/>
              </a:lnSpc>
              <a:spcBef>
                <a:spcPts val="400"/>
              </a:spcBef>
              <a:spcAft>
                <a:spcPts val="0"/>
              </a:spcAft>
              <a:buClr>
                <a:schemeClr val="dk1"/>
              </a:buClr>
              <a:buSzPts val="2000"/>
              <a:buFont typeface="Arial"/>
              <a:buChar char="•"/>
            </a:pPr>
            <a:r>
              <a:rPr lang="en-US" sz="2000" b="0" i="0" u="none">
                <a:solidFill>
                  <a:schemeClr val="dk1"/>
                </a:solidFill>
                <a:latin typeface="Times New Roman"/>
                <a:ea typeface="Times New Roman"/>
                <a:cs typeface="Times New Roman"/>
                <a:sym typeface="Times New Roman"/>
              </a:rPr>
              <a:t>“Acceptance tests” are defined by the customer and executed to assess customer visible functionality</a:t>
            </a:r>
            <a:endParaRPr/>
          </a:p>
          <a:p>
            <a:pPr marL="34290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103"/>
          <p:cNvSpPr txBox="1">
            <a:spLocks noGrp="1"/>
          </p:cNvSpPr>
          <p:nvPr>
            <p:ph type="title"/>
          </p:nvPr>
        </p:nvSpPr>
        <p:spPr>
          <a:xfrm>
            <a:off x="685800" y="244475"/>
            <a:ext cx="7772400" cy="7461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Extreme Programming (XP)</a:t>
            </a:r>
            <a:endParaRPr/>
          </a:p>
        </p:txBody>
      </p:sp>
      <p:sp>
        <p:nvSpPr>
          <p:cNvPr id="896" name="Google Shape;896;p10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41</a:t>
            </a:fld>
            <a:endParaRPr/>
          </a:p>
        </p:txBody>
      </p:sp>
      <p:pic>
        <p:nvPicPr>
          <p:cNvPr id="897" name="Google Shape;897;p103"/>
          <p:cNvPicPr preferRelativeResize="0"/>
          <p:nvPr/>
        </p:nvPicPr>
        <p:blipFill rotWithShape="1">
          <a:blip r:embed="rId3">
            <a:alphaModFix/>
          </a:blip>
          <a:srcRect/>
          <a:stretch/>
        </p:blipFill>
        <p:spPr>
          <a:xfrm>
            <a:off x="228600" y="1168400"/>
            <a:ext cx="8686800" cy="54451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10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Adaptive Software Development</a:t>
            </a:r>
            <a:endParaRPr/>
          </a:p>
        </p:txBody>
      </p:sp>
      <p:sp>
        <p:nvSpPr>
          <p:cNvPr id="903" name="Google Shape;903;p104"/>
          <p:cNvSpPr txBox="1">
            <a:spLocks noGrp="1"/>
          </p:cNvSpPr>
          <p:nvPr>
            <p:ph type="body" idx="1"/>
          </p:nvPr>
        </p:nvSpPr>
        <p:spPr>
          <a:xfrm>
            <a:off x="685800" y="1676400"/>
            <a:ext cx="7772400" cy="4953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Technique for building complex software and systems.</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Self-organization arises when independent agents cooperate to create a solution to a problem that is beyond the capability of any individual agent.</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Emphasizes self-organizing teams, interpersonal collaboration, and both individual and team learning</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904" name="Google Shape;904;p10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42</a:t>
            </a:fld>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908"/>
        <p:cNvGrpSpPr/>
        <p:nvPr/>
      </p:nvGrpSpPr>
      <p:grpSpPr>
        <a:xfrm>
          <a:off x="0" y="0"/>
          <a:ext cx="0" cy="0"/>
          <a:chOff x="0" y="0"/>
          <a:chExt cx="0" cy="0"/>
        </a:xfrm>
      </p:grpSpPr>
      <p:sp>
        <p:nvSpPr>
          <p:cNvPr id="909" name="Google Shape;909;p10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Adaptive Software Development</a:t>
            </a:r>
            <a:endParaRPr/>
          </a:p>
        </p:txBody>
      </p:sp>
      <p:sp>
        <p:nvSpPr>
          <p:cNvPr id="910" name="Google Shape;910;p105"/>
          <p:cNvSpPr txBox="1">
            <a:spLocks noGrp="1"/>
          </p:cNvSpPr>
          <p:nvPr>
            <p:ph type="body" idx="1"/>
          </p:nvPr>
        </p:nvSpPr>
        <p:spPr>
          <a:xfrm>
            <a:off x="685800" y="1981200"/>
            <a:ext cx="7772400" cy="4648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Adaptive Software Development practices provide ability to accommodate change and are </a:t>
            </a:r>
            <a:r>
              <a:rPr lang="en-US" sz="3200" b="1" i="0" u="none">
                <a:solidFill>
                  <a:schemeClr val="dk1"/>
                </a:solidFill>
                <a:latin typeface="Times New Roman"/>
                <a:ea typeface="Times New Roman"/>
                <a:cs typeface="Times New Roman"/>
                <a:sym typeface="Times New Roman"/>
              </a:rPr>
              <a:t>adaptable in turbulent environments </a:t>
            </a:r>
            <a:r>
              <a:rPr lang="en-US" sz="3200" b="0" i="0" u="none">
                <a:solidFill>
                  <a:schemeClr val="dk1"/>
                </a:solidFill>
                <a:latin typeface="Times New Roman"/>
                <a:ea typeface="Times New Roman"/>
                <a:cs typeface="Times New Roman"/>
                <a:sym typeface="Times New Roman"/>
              </a:rPr>
              <a:t>with products evolving with little planning and learning.</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The Adaptive Software Development Lifecycle </a:t>
            </a:r>
            <a:r>
              <a:rPr lang="en-US" sz="3200" b="1" i="0" u="none">
                <a:solidFill>
                  <a:schemeClr val="dk1"/>
                </a:solidFill>
                <a:latin typeface="Times New Roman"/>
                <a:ea typeface="Times New Roman"/>
                <a:cs typeface="Times New Roman"/>
                <a:sym typeface="Times New Roman"/>
              </a:rPr>
              <a:t>focuses on results</a:t>
            </a:r>
            <a:r>
              <a:rPr lang="en-US" sz="3200" b="0" i="0" u="none">
                <a:solidFill>
                  <a:schemeClr val="dk1"/>
                </a:solidFill>
                <a:latin typeface="Times New Roman"/>
                <a:ea typeface="Times New Roman"/>
                <a:cs typeface="Times New Roman"/>
                <a:sym typeface="Times New Roman"/>
              </a:rPr>
              <a:t>, not tasks, and the results are identified as application features.</a:t>
            </a:r>
            <a:endParaRPr/>
          </a:p>
          <a:p>
            <a:pPr marL="342900" marR="0" lvl="0" indent="-342900" algn="l" rtl="0">
              <a:lnSpc>
                <a:spcPct val="100000"/>
              </a:lnSpc>
              <a:spcBef>
                <a:spcPts val="640"/>
              </a:spcBef>
              <a:spcAft>
                <a:spcPts val="0"/>
              </a:spcAft>
              <a:buClr>
                <a:schemeClr val="dk1"/>
              </a:buClr>
              <a:buSzPts val="3200"/>
              <a:buFont typeface="Times New Roman"/>
              <a:buNone/>
            </a:pPr>
            <a:br>
              <a:rPr lang="en-US" sz="3200" b="0" i="0" u="none">
                <a:solidFill>
                  <a:schemeClr val="dk1"/>
                </a:solidFill>
                <a:latin typeface="Times New Roman"/>
                <a:ea typeface="Times New Roman"/>
                <a:cs typeface="Times New Roman"/>
                <a:sym typeface="Times New Roman"/>
              </a:rPr>
            </a:br>
            <a:endParaRPr/>
          </a:p>
          <a:p>
            <a:pPr marL="342900" marR="0" lvl="0" indent="-342900" algn="l" rtl="0">
              <a:lnSpc>
                <a:spcPct val="100000"/>
              </a:lnSpc>
              <a:spcBef>
                <a:spcPts val="640"/>
              </a:spcBef>
              <a:spcAft>
                <a:spcPts val="0"/>
              </a:spcAft>
              <a:buClr>
                <a:schemeClr val="dk1"/>
              </a:buClr>
              <a:buSzPts val="3200"/>
              <a:buFont typeface="Times New Roman"/>
              <a:buNone/>
            </a:pPr>
            <a:br>
              <a:rPr lang="en-US" sz="3200" b="0" i="0" u="none">
                <a:solidFill>
                  <a:schemeClr val="dk1"/>
                </a:solidFill>
                <a:latin typeface="Times New Roman"/>
                <a:ea typeface="Times New Roman"/>
                <a:cs typeface="Times New Roman"/>
                <a:sym typeface="Times New Roman"/>
              </a:rPr>
            </a:br>
            <a:endParaRPr/>
          </a:p>
        </p:txBody>
      </p:sp>
      <p:sp>
        <p:nvSpPr>
          <p:cNvPr id="911" name="Google Shape;911;p10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43</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sp>
        <p:nvSpPr>
          <p:cNvPr id="916" name="Google Shape;916;p106"/>
          <p:cNvSpPr txBox="1">
            <a:spLocks noGrp="1"/>
          </p:cNvSpPr>
          <p:nvPr>
            <p:ph type="title"/>
          </p:nvPr>
        </p:nvSpPr>
        <p:spPr>
          <a:xfrm>
            <a:off x="762000" y="3810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br>
              <a:rPr lang="en-US" sz="4400" b="0" i="0" u="none">
                <a:solidFill>
                  <a:schemeClr val="dk2"/>
                </a:solidFill>
                <a:latin typeface="Times New Roman"/>
                <a:ea typeface="Times New Roman"/>
                <a:cs typeface="Times New Roman"/>
                <a:sym typeface="Times New Roman"/>
              </a:rPr>
            </a:br>
            <a:r>
              <a:rPr lang="en-US" sz="4400" b="0" i="0" u="none">
                <a:solidFill>
                  <a:schemeClr val="dk2"/>
                </a:solidFill>
                <a:latin typeface="Times New Roman"/>
                <a:ea typeface="Times New Roman"/>
                <a:cs typeface="Times New Roman"/>
                <a:sym typeface="Times New Roman"/>
              </a:rPr>
              <a:t>ASD — distinguishing  features</a:t>
            </a:r>
            <a:br>
              <a:rPr lang="en-US" sz="4400" b="0" i="0" u="none">
                <a:solidFill>
                  <a:schemeClr val="dk2"/>
                </a:solidFill>
                <a:latin typeface="Times New Roman"/>
                <a:ea typeface="Times New Roman"/>
                <a:cs typeface="Times New Roman"/>
                <a:sym typeface="Times New Roman"/>
              </a:rPr>
            </a:br>
            <a:endParaRPr/>
          </a:p>
        </p:txBody>
      </p:sp>
      <p:sp>
        <p:nvSpPr>
          <p:cNvPr id="917" name="Google Shape;917;p106"/>
          <p:cNvSpPr txBox="1">
            <a:spLocks noGrp="1"/>
          </p:cNvSpPr>
          <p:nvPr>
            <p:ph type="body" idx="1"/>
          </p:nvPr>
        </p:nvSpPr>
        <p:spPr>
          <a:xfrm>
            <a:off x="228600" y="1478280"/>
            <a:ext cx="8686800" cy="522732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dirty="0">
                <a:solidFill>
                  <a:schemeClr val="dk1"/>
                </a:solidFill>
                <a:latin typeface="Times New Roman"/>
                <a:ea typeface="Times New Roman"/>
                <a:cs typeface="Times New Roman"/>
                <a:sym typeface="Times New Roman"/>
              </a:rPr>
              <a:t>1. Mission Driven</a:t>
            </a:r>
            <a:br>
              <a:rPr lang="en-US" sz="3200" b="0" i="0" u="none" dirty="0">
                <a:solidFill>
                  <a:schemeClr val="dk1"/>
                </a:solidFill>
                <a:latin typeface="Times New Roman"/>
                <a:ea typeface="Times New Roman"/>
                <a:cs typeface="Times New Roman"/>
                <a:sym typeface="Times New Roman"/>
              </a:rPr>
            </a:br>
            <a:r>
              <a:rPr lang="en-US" sz="3200" b="0" i="0" u="none" dirty="0">
                <a:solidFill>
                  <a:schemeClr val="dk1"/>
                </a:solidFill>
                <a:latin typeface="Times New Roman"/>
                <a:ea typeface="Times New Roman"/>
                <a:cs typeface="Times New Roman"/>
                <a:sym typeface="Times New Roman"/>
              </a:rPr>
              <a:t>The activities in each development cycle must be justified against the overall project mission.</a:t>
            </a:r>
            <a:endParaRPr dirty="0"/>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dirty="0">
                <a:solidFill>
                  <a:schemeClr val="dk1"/>
                </a:solidFill>
                <a:latin typeface="Times New Roman"/>
                <a:ea typeface="Times New Roman"/>
                <a:cs typeface="Times New Roman"/>
                <a:sym typeface="Times New Roman"/>
              </a:rPr>
              <a:t>2. Component Based</a:t>
            </a:r>
            <a:br>
              <a:rPr lang="en-US" sz="3200" b="0" i="0" u="none" dirty="0">
                <a:solidFill>
                  <a:schemeClr val="dk1"/>
                </a:solidFill>
                <a:latin typeface="Times New Roman"/>
                <a:ea typeface="Times New Roman"/>
                <a:cs typeface="Times New Roman"/>
                <a:sym typeface="Times New Roman"/>
              </a:rPr>
            </a:br>
            <a:r>
              <a:rPr lang="en-US" sz="3200" b="0" i="0" u="none" dirty="0">
                <a:solidFill>
                  <a:schemeClr val="dk1"/>
                </a:solidFill>
                <a:latin typeface="Times New Roman"/>
                <a:ea typeface="Times New Roman"/>
                <a:cs typeface="Times New Roman"/>
                <a:sym typeface="Times New Roman"/>
              </a:rPr>
              <a:t>Development activities should not be task oriented but rather focus on developing working software. It focuses on results.</a:t>
            </a:r>
            <a:endParaRPr dirty="0"/>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dirty="0">
                <a:solidFill>
                  <a:schemeClr val="dk1"/>
                </a:solidFill>
                <a:latin typeface="Times New Roman"/>
                <a:ea typeface="Times New Roman"/>
                <a:cs typeface="Times New Roman"/>
                <a:sym typeface="Times New Roman"/>
              </a:rPr>
              <a:t>3. Iterative</a:t>
            </a:r>
            <a:br>
              <a:rPr lang="en-US" sz="3200" b="0" i="0" u="none" dirty="0">
                <a:solidFill>
                  <a:schemeClr val="dk1"/>
                </a:solidFill>
                <a:latin typeface="Times New Roman"/>
                <a:ea typeface="Times New Roman"/>
                <a:cs typeface="Times New Roman"/>
                <a:sym typeface="Times New Roman"/>
              </a:rPr>
            </a:br>
            <a:r>
              <a:rPr lang="en-US" sz="3200" b="0" i="0" u="none" dirty="0">
                <a:solidFill>
                  <a:schemeClr val="dk1"/>
                </a:solidFill>
                <a:latin typeface="Times New Roman"/>
                <a:ea typeface="Times New Roman"/>
                <a:cs typeface="Times New Roman"/>
                <a:sym typeface="Times New Roman"/>
              </a:rPr>
              <a:t>Redoing of development instead of doing it right the first time</a:t>
            </a:r>
            <a:endParaRPr dirty="0"/>
          </a:p>
        </p:txBody>
      </p:sp>
      <p:sp>
        <p:nvSpPr>
          <p:cNvPr id="918" name="Google Shape;918;p10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44</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Google Shape;923;p10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ASD — distinguishing  features</a:t>
            </a:r>
            <a:endParaRPr/>
          </a:p>
        </p:txBody>
      </p:sp>
      <p:sp>
        <p:nvSpPr>
          <p:cNvPr id="924" name="Google Shape;924;p107"/>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4. Time Boxed</a:t>
            </a:r>
            <a:br>
              <a:rPr lang="en-US" sz="3200" b="0" i="0" u="none">
                <a:solidFill>
                  <a:schemeClr val="dk1"/>
                </a:solidFill>
                <a:latin typeface="Times New Roman"/>
                <a:ea typeface="Times New Roman"/>
                <a:cs typeface="Times New Roman"/>
                <a:sym typeface="Times New Roman"/>
              </a:rPr>
            </a:br>
            <a:r>
              <a:rPr lang="en-US" sz="3200" b="0" i="0" u="none">
                <a:solidFill>
                  <a:schemeClr val="dk1"/>
                </a:solidFill>
                <a:latin typeface="Times New Roman"/>
                <a:ea typeface="Times New Roman"/>
                <a:cs typeface="Times New Roman"/>
                <a:sym typeface="Times New Roman"/>
              </a:rPr>
              <a:t>Setting fixed delivery times for projects</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5. Change Tolerant</a:t>
            </a:r>
            <a:br>
              <a:rPr lang="en-US" sz="3200" b="0" i="0" u="none">
                <a:solidFill>
                  <a:schemeClr val="dk1"/>
                </a:solidFill>
                <a:latin typeface="Times New Roman"/>
                <a:ea typeface="Times New Roman"/>
                <a:cs typeface="Times New Roman"/>
                <a:sym typeface="Times New Roman"/>
              </a:rPr>
            </a:br>
            <a:r>
              <a:rPr lang="en-US" sz="3200" b="0" i="0" u="none">
                <a:solidFill>
                  <a:schemeClr val="dk1"/>
                </a:solidFill>
                <a:latin typeface="Times New Roman"/>
                <a:ea typeface="Times New Roman"/>
                <a:cs typeface="Times New Roman"/>
                <a:sym typeface="Times New Roman"/>
              </a:rPr>
              <a:t>Able to incorporate change is viewed as a competitive advantage (not as a problem).</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6. Risk Driven</a:t>
            </a:r>
            <a:br>
              <a:rPr lang="en-US" sz="3200" b="0" i="0" u="none">
                <a:solidFill>
                  <a:schemeClr val="dk1"/>
                </a:solidFill>
                <a:latin typeface="Times New Roman"/>
                <a:ea typeface="Times New Roman"/>
                <a:cs typeface="Times New Roman"/>
                <a:sym typeface="Times New Roman"/>
              </a:rPr>
            </a:br>
            <a:r>
              <a:rPr lang="en-US" sz="3200" b="0" i="0" u="none">
                <a:solidFill>
                  <a:schemeClr val="dk1"/>
                </a:solidFill>
                <a:latin typeface="Times New Roman"/>
                <a:ea typeface="Times New Roman"/>
                <a:cs typeface="Times New Roman"/>
                <a:sym typeface="Times New Roman"/>
              </a:rPr>
              <a:t>The development of high risk items should begin as early as possible.</a:t>
            </a:r>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925" name="Google Shape;925;p10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45</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929"/>
        <p:cNvGrpSpPr/>
        <p:nvPr/>
      </p:nvGrpSpPr>
      <p:grpSpPr>
        <a:xfrm>
          <a:off x="0" y="0"/>
          <a:ext cx="0" cy="0"/>
          <a:chOff x="0" y="0"/>
          <a:chExt cx="0" cy="0"/>
        </a:xfrm>
      </p:grpSpPr>
      <p:sp>
        <p:nvSpPr>
          <p:cNvPr id="930" name="Google Shape;930;p10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ASD phases</a:t>
            </a:r>
            <a:endParaRPr/>
          </a:p>
        </p:txBody>
      </p:sp>
      <p:sp>
        <p:nvSpPr>
          <p:cNvPr id="931" name="Google Shape;931;p108"/>
          <p:cNvSpPr txBox="1">
            <a:spLocks noGrp="1"/>
          </p:cNvSpPr>
          <p:nvPr>
            <p:ph type="body" idx="1"/>
          </p:nvPr>
        </p:nvSpPr>
        <p:spPr>
          <a:xfrm>
            <a:off x="304800" y="1752600"/>
            <a:ext cx="8534400" cy="4800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Speculation</a:t>
            </a:r>
            <a:r>
              <a:rPr lang="en-US" sz="2400" b="0" i="0" u="none">
                <a:solidFill>
                  <a:schemeClr val="dk1"/>
                </a:solidFill>
                <a:latin typeface="Times New Roman"/>
                <a:ea typeface="Times New Roman"/>
                <a:cs typeface="Times New Roman"/>
                <a:sym typeface="Times New Roman"/>
              </a:rPr>
              <a:t> </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project initiated- customer mission statement , delivery dates , requirements specified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adaptive cycle planning takes place- requirements will keep changing and those changes to be adapted.</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Collaboration</a:t>
            </a:r>
            <a:r>
              <a:rPr lang="en-US" sz="2400" b="0" i="0" u="none">
                <a:solidFill>
                  <a:schemeClr val="dk1"/>
                </a:solidFill>
                <a:latin typeface="Times New Roman"/>
                <a:ea typeface="Times New Roman"/>
                <a:cs typeface="Times New Roman"/>
                <a:sym typeface="Times New Roman"/>
              </a:rPr>
              <a:t> (requires teamwork from a jelled team, </a:t>
            </a:r>
            <a:r>
              <a:rPr lang="en-US" sz="2400" b="1" i="0" u="none">
                <a:solidFill>
                  <a:schemeClr val="dk1"/>
                </a:solidFill>
                <a:latin typeface="Times New Roman"/>
                <a:ea typeface="Times New Roman"/>
                <a:cs typeface="Times New Roman"/>
                <a:sym typeface="Times New Roman"/>
              </a:rPr>
              <a:t>joint application development</a:t>
            </a:r>
            <a:r>
              <a:rPr lang="en-US" sz="2400" b="0" i="0" u="none">
                <a:solidFill>
                  <a:schemeClr val="dk1"/>
                </a:solidFill>
                <a:latin typeface="Times New Roman"/>
                <a:ea typeface="Times New Roman"/>
                <a:cs typeface="Times New Roman"/>
                <a:sym typeface="Times New Roman"/>
              </a:rPr>
              <a:t> is preferred requirements gathering approach)</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Learning</a:t>
            </a:r>
            <a:r>
              <a:rPr lang="en-US" sz="2400" b="0" i="0" u="none">
                <a:solidFill>
                  <a:schemeClr val="dk1"/>
                </a:solidFill>
                <a:latin typeface="Times New Roman"/>
                <a:ea typeface="Times New Roman"/>
                <a:cs typeface="Times New Roman"/>
                <a:sym typeface="Times New Roman"/>
              </a:rPr>
              <a:t> (components implemented and testes, focus groups provide feedback, formal technical reviews, postmortems)</a:t>
            </a:r>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932" name="Google Shape;932;p10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46</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sp>
        <p:nvSpPr>
          <p:cNvPr id="937" name="Google Shape;937;p109"/>
          <p:cNvSpPr txBox="1">
            <a:spLocks noGrp="1"/>
          </p:cNvSpPr>
          <p:nvPr>
            <p:ph type="title"/>
          </p:nvPr>
        </p:nvSpPr>
        <p:spPr>
          <a:xfrm>
            <a:off x="762000" y="4572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Adaptive Software Development</a:t>
            </a:r>
            <a:endParaRPr/>
          </a:p>
        </p:txBody>
      </p:sp>
      <p:sp>
        <p:nvSpPr>
          <p:cNvPr id="938" name="Google Shape;938;p10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47</a:t>
            </a:fld>
            <a:endParaRPr/>
          </a:p>
        </p:txBody>
      </p:sp>
      <p:pic>
        <p:nvPicPr>
          <p:cNvPr id="939" name="Google Shape;939;p109"/>
          <p:cNvPicPr preferRelativeResize="0">
            <a:picLocks noGrp="1"/>
          </p:cNvPicPr>
          <p:nvPr>
            <p:ph type="body" idx="1"/>
          </p:nvPr>
        </p:nvPicPr>
        <p:blipFill rotWithShape="1">
          <a:blip r:embed="rId3">
            <a:alphaModFix/>
          </a:blip>
          <a:srcRect/>
          <a:stretch/>
        </p:blipFill>
        <p:spPr>
          <a:xfrm>
            <a:off x="685800" y="1447800"/>
            <a:ext cx="7924800" cy="525780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943"/>
        <p:cNvGrpSpPr/>
        <p:nvPr/>
      </p:nvGrpSpPr>
      <p:grpSpPr>
        <a:xfrm>
          <a:off x="0" y="0"/>
          <a:ext cx="0" cy="0"/>
          <a:chOff x="0" y="0"/>
          <a:chExt cx="0" cy="0"/>
        </a:xfrm>
      </p:grpSpPr>
      <p:sp>
        <p:nvSpPr>
          <p:cNvPr id="944" name="Google Shape;944;p11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Dynamic Systems Development Method</a:t>
            </a:r>
            <a:endParaRPr/>
          </a:p>
        </p:txBody>
      </p:sp>
      <p:sp>
        <p:nvSpPr>
          <p:cNvPr id="945" name="Google Shape;945;p110"/>
          <p:cNvSpPr txBox="1">
            <a:spLocks noGrp="1"/>
          </p:cNvSpPr>
          <p:nvPr>
            <p:ph type="body" idx="1"/>
          </p:nvPr>
        </p:nvSpPr>
        <p:spPr>
          <a:xfrm>
            <a:off x="304800" y="1981200"/>
            <a:ext cx="8534400" cy="4876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Provides a framework for building and maintaining systems which meet </a:t>
            </a:r>
            <a:r>
              <a:rPr lang="en-US" sz="2400" b="1" i="0" u="none">
                <a:solidFill>
                  <a:schemeClr val="dk1"/>
                </a:solidFill>
                <a:latin typeface="Times New Roman"/>
                <a:ea typeface="Times New Roman"/>
                <a:cs typeface="Times New Roman"/>
                <a:sym typeface="Times New Roman"/>
              </a:rPr>
              <a:t>tight time constraints </a:t>
            </a:r>
            <a:r>
              <a:rPr lang="en-US" sz="2400" b="0" i="0" u="none">
                <a:solidFill>
                  <a:schemeClr val="dk1"/>
                </a:solidFill>
                <a:latin typeface="Times New Roman"/>
                <a:ea typeface="Times New Roman"/>
                <a:cs typeface="Times New Roman"/>
                <a:sym typeface="Times New Roman"/>
              </a:rPr>
              <a:t>using incremental prototyping in a controlled environment.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Uses Pareto principle (80% of project can be delivered in 20% required to deliver the entire project)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Each increment only delivers enough functionality to move to the next increment.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Uses time boxes to fix time and resources to determine how much functionality will be delivered in each increment</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946" name="Google Shape;946;p11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48</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11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DSDM- distinguishing  features </a:t>
            </a:r>
            <a:endParaRPr/>
          </a:p>
        </p:txBody>
      </p:sp>
      <p:sp>
        <p:nvSpPr>
          <p:cNvPr id="952" name="Google Shape;952;p111"/>
          <p:cNvSpPr txBox="1">
            <a:spLocks noGrp="1"/>
          </p:cNvSpPr>
          <p:nvPr>
            <p:ph type="body" idx="1"/>
          </p:nvPr>
        </p:nvSpPr>
        <p:spPr>
          <a:xfrm>
            <a:off x="685800" y="1981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Active user Involvement is Imperative</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Teams Must be Empowered to Make Decisions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Focus on Frequent Delivery</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Fitness for Business is Criterion for Accepted Deliverables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Iterative and Incremental Development is Mandatory</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All Changes During Development Must Be Reversible</a:t>
            </a:r>
            <a:endParaRPr/>
          </a:p>
        </p:txBody>
      </p:sp>
      <p:sp>
        <p:nvSpPr>
          <p:cNvPr id="953" name="Google Shape;953;p11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11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DSDM- distinguishing  features </a:t>
            </a:r>
            <a:endParaRPr/>
          </a:p>
        </p:txBody>
      </p:sp>
      <p:sp>
        <p:nvSpPr>
          <p:cNvPr id="959" name="Google Shape;959;p112"/>
          <p:cNvSpPr txBox="1">
            <a:spLocks noGrp="1"/>
          </p:cNvSpPr>
          <p:nvPr>
            <p:ph type="body" idx="1"/>
          </p:nvPr>
        </p:nvSpPr>
        <p:spPr>
          <a:xfrm>
            <a:off x="152400" y="1981200"/>
            <a:ext cx="8763000" cy="45720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Requirements are Baselined at High-Level- </a:t>
            </a:r>
            <a:r>
              <a:rPr lang="en-US" sz="2400" b="0" i="0" u="none">
                <a:solidFill>
                  <a:schemeClr val="dk1"/>
                </a:solidFill>
                <a:latin typeface="Times New Roman"/>
                <a:ea typeface="Times New Roman"/>
                <a:cs typeface="Times New Roman"/>
                <a:sym typeface="Times New Roman"/>
              </a:rPr>
              <a:t>to </a:t>
            </a:r>
            <a:r>
              <a:rPr lang="en-US" sz="2400" b="1" i="0" u="none">
                <a:solidFill>
                  <a:schemeClr val="dk1"/>
                </a:solidFill>
                <a:latin typeface="Times New Roman"/>
                <a:ea typeface="Times New Roman"/>
                <a:cs typeface="Times New Roman"/>
                <a:sym typeface="Times New Roman"/>
              </a:rPr>
              <a:t>limit the degree of freedom </a:t>
            </a:r>
            <a:r>
              <a:rPr lang="en-US" sz="2400" b="0" i="0" u="none">
                <a:solidFill>
                  <a:schemeClr val="dk1"/>
                </a:solidFill>
                <a:latin typeface="Times New Roman"/>
                <a:ea typeface="Times New Roman"/>
                <a:cs typeface="Times New Roman"/>
                <a:sym typeface="Times New Roman"/>
              </a:rPr>
              <a:t>to which requirements can be altered during the development process, some high-level requirements need to be established.</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Testing is Integrated Throughout the Lifecycle</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Collaborative and Co-operative Approach-</a:t>
            </a:r>
            <a:r>
              <a:rPr lang="en-US" sz="2400" b="0" i="0" u="none">
                <a:solidFill>
                  <a:schemeClr val="dk1"/>
                </a:solidFill>
                <a:latin typeface="Times New Roman"/>
                <a:ea typeface="Times New Roman"/>
                <a:cs typeface="Times New Roman"/>
                <a:sym typeface="Times New Roman"/>
              </a:rPr>
              <a:t>encouraging collaboration of technical staff and business staff in a project is mandatory during DSDM projects, because co-operation is crucial to succeed in a DSDM project. </a:t>
            </a:r>
            <a:endParaRPr/>
          </a:p>
        </p:txBody>
      </p:sp>
      <p:sp>
        <p:nvSpPr>
          <p:cNvPr id="960" name="Google Shape;960;p11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50</a:t>
            </a:fld>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964"/>
        <p:cNvGrpSpPr/>
        <p:nvPr/>
      </p:nvGrpSpPr>
      <p:grpSpPr>
        <a:xfrm>
          <a:off x="0" y="0"/>
          <a:ext cx="0" cy="0"/>
          <a:chOff x="0" y="0"/>
          <a:chExt cx="0" cy="0"/>
        </a:xfrm>
      </p:grpSpPr>
      <p:sp>
        <p:nvSpPr>
          <p:cNvPr id="965" name="Google Shape;965;p11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51</a:t>
            </a:fld>
            <a:endParaRPr/>
          </a:p>
        </p:txBody>
      </p:sp>
      <p:pic>
        <p:nvPicPr>
          <p:cNvPr id="966" name="Google Shape;966;p113" descr="http://dsdmofagilemethodology.wikidot.com/local--files/start/ass11.PNG"/>
          <p:cNvPicPr preferRelativeResize="0"/>
          <p:nvPr/>
        </p:nvPicPr>
        <p:blipFill rotWithShape="1">
          <a:blip r:embed="rId3">
            <a:alphaModFix/>
          </a:blip>
          <a:srcRect/>
          <a:stretch/>
        </p:blipFill>
        <p:spPr>
          <a:xfrm>
            <a:off x="0" y="0"/>
            <a:ext cx="9144001" cy="68580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970"/>
        <p:cNvGrpSpPr/>
        <p:nvPr/>
      </p:nvGrpSpPr>
      <p:grpSpPr>
        <a:xfrm>
          <a:off x="0" y="0"/>
          <a:ext cx="0" cy="0"/>
          <a:chOff x="0" y="0"/>
          <a:chExt cx="0" cy="0"/>
        </a:xfrm>
      </p:grpSpPr>
      <p:sp>
        <p:nvSpPr>
          <p:cNvPr id="971" name="Google Shape;971;p11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DSDM life cycle activities</a:t>
            </a:r>
            <a:endParaRPr/>
          </a:p>
        </p:txBody>
      </p:sp>
      <p:sp>
        <p:nvSpPr>
          <p:cNvPr id="972" name="Google Shape;972;p11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Feasibility study</a:t>
            </a:r>
            <a:r>
              <a:rPr lang="en-US" sz="2400" b="0" i="0" u="none">
                <a:solidFill>
                  <a:schemeClr val="dk1"/>
                </a:solidFill>
                <a:latin typeface="Times New Roman"/>
                <a:ea typeface="Times New Roman"/>
                <a:cs typeface="Times New Roman"/>
                <a:sym typeface="Times New Roman"/>
              </a:rPr>
              <a:t>—establishes the </a:t>
            </a:r>
            <a:r>
              <a:rPr lang="en-US" sz="2400" b="1" i="0" u="none">
                <a:solidFill>
                  <a:schemeClr val="dk1"/>
                </a:solidFill>
                <a:latin typeface="Times New Roman"/>
                <a:ea typeface="Times New Roman"/>
                <a:cs typeface="Times New Roman"/>
                <a:sym typeface="Times New Roman"/>
              </a:rPr>
              <a:t>basic business requirements</a:t>
            </a:r>
            <a:r>
              <a:rPr lang="en-US" sz="2400" b="0" i="0" u="none">
                <a:solidFill>
                  <a:schemeClr val="dk1"/>
                </a:solidFill>
                <a:latin typeface="Times New Roman"/>
                <a:ea typeface="Times New Roman"/>
                <a:cs typeface="Times New Roman"/>
                <a:sym typeface="Times New Roman"/>
              </a:rPr>
              <a:t> and constraints associated with the application to be built and then </a:t>
            </a:r>
            <a:r>
              <a:rPr lang="en-US" sz="2400" b="1" i="0" u="none">
                <a:solidFill>
                  <a:schemeClr val="dk1"/>
                </a:solidFill>
                <a:latin typeface="Times New Roman"/>
                <a:ea typeface="Times New Roman"/>
                <a:cs typeface="Times New Roman"/>
                <a:sym typeface="Times New Roman"/>
              </a:rPr>
              <a:t>assesses</a:t>
            </a:r>
            <a:r>
              <a:rPr lang="en-US" sz="2400" b="0" i="0" u="none">
                <a:solidFill>
                  <a:schemeClr val="dk1"/>
                </a:solidFill>
                <a:latin typeface="Times New Roman"/>
                <a:ea typeface="Times New Roman"/>
                <a:cs typeface="Times New Roman"/>
                <a:sym typeface="Times New Roman"/>
              </a:rPr>
              <a:t> whether the application is a viable candidate for the DSDM process</a:t>
            </a:r>
            <a:r>
              <a:rPr lang="en-US" sz="3200" b="0" i="0" u="none">
                <a:solidFill>
                  <a:schemeClr val="dk1"/>
                </a:solidFill>
                <a:latin typeface="Times New Roman"/>
                <a:ea typeface="Times New Roman"/>
                <a:cs typeface="Times New Roman"/>
                <a:sym typeface="Times New Roman"/>
              </a:rPr>
              <a:t>.</a:t>
            </a:r>
            <a:endParaRPr/>
          </a:p>
          <a:p>
            <a:pPr marL="342900" marR="0" lvl="0" indent="-139700" algn="just"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Business study</a:t>
            </a:r>
            <a:r>
              <a:rPr lang="en-US" sz="2400" b="0" i="0" u="none">
                <a:solidFill>
                  <a:schemeClr val="dk1"/>
                </a:solidFill>
                <a:latin typeface="Times New Roman"/>
                <a:ea typeface="Times New Roman"/>
                <a:cs typeface="Times New Roman"/>
                <a:sym typeface="Times New Roman"/>
              </a:rPr>
              <a:t>—establishes the </a:t>
            </a:r>
            <a:r>
              <a:rPr lang="en-US" sz="2400" b="1" i="0" u="none">
                <a:solidFill>
                  <a:schemeClr val="dk1"/>
                </a:solidFill>
                <a:latin typeface="Times New Roman"/>
                <a:ea typeface="Times New Roman"/>
                <a:cs typeface="Times New Roman"/>
                <a:sym typeface="Times New Roman"/>
              </a:rPr>
              <a:t>functional and information requirements</a:t>
            </a:r>
            <a:r>
              <a:rPr lang="en-US" sz="2400" b="0" i="0" u="none">
                <a:solidFill>
                  <a:schemeClr val="dk1"/>
                </a:solidFill>
                <a:latin typeface="Times New Roman"/>
                <a:ea typeface="Times New Roman"/>
                <a:cs typeface="Times New Roman"/>
                <a:sym typeface="Times New Roman"/>
              </a:rPr>
              <a:t> that will allow the application to provide </a:t>
            </a:r>
            <a:r>
              <a:rPr lang="en-US" sz="2400" b="1" i="0" u="none">
                <a:solidFill>
                  <a:schemeClr val="dk1"/>
                </a:solidFill>
                <a:latin typeface="Times New Roman"/>
                <a:ea typeface="Times New Roman"/>
                <a:cs typeface="Times New Roman"/>
                <a:sym typeface="Times New Roman"/>
              </a:rPr>
              <a:t>business value</a:t>
            </a:r>
            <a:endParaRPr/>
          </a:p>
        </p:txBody>
      </p:sp>
      <p:sp>
        <p:nvSpPr>
          <p:cNvPr id="973" name="Google Shape;973;p11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52</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p11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DSDM life cycle activities</a:t>
            </a:r>
            <a:endParaRPr/>
          </a:p>
        </p:txBody>
      </p:sp>
      <p:sp>
        <p:nvSpPr>
          <p:cNvPr id="979" name="Google Shape;979;p115"/>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Functional model iteration</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produces a set of </a:t>
            </a:r>
            <a:r>
              <a:rPr lang="en-US" sz="2400" b="1" i="0" u="none">
                <a:solidFill>
                  <a:schemeClr val="dk1"/>
                </a:solidFill>
                <a:latin typeface="Times New Roman"/>
                <a:ea typeface="Times New Roman"/>
                <a:cs typeface="Times New Roman"/>
                <a:sym typeface="Times New Roman"/>
              </a:rPr>
              <a:t>incremental prototypes</a:t>
            </a:r>
            <a:r>
              <a:rPr lang="en-US" sz="2400" b="0" i="0" u="none">
                <a:solidFill>
                  <a:schemeClr val="dk1"/>
                </a:solidFill>
                <a:latin typeface="Times New Roman"/>
                <a:ea typeface="Times New Roman"/>
                <a:cs typeface="Times New Roman"/>
                <a:sym typeface="Times New Roman"/>
              </a:rPr>
              <a:t> that demonstrate functionality for the customer. </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Additional requirements</a:t>
            </a:r>
            <a:endParaRPr/>
          </a:p>
          <a:p>
            <a:pPr marL="342900" marR="0" lvl="0" indent="-3429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Design and build iteration</a:t>
            </a:r>
            <a:r>
              <a:rPr lang="en-US" sz="2400" b="0" i="0" u="none">
                <a:solidFill>
                  <a:schemeClr val="dk1"/>
                </a:solidFill>
                <a:latin typeface="Times New Roman"/>
                <a:ea typeface="Times New Roman"/>
                <a:cs typeface="Times New Roman"/>
                <a:sym typeface="Times New Roman"/>
              </a:rPr>
              <a:t>—</a:t>
            </a:r>
            <a:r>
              <a:rPr lang="en-US" sz="2400" b="1" i="0" u="none">
                <a:solidFill>
                  <a:schemeClr val="dk1"/>
                </a:solidFill>
                <a:latin typeface="Times New Roman"/>
                <a:ea typeface="Times New Roman"/>
                <a:cs typeface="Times New Roman"/>
                <a:sym typeface="Times New Roman"/>
              </a:rPr>
              <a:t>revisits prototypes </a:t>
            </a:r>
            <a:r>
              <a:rPr lang="en-US" sz="2400" b="0" i="0" u="none">
                <a:solidFill>
                  <a:schemeClr val="dk1"/>
                </a:solidFill>
                <a:latin typeface="Times New Roman"/>
                <a:ea typeface="Times New Roman"/>
                <a:cs typeface="Times New Roman"/>
                <a:sym typeface="Times New Roman"/>
              </a:rPr>
              <a:t>built during functional model iteration to ensure that each has been engineered in a manner that will enable it to provide operational business value for end users                                       </a:t>
            </a:r>
            <a:endParaRPr/>
          </a:p>
        </p:txBody>
      </p:sp>
      <p:sp>
        <p:nvSpPr>
          <p:cNvPr id="980" name="Google Shape;980;p11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53</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984"/>
        <p:cNvGrpSpPr/>
        <p:nvPr/>
      </p:nvGrpSpPr>
      <p:grpSpPr>
        <a:xfrm>
          <a:off x="0" y="0"/>
          <a:ext cx="0" cy="0"/>
          <a:chOff x="0" y="0"/>
          <a:chExt cx="0" cy="0"/>
        </a:xfrm>
      </p:grpSpPr>
      <p:sp>
        <p:nvSpPr>
          <p:cNvPr id="985" name="Google Shape;985;p11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DSDM life cycle activities</a:t>
            </a:r>
            <a:endParaRPr/>
          </a:p>
        </p:txBody>
      </p:sp>
      <p:sp>
        <p:nvSpPr>
          <p:cNvPr id="986" name="Google Shape;986;p116"/>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Implementation</a:t>
            </a:r>
            <a:r>
              <a:rPr lang="en-US" sz="2400" b="0" i="0" u="none">
                <a:solidFill>
                  <a:schemeClr val="dk1"/>
                </a:solidFill>
                <a:latin typeface="Times New Roman"/>
                <a:ea typeface="Times New Roman"/>
                <a:cs typeface="Times New Roman"/>
                <a:sym typeface="Times New Roman"/>
              </a:rPr>
              <a:t>—places the </a:t>
            </a:r>
            <a:r>
              <a:rPr lang="en-US" sz="2400" b="1" i="0" u="none">
                <a:solidFill>
                  <a:schemeClr val="dk1"/>
                </a:solidFill>
                <a:latin typeface="Times New Roman"/>
                <a:ea typeface="Times New Roman"/>
                <a:cs typeface="Times New Roman"/>
                <a:sym typeface="Times New Roman"/>
              </a:rPr>
              <a:t>latest software increment </a:t>
            </a:r>
            <a:r>
              <a:rPr lang="en-US" sz="2400" b="0" i="0" u="none">
                <a:solidFill>
                  <a:schemeClr val="dk1"/>
                </a:solidFill>
                <a:latin typeface="Times New Roman"/>
                <a:ea typeface="Times New Roman"/>
                <a:cs typeface="Times New Roman"/>
                <a:sym typeface="Times New Roman"/>
              </a:rPr>
              <a:t>(an “operationalized” prototype) into the operational environment. </a:t>
            </a:r>
            <a:endParaRPr/>
          </a:p>
        </p:txBody>
      </p:sp>
      <p:sp>
        <p:nvSpPr>
          <p:cNvPr id="987" name="Google Shape;987;p11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54</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sp>
        <p:nvSpPr>
          <p:cNvPr id="992" name="Google Shape;992;p117"/>
          <p:cNvSpPr txBox="1">
            <a:spLocks noGrp="1"/>
          </p:cNvSpPr>
          <p:nvPr>
            <p:ph type="title"/>
          </p:nvPr>
        </p:nvSpPr>
        <p:spPr>
          <a:xfrm>
            <a:off x="762000" y="1524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Scrum</a:t>
            </a:r>
            <a:endParaRPr/>
          </a:p>
        </p:txBody>
      </p:sp>
      <p:sp>
        <p:nvSpPr>
          <p:cNvPr id="993" name="Google Shape;993;p117"/>
          <p:cNvSpPr txBox="1">
            <a:spLocks noGrp="1"/>
          </p:cNvSpPr>
          <p:nvPr>
            <p:ph type="body" idx="1"/>
          </p:nvPr>
        </p:nvSpPr>
        <p:spPr>
          <a:xfrm>
            <a:off x="685800" y="1219200"/>
            <a:ext cx="7772400" cy="5410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Scrum Principles</a:t>
            </a:r>
            <a:endParaRPr/>
          </a:p>
          <a:p>
            <a:pPr marL="342900" marR="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Scrum's goal is facilitating the self-organization of the team so that it can adapt to</a:t>
            </a:r>
            <a:endParaRPr/>
          </a:p>
          <a:p>
            <a:pPr marL="342900" marR="0" lvl="0" indent="-342900" algn="l"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the specifics of the project and</a:t>
            </a:r>
            <a:endParaRPr/>
          </a:p>
          <a:p>
            <a:pPr marL="342900" marR="0" lvl="0" indent="-342900" algn="l"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their changes over time</a:t>
            </a:r>
            <a:endParaRPr/>
          </a:p>
          <a:p>
            <a:pPr marL="342900" marR="0" lvl="0" indent="-215900" algn="l"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Scrum is an </a:t>
            </a:r>
            <a:r>
              <a:rPr lang="en-US" sz="2000" b="0" i="0" u="none">
                <a:solidFill>
                  <a:schemeClr val="dk2"/>
                </a:solidFill>
                <a:latin typeface="Times New Roman"/>
                <a:ea typeface="Times New Roman"/>
                <a:cs typeface="Times New Roman"/>
                <a:sym typeface="Times New Roman"/>
              </a:rPr>
              <a:t>agile software development process</a:t>
            </a:r>
            <a:r>
              <a:rPr lang="en-US" sz="2000" b="0" i="0" u="none">
                <a:solidFill>
                  <a:schemeClr val="dk1"/>
                </a:solidFill>
                <a:latin typeface="Times New Roman"/>
                <a:ea typeface="Times New Roman"/>
                <a:cs typeface="Times New Roman"/>
                <a:sym typeface="Times New Roman"/>
              </a:rPr>
              <a:t> model based on multiple </a:t>
            </a:r>
            <a:r>
              <a:rPr lang="en-US" sz="2000" b="1" i="0" u="none">
                <a:solidFill>
                  <a:schemeClr val="dk1"/>
                </a:solidFill>
                <a:latin typeface="Times New Roman"/>
                <a:ea typeface="Times New Roman"/>
                <a:cs typeface="Times New Roman"/>
                <a:sym typeface="Times New Roman"/>
              </a:rPr>
              <a:t>small teams</a:t>
            </a:r>
            <a:r>
              <a:rPr lang="en-US" sz="2000" b="0" i="0" u="none">
                <a:solidFill>
                  <a:schemeClr val="dk1"/>
                </a:solidFill>
                <a:latin typeface="Times New Roman"/>
                <a:ea typeface="Times New Roman"/>
                <a:cs typeface="Times New Roman"/>
                <a:sym typeface="Times New Roman"/>
              </a:rPr>
              <a:t> working in an </a:t>
            </a:r>
            <a:r>
              <a:rPr lang="en-US" sz="2000" b="1" i="0" u="none">
                <a:solidFill>
                  <a:schemeClr val="dk1"/>
                </a:solidFill>
                <a:latin typeface="Times New Roman"/>
                <a:ea typeface="Times New Roman"/>
                <a:cs typeface="Times New Roman"/>
                <a:sym typeface="Times New Roman"/>
              </a:rPr>
              <a:t>intensive and interdependent manner.</a:t>
            </a:r>
            <a:r>
              <a:rPr lang="en-US" sz="2000" b="0" i="0" u="none">
                <a:solidFill>
                  <a:schemeClr val="dk1"/>
                </a:solidFill>
                <a:latin typeface="Times New Roman"/>
                <a:ea typeface="Times New Roman"/>
                <a:cs typeface="Times New Roman"/>
                <a:sym typeface="Times New Roman"/>
              </a:rPr>
              <a:t> </a:t>
            </a:r>
            <a:endParaRPr/>
          </a:p>
          <a:p>
            <a:pPr marL="342900" marR="0" lvl="0" indent="-215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Process must be </a:t>
            </a:r>
            <a:r>
              <a:rPr lang="en-US" sz="2000" b="1" i="0" u="none">
                <a:solidFill>
                  <a:schemeClr val="dk1"/>
                </a:solidFill>
                <a:latin typeface="Times New Roman"/>
                <a:ea typeface="Times New Roman"/>
                <a:cs typeface="Times New Roman"/>
                <a:sym typeface="Times New Roman"/>
              </a:rPr>
              <a:t>adaptable to both technical and business challenges</a:t>
            </a:r>
            <a:r>
              <a:rPr lang="en-US" sz="2000" b="0" i="0" u="none">
                <a:solidFill>
                  <a:schemeClr val="dk1"/>
                </a:solidFill>
                <a:latin typeface="Times New Roman"/>
                <a:ea typeface="Times New Roman"/>
                <a:cs typeface="Times New Roman"/>
                <a:sym typeface="Times New Roman"/>
              </a:rPr>
              <a:t> to ensure best product produced.</a:t>
            </a:r>
            <a:endParaRPr/>
          </a:p>
          <a:p>
            <a:pPr marL="342900" marR="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Process yields </a:t>
            </a:r>
            <a:r>
              <a:rPr lang="en-US" sz="2000" b="1" i="0" u="none">
                <a:solidFill>
                  <a:schemeClr val="dk1"/>
                </a:solidFill>
                <a:latin typeface="Times New Roman"/>
                <a:ea typeface="Times New Roman"/>
                <a:cs typeface="Times New Roman"/>
                <a:sym typeface="Times New Roman"/>
              </a:rPr>
              <a:t>frequent increments </a:t>
            </a:r>
            <a:r>
              <a:rPr lang="en-US" sz="2000" b="0" i="0" u="none">
                <a:solidFill>
                  <a:schemeClr val="dk1"/>
                </a:solidFill>
                <a:latin typeface="Times New Roman"/>
                <a:ea typeface="Times New Roman"/>
                <a:cs typeface="Times New Roman"/>
                <a:sym typeface="Times New Roman"/>
              </a:rPr>
              <a:t>that can be inspected, adjusted, tested, documented and built on</a:t>
            </a:r>
            <a:endParaRPr/>
          </a:p>
          <a:p>
            <a:pPr marL="342900" marR="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
        <p:nvSpPr>
          <p:cNvPr id="994" name="Google Shape;994;p11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55</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11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Scrum</a:t>
            </a:r>
            <a:endParaRPr/>
          </a:p>
        </p:txBody>
      </p:sp>
      <p:sp>
        <p:nvSpPr>
          <p:cNvPr id="1000" name="Google Shape;1000;p118"/>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1" indent="-342900" algn="l" rtl="0">
              <a:lnSpc>
                <a:spcPct val="100000"/>
              </a:lnSpc>
              <a:spcBef>
                <a:spcPts val="0"/>
              </a:spcBef>
              <a:spcAft>
                <a:spcPts val="0"/>
              </a:spcAft>
              <a:buClr>
                <a:schemeClr val="dk1"/>
              </a:buClr>
              <a:buSzPts val="2800"/>
              <a:buFont typeface="Times New Roman"/>
              <a:buChar char="•"/>
            </a:pPr>
            <a:r>
              <a:rPr lang="en-US" sz="2800" b="0" i="0" u="none" strike="noStrike" cap="none">
                <a:solidFill>
                  <a:schemeClr val="dk1"/>
                </a:solidFill>
                <a:latin typeface="Times New Roman"/>
                <a:ea typeface="Times New Roman"/>
                <a:cs typeface="Times New Roman"/>
                <a:sym typeface="Times New Roman"/>
              </a:rPr>
              <a:t>Development work is partitioned into “</a:t>
            </a:r>
            <a:r>
              <a:rPr lang="en-US" sz="2800" b="0" i="0" u="none" strike="noStrike" cap="none">
                <a:solidFill>
                  <a:srgbClr val="262626"/>
                </a:solidFill>
                <a:latin typeface="Times New Roman"/>
                <a:ea typeface="Times New Roman"/>
                <a:cs typeface="Times New Roman"/>
                <a:sym typeface="Times New Roman"/>
              </a:rPr>
              <a:t>packets</a:t>
            </a:r>
            <a:r>
              <a:rPr lang="en-US" sz="2800" b="0" i="0" u="none" strike="noStrike" cap="none">
                <a:solidFill>
                  <a:schemeClr val="dk1"/>
                </a:solidFill>
                <a:latin typeface="Times New Roman"/>
                <a:ea typeface="Times New Roman"/>
                <a:cs typeface="Times New Roman"/>
                <a:sym typeface="Times New Roman"/>
              </a:rPr>
              <a:t>”</a:t>
            </a:r>
            <a:endParaRPr/>
          </a:p>
          <a:p>
            <a:pPr marL="342900" marR="0" lvl="1" indent="-165100" algn="l" rtl="0">
              <a:lnSpc>
                <a:spcPct val="100000"/>
              </a:lnSpc>
              <a:spcBef>
                <a:spcPts val="560"/>
              </a:spcBef>
              <a:spcAft>
                <a:spcPts val="0"/>
              </a:spcAft>
              <a:buClr>
                <a:schemeClr val="dk1"/>
              </a:buClr>
              <a:buSzPts val="2800"/>
              <a:buFont typeface="Times New Roman"/>
              <a:buNone/>
            </a:pPr>
            <a:endParaRPr sz="28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Testing and documentation are on-going as the product is constructed.</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Work occurs in “sprints” and is derived from a “backlog” of existing requirements.</a:t>
            </a:r>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001" name="Google Shape;1001;p11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56</a:t>
            </a:fld>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05"/>
        <p:cNvGrpSpPr/>
        <p:nvPr/>
      </p:nvGrpSpPr>
      <p:grpSpPr>
        <a:xfrm>
          <a:off x="0" y="0"/>
          <a:ext cx="0" cy="0"/>
          <a:chOff x="0" y="0"/>
          <a:chExt cx="0" cy="0"/>
        </a:xfrm>
      </p:grpSpPr>
      <p:sp>
        <p:nvSpPr>
          <p:cNvPr id="1006" name="Google Shape;1006;p11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Scrum</a:t>
            </a:r>
            <a:endParaRPr/>
          </a:p>
        </p:txBody>
      </p:sp>
      <p:sp>
        <p:nvSpPr>
          <p:cNvPr id="1007" name="Google Shape;1007;p119"/>
          <p:cNvSpPr txBox="1">
            <a:spLocks noGrp="1"/>
          </p:cNvSpPr>
          <p:nvPr>
            <p:ph type="body" idx="1"/>
          </p:nvPr>
        </p:nvSpPr>
        <p:spPr>
          <a:xfrm>
            <a:off x="685800" y="1676400"/>
            <a:ext cx="7772400" cy="4419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1" i="0" u="none">
                <a:solidFill>
                  <a:schemeClr val="dk1"/>
                </a:solidFill>
                <a:latin typeface="Times New Roman"/>
                <a:ea typeface="Times New Roman"/>
                <a:cs typeface="Times New Roman"/>
                <a:sym typeface="Times New Roman"/>
              </a:rPr>
              <a:t>Backlog</a:t>
            </a:r>
            <a:r>
              <a:rPr lang="en-US" sz="3200" b="0" i="0" u="none">
                <a:solidFill>
                  <a:schemeClr val="dk1"/>
                </a:solidFill>
                <a:latin typeface="Times New Roman"/>
                <a:ea typeface="Times New Roman"/>
                <a:cs typeface="Times New Roman"/>
                <a:sym typeface="Times New Roman"/>
              </a:rPr>
              <a:t> </a:t>
            </a:r>
            <a:endParaRPr/>
          </a:p>
          <a:p>
            <a:pPr marL="342900" marR="0" lvl="0" indent="-342900" algn="l" rtl="0">
              <a:lnSpc>
                <a:spcPct val="100000"/>
              </a:lnSpc>
              <a:spcBef>
                <a:spcPts val="640"/>
              </a:spcBef>
              <a:spcAft>
                <a:spcPts val="0"/>
              </a:spcAft>
              <a:buClr>
                <a:schemeClr val="dk1"/>
              </a:buClr>
              <a:buSzPts val="3200"/>
              <a:buFont typeface="Noto Sans Symbols"/>
              <a:buChar char="✔"/>
            </a:pPr>
            <a:r>
              <a:rPr lang="en-US" sz="3200" b="0" i="0" u="none">
                <a:solidFill>
                  <a:schemeClr val="dk1"/>
                </a:solidFill>
                <a:latin typeface="Times New Roman"/>
                <a:ea typeface="Times New Roman"/>
                <a:cs typeface="Times New Roman"/>
                <a:sym typeface="Times New Roman"/>
              </a:rPr>
              <a:t>prioritized list of project requirements.</a:t>
            </a:r>
            <a:endParaRPr/>
          </a:p>
          <a:p>
            <a:pPr marL="342900" marR="0" lvl="0" indent="-342900" algn="l" rtl="0">
              <a:lnSpc>
                <a:spcPct val="100000"/>
              </a:lnSpc>
              <a:spcBef>
                <a:spcPts val="640"/>
              </a:spcBef>
              <a:spcAft>
                <a:spcPts val="0"/>
              </a:spcAft>
              <a:buClr>
                <a:schemeClr val="dk1"/>
              </a:buClr>
              <a:buSzPts val="3200"/>
              <a:buFont typeface="Noto Sans Symbols"/>
              <a:buChar char="✔"/>
            </a:pPr>
            <a:r>
              <a:rPr lang="en-US" sz="3200" b="0" i="0" u="none">
                <a:solidFill>
                  <a:schemeClr val="dk1"/>
                </a:solidFill>
                <a:latin typeface="Times New Roman"/>
                <a:ea typeface="Times New Roman"/>
                <a:cs typeface="Times New Roman"/>
                <a:sym typeface="Times New Roman"/>
              </a:rPr>
              <a:t>Items can be added to the backlog.</a:t>
            </a:r>
            <a:endParaRPr/>
          </a:p>
          <a:p>
            <a:pPr marL="342900" marR="0" lvl="0" indent="-342900" algn="l" rtl="0">
              <a:lnSpc>
                <a:spcPct val="100000"/>
              </a:lnSpc>
              <a:spcBef>
                <a:spcPts val="640"/>
              </a:spcBef>
              <a:spcAft>
                <a:spcPts val="0"/>
              </a:spcAft>
              <a:buClr>
                <a:schemeClr val="dk1"/>
              </a:buClr>
              <a:buSzPts val="3200"/>
              <a:buFont typeface="Noto Sans Symbols"/>
              <a:buChar char="✔"/>
            </a:pPr>
            <a:r>
              <a:rPr lang="en-US" sz="3200" b="0" i="0" u="none">
                <a:solidFill>
                  <a:schemeClr val="dk1"/>
                </a:solidFill>
                <a:latin typeface="Times New Roman"/>
                <a:ea typeface="Times New Roman"/>
                <a:cs typeface="Times New Roman"/>
                <a:sym typeface="Times New Roman"/>
              </a:rPr>
              <a:t>Updates priorities.</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Sprints</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consist of work units that are required to achieve a requirement defined in the backlog that must be fit into a predefined time-box.</a:t>
            </a:r>
            <a:endParaRPr/>
          </a:p>
        </p:txBody>
      </p:sp>
      <p:sp>
        <p:nvSpPr>
          <p:cNvPr id="1008" name="Google Shape;1008;p11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57</a:t>
            </a:fld>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12"/>
        <p:cNvGrpSpPr/>
        <p:nvPr/>
      </p:nvGrpSpPr>
      <p:grpSpPr>
        <a:xfrm>
          <a:off x="0" y="0"/>
          <a:ext cx="0" cy="0"/>
          <a:chOff x="0" y="0"/>
          <a:chExt cx="0" cy="0"/>
        </a:xfrm>
      </p:grpSpPr>
      <p:sp>
        <p:nvSpPr>
          <p:cNvPr id="1013" name="Google Shape;1013;p12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Scrum</a:t>
            </a:r>
            <a:endParaRPr/>
          </a:p>
        </p:txBody>
      </p:sp>
      <p:sp>
        <p:nvSpPr>
          <p:cNvPr id="1014" name="Google Shape;1014;p120"/>
          <p:cNvSpPr txBox="1">
            <a:spLocks noGrp="1"/>
          </p:cNvSpPr>
          <p:nvPr>
            <p:ph type="body" idx="1"/>
          </p:nvPr>
        </p:nvSpPr>
        <p:spPr>
          <a:xfrm>
            <a:off x="685800" y="1752600"/>
            <a:ext cx="7772400" cy="47244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Sprint</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Changes are not allowed during sprint.</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Allows team members to work in short and stable environment.</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Scrum meetings</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are short (typically 15 minutes) meetings held daily by the Scrum team to check the progress of ongoing work.</a:t>
            </a:r>
            <a:endParaRPr/>
          </a:p>
        </p:txBody>
      </p:sp>
      <p:sp>
        <p:nvSpPr>
          <p:cNvPr id="1015" name="Google Shape;1015;p12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58</a:t>
            </a:fld>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19"/>
        <p:cNvGrpSpPr/>
        <p:nvPr/>
      </p:nvGrpSpPr>
      <p:grpSpPr>
        <a:xfrm>
          <a:off x="0" y="0"/>
          <a:ext cx="0" cy="0"/>
          <a:chOff x="0" y="0"/>
          <a:chExt cx="0" cy="0"/>
        </a:xfrm>
      </p:grpSpPr>
      <p:sp>
        <p:nvSpPr>
          <p:cNvPr id="1020" name="Google Shape;1020;p12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Scrum</a:t>
            </a:r>
            <a:endParaRPr/>
          </a:p>
        </p:txBody>
      </p:sp>
      <p:sp>
        <p:nvSpPr>
          <p:cNvPr id="1021" name="Google Shape;1021;p121"/>
          <p:cNvSpPr txBox="1">
            <a:spLocks noGrp="1"/>
          </p:cNvSpPr>
          <p:nvPr>
            <p:ph type="body" idx="1"/>
          </p:nvPr>
        </p:nvSpPr>
        <p:spPr>
          <a:xfrm>
            <a:off x="228600" y="1676400"/>
            <a:ext cx="8534400" cy="4953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Demos</a:t>
            </a:r>
            <a:endParaRPr/>
          </a:p>
          <a:p>
            <a:pPr marL="342900" marR="0" lvl="0" indent="-342900" algn="just"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deliver the software increment to the customer so that functionality that has been implemented can be </a:t>
            </a:r>
            <a:r>
              <a:rPr lang="en-US" sz="2800" b="1" i="0" u="none">
                <a:solidFill>
                  <a:schemeClr val="dk1"/>
                </a:solidFill>
                <a:latin typeface="Times New Roman"/>
                <a:ea typeface="Times New Roman"/>
                <a:cs typeface="Times New Roman"/>
                <a:sym typeface="Times New Roman"/>
              </a:rPr>
              <a:t>demonstrated and evaluated by the customer.</a:t>
            </a:r>
            <a:endParaRPr/>
          </a:p>
          <a:p>
            <a:pPr marL="342900" marR="0" lvl="0" indent="-342900" algn="just"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May not contain all planned functions but delivery within time-box.</a:t>
            </a:r>
            <a:endParaRPr/>
          </a:p>
          <a:p>
            <a:pPr marL="342900" marR="0" lvl="0" indent="-3429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Scrum process patterns enable a software team to work successfully in a world where the elimination of uncertainty is impossible.</a:t>
            </a:r>
            <a:endParaRPr/>
          </a:p>
        </p:txBody>
      </p:sp>
      <p:sp>
        <p:nvSpPr>
          <p:cNvPr id="1022" name="Google Shape;1022;p12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59</a:t>
            </a:fld>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26"/>
        <p:cNvGrpSpPr/>
        <p:nvPr/>
      </p:nvGrpSpPr>
      <p:grpSpPr>
        <a:xfrm>
          <a:off x="0" y="0"/>
          <a:ext cx="0" cy="0"/>
          <a:chOff x="0" y="0"/>
          <a:chExt cx="0" cy="0"/>
        </a:xfrm>
      </p:grpSpPr>
      <p:sp>
        <p:nvSpPr>
          <p:cNvPr id="1027" name="Google Shape;1027;p12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60</a:t>
            </a:fld>
            <a:endParaRPr/>
          </a:p>
        </p:txBody>
      </p:sp>
      <p:pic>
        <p:nvPicPr>
          <p:cNvPr id="1028" name="Google Shape;1028;p122" descr="http://www.innovapptive.com/blog/wp-content/uploads/2013/10/agile_scrum_methodology.jpg"/>
          <p:cNvPicPr preferRelativeResize="0"/>
          <p:nvPr/>
        </p:nvPicPr>
        <p:blipFill rotWithShape="1">
          <a:blip r:embed="rId3">
            <a:alphaModFix/>
          </a:blip>
          <a:srcRect/>
          <a:stretch/>
        </p:blipFill>
        <p:spPr>
          <a:xfrm>
            <a:off x="133350" y="457200"/>
            <a:ext cx="8839199" cy="624840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p123"/>
          <p:cNvSpPr txBox="1">
            <a:spLocks noGrp="1"/>
          </p:cNvSpPr>
          <p:nvPr>
            <p:ph type="title"/>
          </p:nvPr>
        </p:nvSpPr>
        <p:spPr>
          <a:xfrm>
            <a:off x="685800" y="2286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Crystal</a:t>
            </a:r>
            <a:endParaRPr/>
          </a:p>
        </p:txBody>
      </p:sp>
      <p:sp>
        <p:nvSpPr>
          <p:cNvPr id="1034" name="Google Shape;1034;p123"/>
          <p:cNvSpPr txBox="1">
            <a:spLocks noGrp="1"/>
          </p:cNvSpPr>
          <p:nvPr>
            <p:ph type="body" idx="1"/>
          </p:nvPr>
        </p:nvSpPr>
        <p:spPr>
          <a:xfrm>
            <a:off x="685800" y="1371600"/>
            <a:ext cx="7772400" cy="50292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Crystal is meant to be a </a:t>
            </a:r>
            <a:r>
              <a:rPr lang="en-US" sz="2800" b="1" i="0" u="none">
                <a:solidFill>
                  <a:schemeClr val="dk1"/>
                </a:solidFill>
                <a:latin typeface="Times New Roman"/>
                <a:ea typeface="Times New Roman"/>
                <a:cs typeface="Times New Roman"/>
                <a:sym typeface="Times New Roman"/>
              </a:rPr>
              <a:t>family of methods </a:t>
            </a:r>
            <a:r>
              <a:rPr lang="en-US" sz="2800" b="0" i="0" u="none">
                <a:solidFill>
                  <a:schemeClr val="dk1"/>
                </a:solidFill>
                <a:latin typeface="Times New Roman"/>
                <a:ea typeface="Times New Roman"/>
                <a:cs typeface="Times New Roman"/>
                <a:sym typeface="Times New Roman"/>
              </a:rPr>
              <a:t>for </a:t>
            </a:r>
            <a:r>
              <a:rPr lang="en-US" sz="2800" b="1" i="0" u="none">
                <a:solidFill>
                  <a:schemeClr val="dk1"/>
                </a:solidFill>
                <a:latin typeface="Times New Roman"/>
                <a:ea typeface="Times New Roman"/>
                <a:cs typeface="Times New Roman"/>
                <a:sym typeface="Times New Roman"/>
              </a:rPr>
              <a:t>different project sizes </a:t>
            </a:r>
            <a:r>
              <a:rPr lang="en-US" sz="2800" b="0" i="0" u="none">
                <a:solidFill>
                  <a:schemeClr val="dk1"/>
                </a:solidFill>
                <a:latin typeface="Times New Roman"/>
                <a:ea typeface="Times New Roman"/>
                <a:cs typeface="Times New Roman"/>
                <a:sym typeface="Times New Roman"/>
              </a:rPr>
              <a:t>and criticalities.</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The Crystal methodology is one of the most </a:t>
            </a:r>
            <a:r>
              <a:rPr lang="en-US" sz="2800" b="1" i="0" u="none">
                <a:solidFill>
                  <a:schemeClr val="dk1"/>
                </a:solidFill>
                <a:latin typeface="Times New Roman"/>
                <a:ea typeface="Times New Roman"/>
                <a:cs typeface="Times New Roman"/>
                <a:sym typeface="Times New Roman"/>
              </a:rPr>
              <a:t>lightweight, adaptable </a:t>
            </a:r>
            <a:r>
              <a:rPr lang="en-US" sz="2800" b="0" i="0" u="none">
                <a:solidFill>
                  <a:schemeClr val="dk1"/>
                </a:solidFill>
                <a:latin typeface="Times New Roman"/>
                <a:ea typeface="Times New Roman"/>
                <a:cs typeface="Times New Roman"/>
                <a:sym typeface="Times New Roman"/>
              </a:rPr>
              <a:t>approaches to software development. </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Crystal is actually comprised of a </a:t>
            </a:r>
            <a:r>
              <a:rPr lang="en-US" sz="2800" b="1" i="0" u="none">
                <a:solidFill>
                  <a:schemeClr val="dk1"/>
                </a:solidFill>
                <a:latin typeface="Times New Roman"/>
                <a:ea typeface="Times New Roman"/>
                <a:cs typeface="Times New Roman"/>
                <a:sym typeface="Times New Roman"/>
              </a:rPr>
              <a:t>family of agile methodologies</a:t>
            </a:r>
            <a:r>
              <a:rPr lang="en-US" sz="2800" b="0" i="0" u="none">
                <a:solidFill>
                  <a:schemeClr val="dk1"/>
                </a:solidFill>
                <a:latin typeface="Times New Roman"/>
                <a:ea typeface="Times New Roman"/>
                <a:cs typeface="Times New Roman"/>
                <a:sym typeface="Times New Roman"/>
              </a:rPr>
              <a:t>, whose unique characteristics are driven by several factors such as </a:t>
            </a:r>
            <a:r>
              <a:rPr lang="en-US" sz="2800" b="1" i="0" u="none">
                <a:solidFill>
                  <a:schemeClr val="dk1"/>
                </a:solidFill>
                <a:latin typeface="Times New Roman"/>
                <a:ea typeface="Times New Roman"/>
                <a:cs typeface="Times New Roman"/>
                <a:sym typeface="Times New Roman"/>
              </a:rPr>
              <a:t>team size, system criticality, and project priorities.</a:t>
            </a:r>
            <a:endParaRPr/>
          </a:p>
        </p:txBody>
      </p:sp>
      <p:sp>
        <p:nvSpPr>
          <p:cNvPr id="1035" name="Google Shape;1035;p12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61</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9"/>
        <p:cNvGrpSpPr/>
        <p:nvPr/>
      </p:nvGrpSpPr>
      <p:grpSpPr>
        <a:xfrm>
          <a:off x="0" y="0"/>
          <a:ext cx="0" cy="0"/>
          <a:chOff x="0" y="0"/>
          <a:chExt cx="0" cy="0"/>
        </a:xfrm>
      </p:grpSpPr>
      <p:sp>
        <p:nvSpPr>
          <p:cNvPr id="1040" name="Google Shape;1040;p12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Crystal</a:t>
            </a:r>
            <a:endParaRPr/>
          </a:p>
        </p:txBody>
      </p:sp>
      <p:sp>
        <p:nvSpPr>
          <p:cNvPr id="1041" name="Google Shape;1041;p12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Key characteristics of Crystal include </a:t>
            </a:r>
            <a:r>
              <a:rPr lang="en-US" sz="2400" b="1" i="0" u="none">
                <a:solidFill>
                  <a:schemeClr val="dk1"/>
                </a:solidFill>
                <a:latin typeface="Times New Roman"/>
                <a:ea typeface="Times New Roman"/>
                <a:cs typeface="Times New Roman"/>
                <a:sym typeface="Times New Roman"/>
              </a:rPr>
              <a:t>teamwork, communication, and simplicity</a:t>
            </a:r>
            <a:r>
              <a:rPr lang="en-US" sz="2400" b="0" i="0" u="none">
                <a:solidFill>
                  <a:schemeClr val="dk1"/>
                </a:solidFill>
                <a:latin typeface="Times New Roman"/>
                <a:ea typeface="Times New Roman"/>
                <a:cs typeface="Times New Roman"/>
                <a:sym typeface="Times New Roman"/>
              </a:rPr>
              <a:t>, as well as reflection to frequently adjust and improve the process.</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primary goal of </a:t>
            </a:r>
            <a:r>
              <a:rPr lang="en-US" sz="2400" b="1" i="0" u="none">
                <a:solidFill>
                  <a:schemeClr val="dk1"/>
                </a:solidFill>
                <a:latin typeface="Times New Roman"/>
                <a:ea typeface="Times New Roman"/>
                <a:cs typeface="Times New Roman"/>
                <a:sym typeface="Times New Roman"/>
              </a:rPr>
              <a:t>delivering useful</a:t>
            </a:r>
            <a:r>
              <a:rPr lang="en-US" sz="2400" b="0" i="0" u="none">
                <a:solidFill>
                  <a:schemeClr val="dk1"/>
                </a:solidFill>
                <a:latin typeface="Times New Roman"/>
                <a:ea typeface="Times New Roman"/>
                <a:cs typeface="Times New Roman"/>
                <a:sym typeface="Times New Roman"/>
              </a:rPr>
              <a:t>, working software and a secondary goal of setting up for the next game</a:t>
            </a:r>
            <a:endParaRPr/>
          </a:p>
        </p:txBody>
      </p:sp>
      <p:sp>
        <p:nvSpPr>
          <p:cNvPr id="1042" name="Google Shape;1042;p12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62</a:t>
            </a:fld>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12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63</a:t>
            </a:fld>
            <a:endParaRPr/>
          </a:p>
        </p:txBody>
      </p:sp>
      <p:pic>
        <p:nvPicPr>
          <p:cNvPr id="1048" name="Google Shape;1048;p125" descr="https://media.licdn.com/mpr/mpr/shrinknp_800_800/AAEAAQAAAAAAAAZkAAAAJDA1ZjRkMzUyLTM4YzUtNDI3Mi1hODUyLWZmM2UzMzliNjI4Ng.jpg"/>
          <p:cNvPicPr preferRelativeResize="0"/>
          <p:nvPr/>
        </p:nvPicPr>
        <p:blipFill rotWithShape="1">
          <a:blip r:embed="rId3">
            <a:alphaModFix/>
          </a:blip>
          <a:srcRect/>
          <a:stretch/>
        </p:blipFill>
        <p:spPr>
          <a:xfrm>
            <a:off x="76200" y="609600"/>
            <a:ext cx="8839200" cy="6019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52"/>
        <p:cNvGrpSpPr/>
        <p:nvPr/>
      </p:nvGrpSpPr>
      <p:grpSpPr>
        <a:xfrm>
          <a:off x="0" y="0"/>
          <a:ext cx="0" cy="0"/>
          <a:chOff x="0" y="0"/>
          <a:chExt cx="0" cy="0"/>
        </a:xfrm>
      </p:grpSpPr>
      <p:sp>
        <p:nvSpPr>
          <p:cNvPr id="1053" name="Google Shape;1053;p126"/>
          <p:cNvSpPr txBox="1">
            <a:spLocks noGrp="1"/>
          </p:cNvSpPr>
          <p:nvPr>
            <p:ph type="title"/>
          </p:nvPr>
        </p:nvSpPr>
        <p:spPr>
          <a:xfrm>
            <a:off x="685800" y="381000"/>
            <a:ext cx="7772400" cy="838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Feature Driven Development</a:t>
            </a:r>
            <a:endParaRPr/>
          </a:p>
        </p:txBody>
      </p:sp>
      <p:sp>
        <p:nvSpPr>
          <p:cNvPr id="1054" name="Google Shape;1054;p126"/>
          <p:cNvSpPr txBox="1">
            <a:spLocks noGrp="1"/>
          </p:cNvSpPr>
          <p:nvPr>
            <p:ph type="body" idx="1"/>
          </p:nvPr>
        </p:nvSpPr>
        <p:spPr>
          <a:xfrm>
            <a:off x="685800" y="1447800"/>
            <a:ext cx="7772400" cy="5181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FDD—distinguishing features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 Emphasis is on defining “features”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 a feature “is a client-valued function that can be implemented in two weeks or less.”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 feature is a small, client-valued function expressed in the form &lt;action&gt;&lt;result&gt;&lt;object&gt;. </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A features list is created and “plan by feature” is conducted</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Design and construction merge in FDD</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Emphasizes collaboration among team members</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055" name="Google Shape;1055;p12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64</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127"/>
          <p:cNvSpPr txBox="1">
            <a:spLocks noGrp="1"/>
          </p:cNvSpPr>
          <p:nvPr>
            <p:ph type="title"/>
          </p:nvPr>
        </p:nvSpPr>
        <p:spPr>
          <a:xfrm>
            <a:off x="685800" y="6096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Feature Driven Development</a:t>
            </a:r>
            <a:endParaRPr/>
          </a:p>
        </p:txBody>
      </p:sp>
      <p:sp>
        <p:nvSpPr>
          <p:cNvPr id="1061" name="Google Shape;1061;p127"/>
          <p:cNvSpPr txBox="1">
            <a:spLocks noGrp="1"/>
          </p:cNvSpPr>
          <p:nvPr>
            <p:ph type="body" idx="1"/>
          </p:nvPr>
        </p:nvSpPr>
        <p:spPr>
          <a:xfrm>
            <a:off x="685800" y="1600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Manages problem and project complexity using feature-based decomposition followed integration of software increments.</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Technical communication using verbal, graphical, and textual means.</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Software quality encouraged by using incremental development, design and code inspections, SQA audits, metric collection, and use of patterns (analysis, design, construction)</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062" name="Google Shape;1062;p12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65</a:t>
            </a:fld>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66"/>
        <p:cNvGrpSpPr/>
        <p:nvPr/>
      </p:nvGrpSpPr>
      <p:grpSpPr>
        <a:xfrm>
          <a:off x="0" y="0"/>
          <a:ext cx="0" cy="0"/>
          <a:chOff x="0" y="0"/>
          <a:chExt cx="0" cy="0"/>
        </a:xfrm>
      </p:grpSpPr>
      <p:sp>
        <p:nvSpPr>
          <p:cNvPr id="1067" name="Google Shape;1067;p12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Feature Driven Development</a:t>
            </a:r>
            <a:endParaRPr/>
          </a:p>
        </p:txBody>
      </p:sp>
      <p:sp>
        <p:nvSpPr>
          <p:cNvPr id="1068" name="Google Shape;1068;p128"/>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Develop overall model </a:t>
            </a:r>
            <a:r>
              <a:rPr lang="en-US" sz="2800" b="0" i="0" u="none">
                <a:solidFill>
                  <a:schemeClr val="dk1"/>
                </a:solidFill>
                <a:latin typeface="Times New Roman"/>
                <a:ea typeface="Times New Roman"/>
                <a:cs typeface="Times New Roman"/>
                <a:sym typeface="Times New Roman"/>
              </a:rPr>
              <a:t>(contains set of classes depicting business model of application to be built)</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Build features list </a:t>
            </a:r>
            <a:r>
              <a:rPr lang="en-US" sz="2800" b="0" i="0" u="none">
                <a:solidFill>
                  <a:schemeClr val="dk1"/>
                </a:solidFill>
                <a:latin typeface="Times New Roman"/>
                <a:ea typeface="Times New Roman"/>
                <a:cs typeface="Times New Roman"/>
                <a:sym typeface="Times New Roman"/>
              </a:rPr>
              <a:t>(features extracted from domain model, features are categorized and prioritized, work is broken up into two week chunks)</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069" name="Google Shape;1069;p12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66</a:t>
            </a:fld>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73"/>
        <p:cNvGrpSpPr/>
        <p:nvPr/>
      </p:nvGrpSpPr>
      <p:grpSpPr>
        <a:xfrm>
          <a:off x="0" y="0"/>
          <a:ext cx="0" cy="0"/>
          <a:chOff x="0" y="0"/>
          <a:chExt cx="0" cy="0"/>
        </a:xfrm>
      </p:grpSpPr>
      <p:sp>
        <p:nvSpPr>
          <p:cNvPr id="1074" name="Google Shape;1074;p12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1" i="0" u="none">
                <a:solidFill>
                  <a:schemeClr val="dk2"/>
                </a:solidFill>
                <a:latin typeface="Times New Roman"/>
                <a:ea typeface="Times New Roman"/>
                <a:cs typeface="Times New Roman"/>
                <a:sym typeface="Times New Roman"/>
              </a:rPr>
              <a:t>Feature Driven Development</a:t>
            </a:r>
            <a:endParaRPr/>
          </a:p>
        </p:txBody>
      </p:sp>
      <p:sp>
        <p:nvSpPr>
          <p:cNvPr id="1075" name="Google Shape;1075;p129"/>
          <p:cNvSpPr txBox="1">
            <a:spLocks noGrp="1"/>
          </p:cNvSpPr>
          <p:nvPr>
            <p:ph type="body" idx="1"/>
          </p:nvPr>
        </p:nvSpPr>
        <p:spPr>
          <a:xfrm>
            <a:off x="152400" y="1981200"/>
            <a:ext cx="8839200" cy="4800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Plan by feature </a:t>
            </a:r>
            <a:r>
              <a:rPr lang="en-US" sz="2400" b="0" i="0" u="none">
                <a:solidFill>
                  <a:schemeClr val="dk1"/>
                </a:solidFill>
                <a:latin typeface="Times New Roman"/>
                <a:ea typeface="Times New Roman"/>
                <a:cs typeface="Times New Roman"/>
                <a:sym typeface="Times New Roman"/>
              </a:rPr>
              <a:t>(features assessed based on priority, effort, technical issues, schedule dependencies)</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Design by feature </a:t>
            </a:r>
            <a:r>
              <a:rPr lang="en-US" sz="2400" b="0" i="0" u="none">
                <a:solidFill>
                  <a:schemeClr val="dk1"/>
                </a:solidFill>
                <a:latin typeface="Times New Roman"/>
                <a:ea typeface="Times New Roman"/>
                <a:cs typeface="Times New Roman"/>
                <a:sym typeface="Times New Roman"/>
              </a:rPr>
              <a:t>(classes relevant to feature are choosen, class and method prologs are written, preliminary design detail developed, owner assigned to each class, owner responsible for maintaining design document for his or her own work packages)</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Build by feature </a:t>
            </a:r>
            <a:r>
              <a:rPr lang="en-US" sz="2400" b="0" i="0" u="none">
                <a:solidFill>
                  <a:schemeClr val="dk1"/>
                </a:solidFill>
                <a:latin typeface="Times New Roman"/>
                <a:ea typeface="Times New Roman"/>
                <a:cs typeface="Times New Roman"/>
                <a:sym typeface="Times New Roman"/>
              </a:rPr>
              <a:t>(class owner translates design into source code and performs unit testing, integration performed by chief programmer)</a:t>
            </a:r>
            <a:endParaRPr/>
          </a:p>
        </p:txBody>
      </p:sp>
      <p:sp>
        <p:nvSpPr>
          <p:cNvPr id="1076" name="Google Shape;1076;p12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67</a:t>
            </a:fld>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80"/>
        <p:cNvGrpSpPr/>
        <p:nvPr/>
      </p:nvGrpSpPr>
      <p:grpSpPr>
        <a:xfrm>
          <a:off x="0" y="0"/>
          <a:ext cx="0" cy="0"/>
          <a:chOff x="0" y="0"/>
          <a:chExt cx="0" cy="0"/>
        </a:xfrm>
      </p:grpSpPr>
      <p:sp>
        <p:nvSpPr>
          <p:cNvPr id="1081" name="Google Shape;1081;p13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68</a:t>
            </a:fld>
            <a:endParaRPr/>
          </a:p>
        </p:txBody>
      </p:sp>
      <p:pic>
        <p:nvPicPr>
          <p:cNvPr id="1082" name="Google Shape;1082;p130" descr="http://agilemodeling.com/images/lifecycleFDD.gif"/>
          <p:cNvPicPr preferRelativeResize="0"/>
          <p:nvPr/>
        </p:nvPicPr>
        <p:blipFill rotWithShape="1">
          <a:blip r:embed="rId3">
            <a:alphaModFix/>
          </a:blip>
          <a:srcRect/>
          <a:stretch/>
        </p:blipFill>
        <p:spPr>
          <a:xfrm>
            <a:off x="0" y="0"/>
            <a:ext cx="9144001" cy="662940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086"/>
        <p:cNvGrpSpPr/>
        <p:nvPr/>
      </p:nvGrpSpPr>
      <p:grpSpPr>
        <a:xfrm>
          <a:off x="0" y="0"/>
          <a:ext cx="0" cy="0"/>
          <a:chOff x="0" y="0"/>
          <a:chExt cx="0" cy="0"/>
        </a:xfrm>
      </p:grpSpPr>
      <p:sp>
        <p:nvSpPr>
          <p:cNvPr id="1087" name="Google Shape;1087;p13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Modeling</a:t>
            </a:r>
            <a:endParaRPr/>
          </a:p>
        </p:txBody>
      </p:sp>
      <p:sp>
        <p:nvSpPr>
          <p:cNvPr id="1088" name="Google Shape;1088;p13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Agile Modeling (AM) is a practice-based methodology for effective modeling and documentation of software-based systems.</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089" name="Google Shape;1089;p13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69</a:t>
            </a:fld>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93"/>
        <p:cNvGrpSpPr/>
        <p:nvPr/>
      </p:nvGrpSpPr>
      <p:grpSpPr>
        <a:xfrm>
          <a:off x="0" y="0"/>
          <a:ext cx="0" cy="0"/>
          <a:chOff x="0" y="0"/>
          <a:chExt cx="0" cy="0"/>
        </a:xfrm>
      </p:grpSpPr>
      <p:sp>
        <p:nvSpPr>
          <p:cNvPr id="1094" name="Google Shape;1094;p132"/>
          <p:cNvSpPr txBox="1">
            <a:spLocks noGrp="1"/>
          </p:cNvSpPr>
          <p:nvPr>
            <p:ph type="title"/>
          </p:nvPr>
        </p:nvSpPr>
        <p:spPr>
          <a:xfrm>
            <a:off x="685800" y="304800"/>
            <a:ext cx="7772400" cy="838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Modeling</a:t>
            </a:r>
            <a:endParaRPr/>
          </a:p>
        </p:txBody>
      </p:sp>
      <p:sp>
        <p:nvSpPr>
          <p:cNvPr id="1095" name="Google Shape;1095;p132"/>
          <p:cNvSpPr txBox="1">
            <a:spLocks noGrp="1"/>
          </p:cNvSpPr>
          <p:nvPr>
            <p:ph type="body" idx="1"/>
          </p:nvPr>
        </p:nvSpPr>
        <p:spPr>
          <a:xfrm>
            <a:off x="381000" y="1447800"/>
            <a:ext cx="8534400" cy="5181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Modeling principles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Model with a purpose: </a:t>
            </a:r>
            <a:r>
              <a:rPr lang="en-US" sz="2800" b="0" i="0" u="none">
                <a:solidFill>
                  <a:schemeClr val="dk1"/>
                </a:solidFill>
                <a:latin typeface="Times New Roman"/>
                <a:ea typeface="Times New Roman"/>
                <a:cs typeface="Times New Roman"/>
                <a:sym typeface="Times New Roman"/>
              </a:rPr>
              <a:t>A developer who uses AM should have a specific goal in mind before creating the model.</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Use multiple models: </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There are many different models and notations that can be used to describe software.</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Only a small subset is essential for most projects.</a:t>
            </a:r>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Travel light. </a:t>
            </a:r>
            <a:r>
              <a:rPr lang="en-US" sz="2800" b="0" i="0" u="none">
                <a:solidFill>
                  <a:schemeClr val="dk1"/>
                </a:solidFill>
                <a:latin typeface="Times New Roman"/>
                <a:ea typeface="Times New Roman"/>
                <a:cs typeface="Times New Roman"/>
                <a:sym typeface="Times New Roman"/>
              </a:rPr>
              <a:t>As software engineering work proceeds, keep only those models that will provide long-term value for designing various applications.</a:t>
            </a:r>
            <a:endParaRPr/>
          </a:p>
        </p:txBody>
      </p:sp>
      <p:sp>
        <p:nvSpPr>
          <p:cNvPr id="1096" name="Google Shape;1096;p13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70</a:t>
            </a:fld>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00"/>
        <p:cNvGrpSpPr/>
        <p:nvPr/>
      </p:nvGrpSpPr>
      <p:grpSpPr>
        <a:xfrm>
          <a:off x="0" y="0"/>
          <a:ext cx="0" cy="0"/>
          <a:chOff x="0" y="0"/>
          <a:chExt cx="0" cy="0"/>
        </a:xfrm>
      </p:grpSpPr>
      <p:sp>
        <p:nvSpPr>
          <p:cNvPr id="1101" name="Google Shape;1101;p133"/>
          <p:cNvSpPr txBox="1">
            <a:spLocks noGrp="1"/>
          </p:cNvSpPr>
          <p:nvPr>
            <p:ph type="title"/>
          </p:nvPr>
        </p:nvSpPr>
        <p:spPr>
          <a:xfrm>
            <a:off x="685800" y="381000"/>
            <a:ext cx="7772400" cy="838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Agile Modeling</a:t>
            </a:r>
            <a:endParaRPr/>
          </a:p>
        </p:txBody>
      </p:sp>
      <p:sp>
        <p:nvSpPr>
          <p:cNvPr id="1102" name="Google Shape;1102;p133"/>
          <p:cNvSpPr txBox="1">
            <a:spLocks noGrp="1"/>
          </p:cNvSpPr>
          <p:nvPr>
            <p:ph type="body" idx="1"/>
          </p:nvPr>
        </p:nvSpPr>
        <p:spPr>
          <a:xfrm>
            <a:off x="152400" y="1295400"/>
            <a:ext cx="8839200" cy="54102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Content is more important than representation. </a:t>
            </a:r>
            <a:r>
              <a:rPr lang="en-US" sz="2800" b="0" i="0" u="none">
                <a:solidFill>
                  <a:schemeClr val="dk1"/>
                </a:solidFill>
                <a:latin typeface="Times New Roman"/>
                <a:ea typeface="Times New Roman"/>
                <a:cs typeface="Times New Roman"/>
                <a:sym typeface="Times New Roman"/>
              </a:rPr>
              <a:t>Modeling should impart information to its intended audience.</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Know the models and the tools you use to create them. </a:t>
            </a:r>
            <a:r>
              <a:rPr lang="en-US" sz="2800" b="0" i="0" u="none">
                <a:solidFill>
                  <a:schemeClr val="dk1"/>
                </a:solidFill>
                <a:latin typeface="Times New Roman"/>
                <a:ea typeface="Times New Roman"/>
                <a:cs typeface="Times New Roman"/>
                <a:sym typeface="Times New Roman"/>
              </a:rPr>
              <a:t>Understand the strengths and weaknesses of each model and the tools that are used to create it.</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Adapt locally. </a:t>
            </a:r>
            <a:r>
              <a:rPr lang="en-US" sz="2800" b="0" i="0" u="none">
                <a:solidFill>
                  <a:schemeClr val="dk1"/>
                </a:solidFill>
                <a:latin typeface="Times New Roman"/>
                <a:ea typeface="Times New Roman"/>
                <a:cs typeface="Times New Roman"/>
                <a:sym typeface="Times New Roman"/>
              </a:rPr>
              <a:t>The modeling approach should be adapted to the needs of the agile team.</a:t>
            </a:r>
            <a:endParaRPr/>
          </a:p>
        </p:txBody>
      </p:sp>
      <p:sp>
        <p:nvSpPr>
          <p:cNvPr id="1103" name="Google Shape;1103;p13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71</a:t>
            </a:fld>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07"/>
        <p:cNvGrpSpPr/>
        <p:nvPr/>
      </p:nvGrpSpPr>
      <p:grpSpPr>
        <a:xfrm>
          <a:off x="0" y="0"/>
          <a:ext cx="0" cy="0"/>
          <a:chOff x="0" y="0"/>
          <a:chExt cx="0" cy="0"/>
        </a:xfrm>
      </p:grpSpPr>
      <p:sp>
        <p:nvSpPr>
          <p:cNvPr id="1108" name="Google Shape;1108;p134"/>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72</a:t>
            </a:fld>
            <a:endParaRPr/>
          </a:p>
        </p:txBody>
      </p:sp>
      <p:sp>
        <p:nvSpPr>
          <p:cNvPr id="1109" name="Google Shape;1109;p134"/>
          <p:cNvSpPr txBox="1">
            <a:spLocks noGrp="1"/>
          </p:cNvSpPr>
          <p:nvPr>
            <p:ph type="title"/>
          </p:nvPr>
        </p:nvSpPr>
        <p:spPr>
          <a:xfrm>
            <a:off x="1381125" y="274637"/>
            <a:ext cx="6393000" cy="735000"/>
          </a:xfrm>
          <a:prstGeom prst="rect">
            <a:avLst/>
          </a:prstGeom>
          <a:noFill/>
          <a:ln>
            <a:noFill/>
          </a:ln>
        </p:spPr>
        <p:txBody>
          <a:bodyPr spcFirstLastPara="1" wrap="square" lIns="71425" tIns="28575" rIns="71425" bIns="28575" anchor="t" anchorCtr="0">
            <a:sp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A Good Manager Measures</a:t>
            </a:r>
            <a:endParaRPr/>
          </a:p>
        </p:txBody>
      </p:sp>
      <p:sp>
        <p:nvSpPr>
          <p:cNvPr id="1110" name="Google Shape;1110;p134"/>
          <p:cNvSpPr/>
          <p:nvPr/>
        </p:nvSpPr>
        <p:spPr>
          <a:xfrm>
            <a:off x="2387600" y="1581150"/>
            <a:ext cx="2730600" cy="2229000"/>
          </a:xfrm>
          <a:prstGeom prst="ellipse">
            <a:avLst/>
          </a:prstGeom>
          <a:solidFill>
            <a:srgbClr val="D7FA7E"/>
          </a:solidFill>
          <a:ln>
            <a:noFill/>
          </a:ln>
          <a:effectLst>
            <a:outerShdw blurRad="63500" dist="53881" dir="2700000">
              <a:schemeClr val="lt2"/>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11" name="Google Shape;1111;p134"/>
          <p:cNvSpPr/>
          <p:nvPr/>
        </p:nvSpPr>
        <p:spPr>
          <a:xfrm>
            <a:off x="2387600" y="1581150"/>
            <a:ext cx="2730600" cy="2229000"/>
          </a:xfrm>
          <a:prstGeom prst="ellipse">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12" name="Google Shape;1112;p134"/>
          <p:cNvSpPr txBox="1"/>
          <p:nvPr/>
        </p:nvSpPr>
        <p:spPr>
          <a:xfrm>
            <a:off x="3784600" y="3538537"/>
            <a:ext cx="2044800" cy="2229000"/>
          </a:xfrm>
          <a:prstGeom prst="rect">
            <a:avLst/>
          </a:prstGeom>
          <a:solidFill>
            <a:schemeClr val="hlink"/>
          </a:solidFill>
          <a:ln>
            <a:noFill/>
          </a:ln>
          <a:effectLst>
            <a:outerShdw blurRad="63500" dist="53881" dir="2700000">
              <a:schemeClr val="lt2"/>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13" name="Google Shape;1113;p134"/>
          <p:cNvSpPr txBox="1"/>
          <p:nvPr/>
        </p:nvSpPr>
        <p:spPr>
          <a:xfrm>
            <a:off x="3784600" y="3538537"/>
            <a:ext cx="2044800" cy="22290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14" name="Google Shape;1114;p134"/>
          <p:cNvSpPr txBox="1"/>
          <p:nvPr/>
        </p:nvSpPr>
        <p:spPr>
          <a:xfrm>
            <a:off x="2797175" y="2386012"/>
            <a:ext cx="20526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measurement</a:t>
            </a:r>
            <a:endParaRPr/>
          </a:p>
        </p:txBody>
      </p:sp>
      <p:sp>
        <p:nvSpPr>
          <p:cNvPr id="1115" name="Google Shape;1115;p134"/>
          <p:cNvSpPr txBox="1"/>
          <p:nvPr/>
        </p:nvSpPr>
        <p:spPr>
          <a:xfrm>
            <a:off x="3806825" y="3657600"/>
            <a:ext cx="1879500" cy="9318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What do we</a:t>
            </a:r>
            <a:endParaRPr/>
          </a:p>
          <a:p>
            <a:pPr marL="0" marR="0" lvl="0" indent="0" algn="ctr" rtl="0">
              <a:lnSpc>
                <a:spcPct val="100000"/>
              </a:lnSpc>
              <a:spcBef>
                <a:spcPts val="0"/>
              </a:spcBef>
              <a:spcAft>
                <a:spcPts val="0"/>
              </a:spcAft>
              <a:buNone/>
            </a:pPr>
            <a:endParaRPr sz="2700" b="0" i="0" u="sng">
              <a:solidFill>
                <a:schemeClr val="lt1"/>
              </a:solidFill>
              <a:latin typeface="Times New Roman"/>
              <a:ea typeface="Times New Roman"/>
              <a:cs typeface="Times New Roman"/>
              <a:sym typeface="Times New Roman"/>
            </a:endParaRPr>
          </a:p>
        </p:txBody>
      </p:sp>
      <p:sp>
        <p:nvSpPr>
          <p:cNvPr id="1116" name="Google Shape;1116;p134"/>
          <p:cNvSpPr txBox="1"/>
          <p:nvPr/>
        </p:nvSpPr>
        <p:spPr>
          <a:xfrm>
            <a:off x="3884612" y="4000500"/>
            <a:ext cx="1282800" cy="9318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use as a</a:t>
            </a:r>
            <a:endParaRPr/>
          </a:p>
          <a:p>
            <a:pPr marL="0" marR="0" lvl="0" indent="0" algn="ctr" rtl="0">
              <a:lnSpc>
                <a:spcPct val="100000"/>
              </a:lnSpc>
              <a:spcBef>
                <a:spcPts val="0"/>
              </a:spcBef>
              <a:spcAft>
                <a:spcPts val="0"/>
              </a:spcAft>
              <a:buNone/>
            </a:pPr>
            <a:endParaRPr sz="2700" b="0" i="0" u="sng">
              <a:solidFill>
                <a:schemeClr val="lt1"/>
              </a:solidFill>
              <a:latin typeface="Times New Roman"/>
              <a:ea typeface="Times New Roman"/>
              <a:cs typeface="Times New Roman"/>
              <a:sym typeface="Times New Roman"/>
            </a:endParaRPr>
          </a:p>
        </p:txBody>
      </p:sp>
      <p:sp>
        <p:nvSpPr>
          <p:cNvPr id="1117" name="Google Shape;1117;p134"/>
          <p:cNvSpPr txBox="1"/>
          <p:nvPr/>
        </p:nvSpPr>
        <p:spPr>
          <a:xfrm>
            <a:off x="3894137" y="4371975"/>
            <a:ext cx="1050900" cy="9318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basis?</a:t>
            </a:r>
            <a:endParaRPr/>
          </a:p>
          <a:p>
            <a:pPr marL="0" marR="0" lvl="0" indent="0" algn="ctr" rtl="0">
              <a:lnSpc>
                <a:spcPct val="100000"/>
              </a:lnSpc>
              <a:spcBef>
                <a:spcPts val="0"/>
              </a:spcBef>
              <a:spcAft>
                <a:spcPts val="0"/>
              </a:spcAft>
              <a:buNone/>
            </a:pPr>
            <a:endParaRPr sz="2700" b="0" i="0" u="sng">
              <a:solidFill>
                <a:schemeClr val="lt1"/>
              </a:solidFill>
              <a:latin typeface="Times New Roman"/>
              <a:ea typeface="Times New Roman"/>
              <a:cs typeface="Times New Roman"/>
              <a:sym typeface="Times New Roman"/>
            </a:endParaRPr>
          </a:p>
        </p:txBody>
      </p:sp>
      <p:sp>
        <p:nvSpPr>
          <p:cNvPr id="1118" name="Google Shape;1118;p134"/>
          <p:cNvSpPr txBox="1"/>
          <p:nvPr/>
        </p:nvSpPr>
        <p:spPr>
          <a:xfrm>
            <a:off x="3794125" y="4714875"/>
            <a:ext cx="1452600" cy="9318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  •   size?</a:t>
            </a:r>
            <a:endParaRPr/>
          </a:p>
          <a:p>
            <a:pPr marL="0" marR="0" lvl="0" indent="0" algn="ctr" rtl="0">
              <a:lnSpc>
                <a:spcPct val="100000"/>
              </a:lnSpc>
              <a:spcBef>
                <a:spcPts val="0"/>
              </a:spcBef>
              <a:spcAft>
                <a:spcPts val="0"/>
              </a:spcAft>
              <a:buNone/>
            </a:pPr>
            <a:endParaRPr sz="2700" b="0" i="0" u="sng">
              <a:solidFill>
                <a:schemeClr val="lt1"/>
              </a:solidFill>
              <a:latin typeface="Times New Roman"/>
              <a:ea typeface="Times New Roman"/>
              <a:cs typeface="Times New Roman"/>
              <a:sym typeface="Times New Roman"/>
            </a:endParaRPr>
          </a:p>
        </p:txBody>
      </p:sp>
      <p:sp>
        <p:nvSpPr>
          <p:cNvPr id="1119" name="Google Shape;1119;p134"/>
          <p:cNvSpPr txBox="1"/>
          <p:nvPr/>
        </p:nvSpPr>
        <p:spPr>
          <a:xfrm>
            <a:off x="3798887" y="5072062"/>
            <a:ext cx="20670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lt1"/>
              </a:buClr>
              <a:buSzPts val="2700"/>
              <a:buFont typeface="Times New Roman"/>
              <a:buNone/>
            </a:pPr>
            <a:r>
              <a:rPr lang="en-US" sz="2700" b="0" i="0" u="sng">
                <a:solidFill>
                  <a:schemeClr val="lt1"/>
                </a:solidFill>
                <a:latin typeface="Times New Roman"/>
                <a:ea typeface="Times New Roman"/>
                <a:cs typeface="Times New Roman"/>
                <a:sym typeface="Times New Roman"/>
              </a:rPr>
              <a:t>  •   function?</a:t>
            </a:r>
            <a:endParaRPr/>
          </a:p>
        </p:txBody>
      </p:sp>
      <p:sp>
        <p:nvSpPr>
          <p:cNvPr id="1120" name="Google Shape;1120;p134"/>
          <p:cNvSpPr txBox="1"/>
          <p:nvPr/>
        </p:nvSpPr>
        <p:spPr>
          <a:xfrm>
            <a:off x="5759450" y="2071687"/>
            <a:ext cx="22734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dk1"/>
              </a:buClr>
              <a:buSzPts val="2700"/>
              <a:buFont typeface="Times New Roman"/>
              <a:buNone/>
            </a:pPr>
            <a:r>
              <a:rPr lang="en-US" sz="2700" b="0" i="0" u="sng">
                <a:solidFill>
                  <a:schemeClr val="dk1"/>
                </a:solidFill>
                <a:latin typeface="Times New Roman"/>
                <a:ea typeface="Times New Roman"/>
                <a:cs typeface="Times New Roman"/>
                <a:sym typeface="Times New Roman"/>
              </a:rPr>
              <a:t>project metrics</a:t>
            </a:r>
            <a:endParaRPr/>
          </a:p>
        </p:txBody>
      </p:sp>
      <p:sp>
        <p:nvSpPr>
          <p:cNvPr id="1121" name="Google Shape;1121;p134"/>
          <p:cNvSpPr txBox="1"/>
          <p:nvPr/>
        </p:nvSpPr>
        <p:spPr>
          <a:xfrm>
            <a:off x="5257800" y="1414462"/>
            <a:ext cx="23511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dk1"/>
              </a:buClr>
              <a:buSzPts val="2700"/>
              <a:buFont typeface="Times New Roman"/>
              <a:buNone/>
            </a:pPr>
            <a:r>
              <a:rPr lang="en-US" sz="2700" b="0" i="0" u="sng">
                <a:solidFill>
                  <a:schemeClr val="dk1"/>
                </a:solidFill>
                <a:latin typeface="Times New Roman"/>
                <a:ea typeface="Times New Roman"/>
                <a:cs typeface="Times New Roman"/>
                <a:sym typeface="Times New Roman"/>
              </a:rPr>
              <a:t>process metrics</a:t>
            </a:r>
            <a:endParaRPr/>
          </a:p>
        </p:txBody>
      </p:sp>
      <p:sp>
        <p:nvSpPr>
          <p:cNvPr id="1122" name="Google Shape;1122;p134"/>
          <p:cNvSpPr txBox="1"/>
          <p:nvPr/>
        </p:nvSpPr>
        <p:spPr>
          <a:xfrm>
            <a:off x="1473200" y="1157287"/>
            <a:ext cx="12447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dk1"/>
              </a:buClr>
              <a:buSzPts val="2700"/>
              <a:buFont typeface="Times New Roman"/>
              <a:buNone/>
            </a:pPr>
            <a:r>
              <a:rPr lang="en-US" sz="2700" b="0" i="0" u="sng">
                <a:solidFill>
                  <a:schemeClr val="dk1"/>
                </a:solidFill>
                <a:latin typeface="Times New Roman"/>
                <a:ea typeface="Times New Roman"/>
                <a:cs typeface="Times New Roman"/>
                <a:sym typeface="Times New Roman"/>
              </a:rPr>
              <a:t>process</a:t>
            </a:r>
            <a:endParaRPr/>
          </a:p>
        </p:txBody>
      </p:sp>
      <p:sp>
        <p:nvSpPr>
          <p:cNvPr id="1123" name="Google Shape;1123;p134"/>
          <p:cNvSpPr txBox="1"/>
          <p:nvPr/>
        </p:nvSpPr>
        <p:spPr>
          <a:xfrm>
            <a:off x="1477962" y="3457575"/>
            <a:ext cx="12636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dk1"/>
              </a:buClr>
              <a:buSzPts val="2700"/>
              <a:buFont typeface="Times New Roman"/>
              <a:buNone/>
            </a:pPr>
            <a:r>
              <a:rPr lang="en-US" sz="2700" b="0" i="0" u="sng">
                <a:solidFill>
                  <a:schemeClr val="dk1"/>
                </a:solidFill>
                <a:latin typeface="Times New Roman"/>
                <a:ea typeface="Times New Roman"/>
                <a:cs typeface="Times New Roman"/>
                <a:sym typeface="Times New Roman"/>
              </a:rPr>
              <a:t>product</a:t>
            </a:r>
            <a:endParaRPr/>
          </a:p>
        </p:txBody>
      </p:sp>
      <p:sp>
        <p:nvSpPr>
          <p:cNvPr id="1124" name="Google Shape;1124;p134"/>
          <p:cNvSpPr/>
          <p:nvPr/>
        </p:nvSpPr>
        <p:spPr>
          <a:xfrm>
            <a:off x="2743200" y="1439862"/>
            <a:ext cx="698490" cy="557226"/>
          </a:xfrm>
          <a:custGeom>
            <a:avLst/>
            <a:gdLst/>
            <a:ahLst/>
            <a:cxnLst/>
            <a:rect l="l" t="t" r="r" b="b"/>
            <a:pathLst>
              <a:path w="21600" h="21600" fill="none" extrusionOk="0">
                <a:moveTo>
                  <a:pt x="-1" y="0"/>
                </a:moveTo>
                <a:cubicBezTo>
                  <a:pt x="11929" y="0"/>
                  <a:pt x="21600" y="9670"/>
                  <a:pt x="21600" y="21600"/>
                </a:cubicBezTo>
              </a:path>
              <a:path w="21600" h="21600" extrusionOk="0">
                <a:moveTo>
                  <a:pt x="-1" y="0"/>
                </a:moveTo>
                <a:cubicBezTo>
                  <a:pt x="11929" y="0"/>
                  <a:pt x="21600" y="9670"/>
                  <a:pt x="21600" y="21600"/>
                </a:cubicBezTo>
                <a:lnTo>
                  <a:pt x="0" y="21600"/>
                </a:lnTo>
                <a:lnTo>
                  <a:pt x="-1" y="0"/>
                </a:lnTo>
                <a:close/>
              </a:path>
            </a:pathLst>
          </a:custGeom>
          <a:noFill/>
          <a:ln w="50800" cap="rnd" cmpd="sng">
            <a:solidFill>
              <a:srgbClr val="FE9B0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cxnSp>
        <p:nvCxnSpPr>
          <p:cNvPr id="1125" name="Google Shape;1125;p134"/>
          <p:cNvCxnSpPr/>
          <p:nvPr/>
        </p:nvCxnSpPr>
        <p:spPr>
          <a:xfrm rot="10800000" flipH="1">
            <a:off x="4584700" y="1666950"/>
            <a:ext cx="482700" cy="371400"/>
          </a:xfrm>
          <a:prstGeom prst="straightConnector1">
            <a:avLst/>
          </a:prstGeom>
          <a:noFill/>
          <a:ln w="50800" cap="flat" cmpd="sng">
            <a:solidFill>
              <a:srgbClr val="FE9B03"/>
            </a:solidFill>
            <a:prstDash val="solid"/>
            <a:miter lim="800000"/>
            <a:headEnd type="none" w="med" len="med"/>
            <a:tailEnd type="triangle" w="med" len="med"/>
          </a:ln>
        </p:spPr>
      </p:cxnSp>
      <p:cxnSp>
        <p:nvCxnSpPr>
          <p:cNvPr id="1126" name="Google Shape;1126;p134"/>
          <p:cNvCxnSpPr/>
          <p:nvPr/>
        </p:nvCxnSpPr>
        <p:spPr>
          <a:xfrm rot="10800000" flipH="1">
            <a:off x="4965700" y="2338462"/>
            <a:ext cx="685800" cy="142800"/>
          </a:xfrm>
          <a:prstGeom prst="straightConnector1">
            <a:avLst/>
          </a:prstGeom>
          <a:noFill/>
          <a:ln w="50800" cap="flat" cmpd="sng">
            <a:solidFill>
              <a:srgbClr val="FE9B03"/>
            </a:solidFill>
            <a:prstDash val="solid"/>
            <a:miter lim="800000"/>
            <a:headEnd type="none" w="med" len="med"/>
            <a:tailEnd type="triangle" w="med" len="med"/>
          </a:ln>
        </p:spPr>
      </p:cxnSp>
      <p:sp>
        <p:nvSpPr>
          <p:cNvPr id="1127" name="Google Shape;1127;p134"/>
          <p:cNvSpPr/>
          <p:nvPr/>
        </p:nvSpPr>
        <p:spPr>
          <a:xfrm>
            <a:off x="2717800" y="3167062"/>
            <a:ext cx="558792" cy="514350"/>
          </a:xfrm>
          <a:custGeom>
            <a:avLst/>
            <a:gdLst/>
            <a:ahLst/>
            <a:cxnLst/>
            <a:rect l="l" t="t" r="r" b="b"/>
            <a:pathLst>
              <a:path w="21600" h="21600" fill="none" extrusionOk="0">
                <a:moveTo>
                  <a:pt x="21600" y="0"/>
                </a:moveTo>
                <a:cubicBezTo>
                  <a:pt x="21600" y="11929"/>
                  <a:pt x="11929" y="21599"/>
                  <a:pt x="0" y="21600"/>
                </a:cubicBezTo>
              </a:path>
              <a:path w="21600" h="21600" extrusionOk="0">
                <a:moveTo>
                  <a:pt x="21600" y="0"/>
                </a:moveTo>
                <a:cubicBezTo>
                  <a:pt x="21600" y="11929"/>
                  <a:pt x="11929" y="21599"/>
                  <a:pt x="0" y="21600"/>
                </a:cubicBezTo>
                <a:lnTo>
                  <a:pt x="0" y="0"/>
                </a:lnTo>
                <a:lnTo>
                  <a:pt x="21600" y="0"/>
                </a:lnTo>
                <a:close/>
              </a:path>
            </a:pathLst>
          </a:custGeom>
          <a:noFill/>
          <a:ln w="50800" cap="rnd" cmpd="sng">
            <a:solidFill>
              <a:srgbClr val="FE9B0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28" name="Google Shape;1128;p134"/>
          <p:cNvSpPr/>
          <p:nvPr/>
        </p:nvSpPr>
        <p:spPr>
          <a:xfrm>
            <a:off x="3657600" y="3009900"/>
            <a:ext cx="2211388" cy="534987"/>
          </a:xfrm>
          <a:custGeom>
            <a:avLst/>
            <a:gdLst/>
            <a:ahLst/>
            <a:cxnLst/>
            <a:rect l="l" t="t" r="r" b="b"/>
            <a:pathLst>
              <a:path w="1393" h="300" extrusionOk="0">
                <a:moveTo>
                  <a:pt x="0" y="0"/>
                </a:moveTo>
                <a:lnTo>
                  <a:pt x="1392" y="299"/>
                </a:lnTo>
                <a:lnTo>
                  <a:pt x="96" y="299"/>
                </a:lnTo>
                <a:lnTo>
                  <a:pt x="0" y="0"/>
                </a:lnTo>
              </a:path>
            </a:pathLst>
          </a:custGeom>
          <a:solidFill>
            <a:schemeClr val="dk1"/>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29" name="Google Shape;1129;p134"/>
          <p:cNvSpPr/>
          <p:nvPr/>
        </p:nvSpPr>
        <p:spPr>
          <a:xfrm>
            <a:off x="3657600" y="3009900"/>
            <a:ext cx="153987" cy="2744786"/>
          </a:xfrm>
          <a:custGeom>
            <a:avLst/>
            <a:gdLst/>
            <a:ahLst/>
            <a:cxnLst/>
            <a:rect l="l" t="t" r="r" b="b"/>
            <a:pathLst>
              <a:path w="97" h="1537" extrusionOk="0">
                <a:moveTo>
                  <a:pt x="0" y="0"/>
                </a:moveTo>
                <a:lnTo>
                  <a:pt x="48" y="1536"/>
                </a:lnTo>
                <a:lnTo>
                  <a:pt x="96" y="299"/>
                </a:lnTo>
                <a:lnTo>
                  <a:pt x="0" y="0"/>
                </a:lnTo>
              </a:path>
            </a:pathLst>
          </a:custGeom>
          <a:solidFill>
            <a:schemeClr val="dk1"/>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sz="2400" b="0" i="0" u="sng">
              <a:solidFill>
                <a:schemeClr val="dk1"/>
              </a:solidFill>
              <a:latin typeface="Times New Roman"/>
              <a:ea typeface="Times New Roman"/>
              <a:cs typeface="Times New Roman"/>
              <a:sym typeface="Times New Roman"/>
            </a:endParaRPr>
          </a:p>
        </p:txBody>
      </p:sp>
      <p:sp>
        <p:nvSpPr>
          <p:cNvPr id="1130" name="Google Shape;1130;p134"/>
          <p:cNvSpPr txBox="1"/>
          <p:nvPr/>
        </p:nvSpPr>
        <p:spPr>
          <a:xfrm>
            <a:off x="5561012" y="2814637"/>
            <a:ext cx="2370000" cy="516000"/>
          </a:xfrm>
          <a:prstGeom prst="rect">
            <a:avLst/>
          </a:prstGeom>
          <a:noFill/>
          <a:ln>
            <a:noFill/>
          </a:ln>
        </p:spPr>
        <p:txBody>
          <a:bodyPr spcFirstLastPara="1" wrap="square" lIns="101775" tIns="50000" rIns="101775" bIns="50000" anchor="t" anchorCtr="0">
            <a:spAutoFit/>
          </a:bodyPr>
          <a:lstStyle/>
          <a:p>
            <a:pPr marL="0" marR="0" lvl="0" indent="0" algn="ctr" rtl="0">
              <a:lnSpc>
                <a:spcPct val="100000"/>
              </a:lnSpc>
              <a:spcBef>
                <a:spcPts val="0"/>
              </a:spcBef>
              <a:spcAft>
                <a:spcPts val="0"/>
              </a:spcAft>
              <a:buClr>
                <a:schemeClr val="dk1"/>
              </a:buClr>
              <a:buSzPts val="2700"/>
              <a:buFont typeface="Times New Roman"/>
              <a:buNone/>
            </a:pPr>
            <a:r>
              <a:rPr lang="en-US" sz="2700" b="0" i="0" u="sng">
                <a:solidFill>
                  <a:schemeClr val="dk1"/>
                </a:solidFill>
                <a:latin typeface="Times New Roman"/>
                <a:ea typeface="Times New Roman"/>
                <a:cs typeface="Times New Roman"/>
                <a:sym typeface="Times New Roman"/>
              </a:rPr>
              <a:t>product metrics</a:t>
            </a:r>
            <a:endParaRPr/>
          </a:p>
        </p:txBody>
      </p:sp>
      <p:cxnSp>
        <p:nvCxnSpPr>
          <p:cNvPr id="1131" name="Google Shape;1131;p134"/>
          <p:cNvCxnSpPr/>
          <p:nvPr/>
        </p:nvCxnSpPr>
        <p:spPr>
          <a:xfrm>
            <a:off x="4889500" y="3009900"/>
            <a:ext cx="571500" cy="42900"/>
          </a:xfrm>
          <a:prstGeom prst="straightConnector1">
            <a:avLst/>
          </a:prstGeom>
          <a:noFill/>
          <a:ln w="50800" cap="flat" cmpd="sng">
            <a:solidFill>
              <a:srgbClr val="FE9B03"/>
            </a:solidFill>
            <a:prstDash val="solid"/>
            <a:miter lim="800000"/>
            <a:headEnd type="none" w="med" len="med"/>
            <a:tailEnd type="triangle" w="med" len="med"/>
          </a:ln>
        </p:spPr>
      </p:cxn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35"/>
        <p:cNvGrpSpPr/>
        <p:nvPr/>
      </p:nvGrpSpPr>
      <p:grpSpPr>
        <a:xfrm>
          <a:off x="0" y="0"/>
          <a:ext cx="0" cy="0"/>
          <a:chOff x="0" y="0"/>
          <a:chExt cx="0" cy="0"/>
        </a:xfrm>
      </p:grpSpPr>
      <p:sp>
        <p:nvSpPr>
          <p:cNvPr id="1136" name="Google Shape;1136;p13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73</a:t>
            </a:fld>
            <a:endParaRPr/>
          </a:p>
        </p:txBody>
      </p:sp>
      <p:sp>
        <p:nvSpPr>
          <p:cNvPr id="1137" name="Google Shape;1137;p135"/>
          <p:cNvSpPr txBox="1">
            <a:spLocks noGrp="1"/>
          </p:cNvSpPr>
          <p:nvPr>
            <p:ph type="title"/>
          </p:nvPr>
        </p:nvSpPr>
        <p:spPr>
          <a:xfrm>
            <a:off x="685800" y="6096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What is a Process?</a:t>
            </a:r>
            <a:endParaRPr/>
          </a:p>
        </p:txBody>
      </p:sp>
      <p:sp>
        <p:nvSpPr>
          <p:cNvPr id="1138" name="Google Shape;1138;p135"/>
          <p:cNvSpPr txBox="1">
            <a:spLocks noGrp="1"/>
          </p:cNvSpPr>
          <p:nvPr>
            <p:ph type="body" idx="1"/>
          </p:nvPr>
        </p:nvSpPr>
        <p:spPr>
          <a:xfrm>
            <a:off x="685800" y="1676400"/>
            <a:ext cx="7772400" cy="50292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 </a:t>
            </a:r>
            <a:r>
              <a:rPr lang="en-US" sz="2000" b="1" i="0" u="none">
                <a:solidFill>
                  <a:schemeClr val="dk1"/>
                </a:solidFill>
                <a:latin typeface="Times New Roman"/>
                <a:ea typeface="Times New Roman"/>
                <a:cs typeface="Times New Roman"/>
                <a:sym typeface="Times New Roman"/>
              </a:rPr>
              <a:t>system of operations </a:t>
            </a:r>
            <a:r>
              <a:rPr lang="en-US" sz="2000" b="0" i="0" u="none">
                <a:solidFill>
                  <a:schemeClr val="dk1"/>
                </a:solidFill>
                <a:latin typeface="Times New Roman"/>
                <a:ea typeface="Times New Roman"/>
                <a:cs typeface="Times New Roman"/>
                <a:sym typeface="Times New Roman"/>
              </a:rPr>
              <a:t>in producing something; a series of actions, changes, or functions that achieve an end or a result.</a:t>
            </a:r>
            <a:endParaRPr/>
          </a:p>
          <a:p>
            <a:pPr marL="34290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 </a:t>
            </a:r>
            <a:r>
              <a:rPr lang="en-US" sz="2000" b="1" i="0" u="none">
                <a:solidFill>
                  <a:schemeClr val="dk1"/>
                </a:solidFill>
                <a:latin typeface="Times New Roman"/>
                <a:ea typeface="Times New Roman"/>
                <a:cs typeface="Times New Roman"/>
                <a:sym typeface="Times New Roman"/>
              </a:rPr>
              <a:t>sequence of steps </a:t>
            </a:r>
            <a:r>
              <a:rPr lang="en-US" sz="2000" b="0" i="0" u="none">
                <a:solidFill>
                  <a:schemeClr val="dk1"/>
                </a:solidFill>
                <a:latin typeface="Times New Roman"/>
                <a:ea typeface="Times New Roman"/>
                <a:cs typeface="Times New Roman"/>
                <a:sym typeface="Times New Roman"/>
              </a:rPr>
              <a:t>performed for a given purpose.</a:t>
            </a:r>
            <a:endParaRPr/>
          </a:p>
          <a:p>
            <a:pPr marL="342900" lvl="0" indent="-342900" algn="l"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Process measurement measures the efficacy of a software process indirectly.</a:t>
            </a:r>
            <a:endParaRPr/>
          </a:p>
          <a:p>
            <a:pPr marL="742950" lvl="1" indent="-28575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That is, we derive a set of metrics based on the outcomes that can be derived from the process. </a:t>
            </a:r>
            <a:endParaRPr/>
          </a:p>
          <a:p>
            <a:pPr marL="742950" lvl="1" indent="-28575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Outcomes include </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measures of errors uncovered before release of the software</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defects delivered to and reported by end-users</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work products delivered (productivity)</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human effort expended</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calendar time expended</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schedule conformance</a:t>
            </a:r>
            <a:endParaRPr/>
          </a:p>
          <a:p>
            <a:pPr marL="1143000" lvl="2" indent="-2286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other measures.</a:t>
            </a:r>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42"/>
        <p:cNvGrpSpPr/>
        <p:nvPr/>
      </p:nvGrpSpPr>
      <p:grpSpPr>
        <a:xfrm>
          <a:off x="0" y="0"/>
          <a:ext cx="0" cy="0"/>
          <a:chOff x="0" y="0"/>
          <a:chExt cx="0" cy="0"/>
        </a:xfrm>
      </p:grpSpPr>
      <p:sp>
        <p:nvSpPr>
          <p:cNvPr id="1143" name="Google Shape;1143;p13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74</a:t>
            </a:fld>
            <a:endParaRPr/>
          </a:p>
        </p:txBody>
      </p:sp>
      <p:sp>
        <p:nvSpPr>
          <p:cNvPr id="1144" name="Google Shape;1144;p136"/>
          <p:cNvSpPr txBox="1">
            <a:spLocks noGrp="1"/>
          </p:cNvSpPr>
          <p:nvPr>
            <p:ph type="title"/>
          </p:nvPr>
        </p:nvSpPr>
        <p:spPr>
          <a:xfrm>
            <a:off x="685800" y="3048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What is a Software Process?</a:t>
            </a:r>
            <a:endParaRPr/>
          </a:p>
        </p:txBody>
      </p:sp>
      <p:sp>
        <p:nvSpPr>
          <p:cNvPr id="1145" name="Google Shape;1145;p136"/>
          <p:cNvSpPr txBox="1">
            <a:spLocks noGrp="1"/>
          </p:cNvSpPr>
          <p:nvPr>
            <p:ph type="body" idx="1"/>
          </p:nvPr>
        </p:nvSpPr>
        <p:spPr>
          <a:xfrm>
            <a:off x="685800" y="1600200"/>
            <a:ext cx="7772400" cy="4953000"/>
          </a:xfrm>
          <a:prstGeom prst="rect">
            <a:avLst/>
          </a:prstGeom>
          <a:noFill/>
          <a:ln>
            <a:noFill/>
          </a:ln>
        </p:spPr>
        <p:txBody>
          <a:bodyPr spcFirstLastPara="1" wrap="square" lIns="91425" tIns="45700" rIns="91425" bIns="45700" anchor="t" anchorCtr="0">
            <a:noAutofit/>
          </a:bodyPr>
          <a:lstStyle/>
          <a:p>
            <a:pPr marL="342900" lvl="0" indent="-342900" algn="just" rtl="0">
              <a:lnSpc>
                <a:spcPct val="90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 </a:t>
            </a:r>
            <a:r>
              <a:rPr lang="en-US" sz="2000" b="1" i="0" u="none">
                <a:solidFill>
                  <a:schemeClr val="dk1"/>
                </a:solidFill>
                <a:latin typeface="Times New Roman"/>
                <a:ea typeface="Times New Roman"/>
                <a:cs typeface="Times New Roman"/>
                <a:sym typeface="Times New Roman"/>
              </a:rPr>
              <a:t>set of activities, methods, practices, and transformations </a:t>
            </a:r>
            <a:r>
              <a:rPr lang="en-US" sz="2000" b="0" i="0" u="none">
                <a:solidFill>
                  <a:schemeClr val="dk1"/>
                </a:solidFill>
                <a:latin typeface="Times New Roman"/>
                <a:ea typeface="Times New Roman"/>
                <a:cs typeface="Times New Roman"/>
                <a:sym typeface="Times New Roman"/>
              </a:rPr>
              <a:t>that people use to </a:t>
            </a:r>
            <a:r>
              <a:rPr lang="en-US" sz="2000" b="1" i="0" u="none">
                <a:solidFill>
                  <a:schemeClr val="dk1"/>
                </a:solidFill>
                <a:latin typeface="Times New Roman"/>
                <a:ea typeface="Times New Roman"/>
                <a:cs typeface="Times New Roman"/>
                <a:sym typeface="Times New Roman"/>
              </a:rPr>
              <a:t>develop and maintain software </a:t>
            </a:r>
            <a:r>
              <a:rPr lang="en-US" sz="2000" b="0" i="0" u="none">
                <a:solidFill>
                  <a:schemeClr val="dk1"/>
                </a:solidFill>
                <a:latin typeface="Times New Roman"/>
                <a:ea typeface="Times New Roman"/>
                <a:cs typeface="Times New Roman"/>
                <a:sym typeface="Times New Roman"/>
              </a:rPr>
              <a:t>and the associated products (e.g., project plans, design documents, code, test cases, and user manuals) is a software process.</a:t>
            </a:r>
            <a:endParaRPr/>
          </a:p>
          <a:p>
            <a:pPr marL="342900" lvl="0" indent="-21590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As an </a:t>
            </a:r>
            <a:r>
              <a:rPr lang="en-US" sz="2000" b="1" i="0" u="none">
                <a:solidFill>
                  <a:schemeClr val="dk1"/>
                </a:solidFill>
                <a:latin typeface="Times New Roman"/>
                <a:ea typeface="Times New Roman"/>
                <a:cs typeface="Times New Roman"/>
                <a:sym typeface="Times New Roman"/>
              </a:rPr>
              <a:t>organization matures</a:t>
            </a:r>
            <a:r>
              <a:rPr lang="en-US" sz="2000" b="0" i="0" u="none">
                <a:solidFill>
                  <a:schemeClr val="dk1"/>
                </a:solidFill>
                <a:latin typeface="Times New Roman"/>
                <a:ea typeface="Times New Roman"/>
                <a:cs typeface="Times New Roman"/>
                <a:sym typeface="Times New Roman"/>
              </a:rPr>
              <a:t>, the </a:t>
            </a:r>
            <a:r>
              <a:rPr lang="en-US" sz="2000" b="1" i="0" u="none">
                <a:solidFill>
                  <a:schemeClr val="dk1"/>
                </a:solidFill>
                <a:latin typeface="Times New Roman"/>
                <a:ea typeface="Times New Roman"/>
                <a:cs typeface="Times New Roman"/>
                <a:sym typeface="Times New Roman"/>
              </a:rPr>
              <a:t>software process becomes better defined</a:t>
            </a:r>
            <a:r>
              <a:rPr lang="en-US" sz="2000" b="0" i="0" u="none">
                <a:solidFill>
                  <a:schemeClr val="dk1"/>
                </a:solidFill>
                <a:latin typeface="Times New Roman"/>
                <a:ea typeface="Times New Roman"/>
                <a:cs typeface="Times New Roman"/>
                <a:sym typeface="Times New Roman"/>
              </a:rPr>
              <a:t> and </a:t>
            </a:r>
            <a:r>
              <a:rPr lang="en-US" sz="2000" b="1" i="0" u="none">
                <a:solidFill>
                  <a:schemeClr val="dk1"/>
                </a:solidFill>
                <a:latin typeface="Times New Roman"/>
                <a:ea typeface="Times New Roman"/>
                <a:cs typeface="Times New Roman"/>
                <a:sym typeface="Times New Roman"/>
              </a:rPr>
              <a:t>more consistently implemented</a:t>
            </a:r>
            <a:r>
              <a:rPr lang="en-US" sz="2000" b="0" i="0" u="none">
                <a:solidFill>
                  <a:schemeClr val="dk1"/>
                </a:solidFill>
                <a:latin typeface="Times New Roman"/>
                <a:ea typeface="Times New Roman"/>
                <a:cs typeface="Times New Roman"/>
                <a:sym typeface="Times New Roman"/>
              </a:rPr>
              <a:t> throughout the organization.</a:t>
            </a:r>
            <a:endParaRPr/>
          </a:p>
          <a:p>
            <a:pPr marL="342900" lvl="0" indent="-21590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Software process maturity is the extent (degree) to which a specific process is explicitly defined, managed, measured, controlled, and effective.</a:t>
            </a:r>
            <a:endParaRPr/>
          </a:p>
          <a:p>
            <a:pPr marL="342900" lvl="0" indent="-21590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Software process metrics can provide </a:t>
            </a:r>
            <a:r>
              <a:rPr lang="en-US" sz="2000" b="1" i="0" u="none">
                <a:solidFill>
                  <a:schemeClr val="dk1"/>
                </a:solidFill>
                <a:latin typeface="Times New Roman"/>
                <a:ea typeface="Times New Roman"/>
                <a:cs typeface="Times New Roman"/>
                <a:sym typeface="Times New Roman"/>
              </a:rPr>
              <a:t>significant benefit </a:t>
            </a:r>
            <a:r>
              <a:rPr lang="en-US" sz="2000" b="0" i="0" u="none">
                <a:solidFill>
                  <a:schemeClr val="dk1"/>
                </a:solidFill>
                <a:latin typeface="Times New Roman"/>
                <a:ea typeface="Times New Roman"/>
                <a:cs typeface="Times New Roman"/>
                <a:sym typeface="Times New Roman"/>
              </a:rPr>
              <a:t>as an organization works to </a:t>
            </a:r>
            <a:r>
              <a:rPr lang="en-US" sz="2000" b="1" i="0" u="none">
                <a:solidFill>
                  <a:schemeClr val="dk1"/>
                </a:solidFill>
                <a:latin typeface="Times New Roman"/>
                <a:ea typeface="Times New Roman"/>
                <a:cs typeface="Times New Roman"/>
                <a:sym typeface="Times New Roman"/>
              </a:rPr>
              <a:t>improve its overall level of process maturity</a:t>
            </a:r>
            <a:r>
              <a:rPr lang="en-US" sz="2000" b="0" i="0" u="none">
                <a:solidFill>
                  <a:schemeClr val="dk1"/>
                </a:solidFill>
                <a:latin typeface="Times New Roman"/>
                <a:ea typeface="Times New Roman"/>
                <a:cs typeface="Times New Roman"/>
                <a:sym typeface="Times New Roman"/>
              </a:rPr>
              <a:t>.</a:t>
            </a:r>
            <a:endParaRPr/>
          </a:p>
          <a:p>
            <a:pPr marL="34290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49"/>
        <p:cNvGrpSpPr/>
        <p:nvPr/>
      </p:nvGrpSpPr>
      <p:grpSpPr>
        <a:xfrm>
          <a:off x="0" y="0"/>
          <a:ext cx="0" cy="0"/>
          <a:chOff x="0" y="0"/>
          <a:chExt cx="0" cy="0"/>
        </a:xfrm>
      </p:grpSpPr>
      <p:sp>
        <p:nvSpPr>
          <p:cNvPr id="1150" name="Google Shape;1150;p137"/>
          <p:cNvSpPr txBox="1">
            <a:spLocks noGrp="1"/>
          </p:cNvSpPr>
          <p:nvPr>
            <p:ph type="title"/>
          </p:nvPr>
        </p:nvSpPr>
        <p:spPr>
          <a:xfrm>
            <a:off x="685800" y="2286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Process Metrics</a:t>
            </a:r>
            <a:endParaRPr/>
          </a:p>
        </p:txBody>
      </p:sp>
      <p:sp>
        <p:nvSpPr>
          <p:cNvPr id="1151" name="Google Shape;1151;p137"/>
          <p:cNvSpPr txBox="1">
            <a:spLocks noGrp="1"/>
          </p:cNvSpPr>
          <p:nvPr>
            <p:ph type="body" idx="1"/>
          </p:nvPr>
        </p:nvSpPr>
        <p:spPr>
          <a:xfrm>
            <a:off x="228600" y="1219200"/>
            <a:ext cx="8686800" cy="54864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Time taken </a:t>
            </a:r>
            <a:r>
              <a:rPr lang="en-US" sz="2400" b="0" i="0" u="none">
                <a:solidFill>
                  <a:schemeClr val="dk1"/>
                </a:solidFill>
                <a:latin typeface="Times New Roman"/>
                <a:ea typeface="Times New Roman"/>
                <a:cs typeface="Times New Roman"/>
                <a:sym typeface="Times New Roman"/>
              </a:rPr>
              <a:t>for a particular process to be completed.</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This can be total time devoted to the process , calendar time , time spent on process by engineers etc.</a:t>
            </a:r>
            <a:endParaRPr/>
          </a:p>
          <a:p>
            <a:pPr marL="342900" marR="0" lvl="0" indent="-190500" algn="just" rtl="0">
              <a:lnSpc>
                <a:spcPct val="100000"/>
              </a:lnSpc>
              <a:spcBef>
                <a:spcPts val="480"/>
              </a:spcBef>
              <a:spcAft>
                <a:spcPts val="0"/>
              </a:spcAft>
              <a:buClr>
                <a:schemeClr val="dk1"/>
              </a:buClr>
              <a:buSzPts val="2400"/>
              <a:buFont typeface="Noto Sans Symbols"/>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The </a:t>
            </a:r>
            <a:r>
              <a:rPr lang="en-US" sz="2400" b="1" i="0" u="none">
                <a:solidFill>
                  <a:schemeClr val="dk1"/>
                </a:solidFill>
                <a:latin typeface="Times New Roman"/>
                <a:ea typeface="Times New Roman"/>
                <a:cs typeface="Times New Roman"/>
                <a:sym typeface="Times New Roman"/>
              </a:rPr>
              <a:t>resources required </a:t>
            </a:r>
            <a:r>
              <a:rPr lang="en-US" sz="2400" b="0" i="0" u="none">
                <a:solidFill>
                  <a:schemeClr val="dk1"/>
                </a:solidFill>
                <a:latin typeface="Times New Roman"/>
                <a:ea typeface="Times New Roman"/>
                <a:cs typeface="Times New Roman"/>
                <a:sym typeface="Times New Roman"/>
              </a:rPr>
              <a:t>for a particular for particular process.</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Resources might include efforts in person-days , travel costs , or computer resources.</a:t>
            </a:r>
            <a:endParaRPr/>
          </a:p>
          <a:p>
            <a:pPr marL="342900" marR="0" lvl="0" indent="-190500" algn="just" rtl="0">
              <a:lnSpc>
                <a:spcPct val="100000"/>
              </a:lnSpc>
              <a:spcBef>
                <a:spcPts val="480"/>
              </a:spcBef>
              <a:spcAft>
                <a:spcPts val="0"/>
              </a:spcAft>
              <a:buClr>
                <a:schemeClr val="dk1"/>
              </a:buClr>
              <a:buSzPts val="2400"/>
              <a:buFont typeface="Noto Sans Symbols"/>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The </a:t>
            </a:r>
            <a:r>
              <a:rPr lang="en-US" sz="2400" b="1" i="0" u="none">
                <a:solidFill>
                  <a:schemeClr val="dk1"/>
                </a:solidFill>
                <a:latin typeface="Times New Roman"/>
                <a:ea typeface="Times New Roman"/>
                <a:cs typeface="Times New Roman"/>
                <a:sym typeface="Times New Roman"/>
              </a:rPr>
              <a:t>number of occurrences </a:t>
            </a:r>
            <a:r>
              <a:rPr lang="en-US" sz="2400" b="0" i="0" u="none">
                <a:solidFill>
                  <a:schemeClr val="dk1"/>
                </a:solidFill>
                <a:latin typeface="Times New Roman"/>
                <a:ea typeface="Times New Roman"/>
                <a:cs typeface="Times New Roman"/>
                <a:sym typeface="Times New Roman"/>
              </a:rPr>
              <a:t>of a particular event.</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Events might be monitored include the number of </a:t>
            </a:r>
            <a:r>
              <a:rPr lang="en-US" sz="2400" b="1" i="0" u="none">
                <a:solidFill>
                  <a:schemeClr val="dk1"/>
                </a:solidFill>
                <a:latin typeface="Times New Roman"/>
                <a:ea typeface="Times New Roman"/>
                <a:cs typeface="Times New Roman"/>
                <a:sym typeface="Times New Roman"/>
              </a:rPr>
              <a:t>defects discovered</a:t>
            </a:r>
            <a:r>
              <a:rPr lang="en-US" sz="2400" b="0" i="0" u="none">
                <a:solidFill>
                  <a:schemeClr val="dk1"/>
                </a:solidFill>
                <a:latin typeface="Times New Roman"/>
                <a:ea typeface="Times New Roman"/>
                <a:cs typeface="Times New Roman"/>
                <a:sym typeface="Times New Roman"/>
              </a:rPr>
              <a:t> during code inspection , number of </a:t>
            </a:r>
            <a:r>
              <a:rPr lang="en-US" sz="2400" b="1" i="0" u="none">
                <a:solidFill>
                  <a:schemeClr val="dk1"/>
                </a:solidFill>
                <a:latin typeface="Times New Roman"/>
                <a:ea typeface="Times New Roman"/>
                <a:cs typeface="Times New Roman"/>
                <a:sym typeface="Times New Roman"/>
              </a:rPr>
              <a:t>requirement changes </a:t>
            </a:r>
            <a:r>
              <a:rPr lang="en-US" sz="2400" b="0" i="0" u="none">
                <a:solidFill>
                  <a:schemeClr val="dk1"/>
                </a:solidFill>
                <a:latin typeface="Times New Roman"/>
                <a:ea typeface="Times New Roman"/>
                <a:cs typeface="Times New Roman"/>
                <a:sym typeface="Times New Roman"/>
              </a:rPr>
              <a:t>requested , average number of lines of </a:t>
            </a:r>
            <a:r>
              <a:rPr lang="en-US" sz="2400" b="1" i="0" u="none">
                <a:solidFill>
                  <a:schemeClr val="dk1"/>
                </a:solidFill>
                <a:latin typeface="Times New Roman"/>
                <a:ea typeface="Times New Roman"/>
                <a:cs typeface="Times New Roman"/>
                <a:sym typeface="Times New Roman"/>
              </a:rPr>
              <a:t>code modified </a:t>
            </a:r>
            <a:r>
              <a:rPr lang="en-US" sz="2400" b="0" i="0" u="none">
                <a:solidFill>
                  <a:schemeClr val="dk1"/>
                </a:solidFill>
                <a:latin typeface="Times New Roman"/>
                <a:ea typeface="Times New Roman"/>
                <a:cs typeface="Times New Roman"/>
                <a:sym typeface="Times New Roman"/>
              </a:rPr>
              <a:t>in response to requirement change</a:t>
            </a:r>
            <a:endParaRPr/>
          </a:p>
          <a:p>
            <a:pPr marL="342900" marR="0" lvl="0" indent="-190500" algn="l" rtl="0">
              <a:lnSpc>
                <a:spcPct val="100000"/>
              </a:lnSpc>
              <a:spcBef>
                <a:spcPts val="480"/>
              </a:spcBef>
              <a:spcAft>
                <a:spcPts val="0"/>
              </a:spcAft>
              <a:buClr>
                <a:schemeClr val="dk1"/>
              </a:buClr>
              <a:buSzPts val="2400"/>
              <a:buFont typeface="Noto Sans Symbols"/>
              <a:buNone/>
            </a:pPr>
            <a:endParaRPr sz="2400" b="0" i="0" u="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1152" name="Google Shape;1152;p13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75</a:t>
            </a:fld>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56"/>
        <p:cNvGrpSpPr/>
        <p:nvPr/>
      </p:nvGrpSpPr>
      <p:grpSpPr>
        <a:xfrm>
          <a:off x="0" y="0"/>
          <a:ext cx="0" cy="0"/>
          <a:chOff x="0" y="0"/>
          <a:chExt cx="0" cy="0"/>
        </a:xfrm>
      </p:grpSpPr>
      <p:sp>
        <p:nvSpPr>
          <p:cNvPr id="1157" name="Google Shape;1157;p13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Process Metrics</a:t>
            </a:r>
            <a:endParaRPr/>
          </a:p>
        </p:txBody>
      </p:sp>
      <p:sp>
        <p:nvSpPr>
          <p:cNvPr id="1158" name="Google Shape;1158;p138"/>
          <p:cNvSpPr txBox="1">
            <a:spLocks noGrp="1"/>
          </p:cNvSpPr>
          <p:nvPr>
            <p:ph type="body" idx="1"/>
          </p:nvPr>
        </p:nvSpPr>
        <p:spPr>
          <a:xfrm>
            <a:off x="685800" y="1981200"/>
            <a:ext cx="7772400" cy="4572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9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Reuse data</a:t>
            </a:r>
            <a:endParaRPr/>
          </a:p>
          <a:p>
            <a:pPr marL="742950" marR="0" lvl="1" indent="-285750" algn="l" rtl="0">
              <a:lnSpc>
                <a:spcPct val="90000"/>
              </a:lnSpc>
              <a:spcBef>
                <a:spcPts val="48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The number of components produced and their degree of reusability.</a:t>
            </a:r>
            <a:endParaRPr/>
          </a:p>
          <a:p>
            <a:pPr marL="742950" marR="0" lvl="1" indent="-133350" algn="l" rtl="0">
              <a:lnSpc>
                <a:spcPct val="90000"/>
              </a:lnSpc>
              <a:spcBef>
                <a:spcPts val="480"/>
              </a:spcBef>
              <a:spcAft>
                <a:spcPts val="0"/>
              </a:spcAft>
              <a:buClr>
                <a:schemeClr val="dk1"/>
              </a:buClr>
              <a:buSzPts val="2400"/>
              <a:buFont typeface="Noto Sans Symbols"/>
              <a:buNone/>
            </a:pPr>
            <a:endParaRPr sz="2400" b="0" i="0" u="none" strike="noStrike" cap="none">
              <a:solidFill>
                <a:schemeClr val="dk1"/>
              </a:solidFill>
              <a:latin typeface="Times New Roman"/>
              <a:ea typeface="Times New Roman"/>
              <a:cs typeface="Times New Roman"/>
              <a:sym typeface="Times New Roman"/>
            </a:endParaRPr>
          </a:p>
          <a:p>
            <a:pPr marL="742950" marR="0" lvl="1" indent="-133350" algn="l" rtl="0">
              <a:lnSpc>
                <a:spcPct val="90000"/>
              </a:lnSpc>
              <a:spcBef>
                <a:spcPts val="480"/>
              </a:spcBef>
              <a:spcAft>
                <a:spcPts val="0"/>
              </a:spcAft>
              <a:buClr>
                <a:schemeClr val="dk1"/>
              </a:buClr>
              <a:buSzPts val="2400"/>
              <a:buFont typeface="Noto Sans Symbols"/>
              <a:buNone/>
            </a:pPr>
            <a:endParaRPr sz="2400" b="0" i="0" u="none" strike="noStrike" cap="none">
              <a:solidFill>
                <a:schemeClr val="dk1"/>
              </a:solidFill>
              <a:latin typeface="Times New Roman"/>
              <a:ea typeface="Times New Roman"/>
              <a:cs typeface="Times New Roman"/>
              <a:sym typeface="Times New Roman"/>
            </a:endParaRPr>
          </a:p>
          <a:p>
            <a:pPr marL="342900" marR="0" lvl="0" indent="-342900" algn="l" rtl="0">
              <a:lnSpc>
                <a:spcPct val="9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Quality-related</a:t>
            </a:r>
            <a:endParaRPr/>
          </a:p>
          <a:p>
            <a:pPr marL="742950" marR="0" lvl="1" indent="-285750" algn="l" rtl="0">
              <a:lnSpc>
                <a:spcPct val="90000"/>
              </a:lnSpc>
              <a:spcBef>
                <a:spcPts val="480"/>
              </a:spcBef>
              <a:spcAft>
                <a:spcPts val="0"/>
              </a:spcAft>
              <a:buClr>
                <a:schemeClr val="dk1"/>
              </a:buClr>
              <a:buSzPts val="2400"/>
              <a:buFont typeface="Noto Sans Symbols"/>
              <a:buChar char="✔"/>
            </a:pPr>
            <a:r>
              <a:rPr lang="en-US" sz="2400" b="0" i="0" u="none" strike="noStrike" cap="none">
                <a:solidFill>
                  <a:schemeClr val="dk1"/>
                </a:solidFill>
                <a:latin typeface="Times New Roman"/>
                <a:ea typeface="Times New Roman"/>
                <a:cs typeface="Times New Roman"/>
                <a:sym typeface="Times New Roman"/>
              </a:rPr>
              <a:t>focus on quality of work products and deliverables</a:t>
            </a:r>
            <a:endParaRPr/>
          </a:p>
          <a:p>
            <a:pPr marL="742950" marR="0" lvl="1" indent="-285750" algn="l" rtl="0">
              <a:lnSpc>
                <a:spcPct val="90000"/>
              </a:lnSpc>
              <a:spcBef>
                <a:spcPts val="480"/>
              </a:spcBef>
              <a:spcAft>
                <a:spcPts val="0"/>
              </a:spcAft>
              <a:buClr>
                <a:schemeClr val="dk1"/>
              </a:buClr>
              <a:buSzPts val="2400"/>
              <a:buFont typeface="Times New Roman"/>
              <a:buNone/>
            </a:pPr>
            <a:endParaRPr sz="2400" b="0" i="0" u="none" strike="noStrike" cap="none">
              <a:solidFill>
                <a:schemeClr val="dk1"/>
              </a:solidFill>
              <a:latin typeface="Times New Roman"/>
              <a:ea typeface="Times New Roman"/>
              <a:cs typeface="Times New Roman"/>
              <a:sym typeface="Times New Roman"/>
            </a:endParaRPr>
          </a:p>
          <a:p>
            <a:pPr marL="742950" marR="0" lvl="1" indent="-285750" algn="l" rtl="0">
              <a:lnSpc>
                <a:spcPct val="90000"/>
              </a:lnSpc>
              <a:spcBef>
                <a:spcPts val="480"/>
              </a:spcBef>
              <a:spcAft>
                <a:spcPts val="0"/>
              </a:spcAft>
              <a:buClr>
                <a:schemeClr val="dk1"/>
              </a:buClr>
              <a:buSzPts val="2400"/>
              <a:buFont typeface="Times New Roman"/>
              <a:buNone/>
            </a:pPr>
            <a:endParaRPr sz="2400" b="0" i="0" u="none" strike="noStrike" cap="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strike="noStrike" cap="none">
              <a:solidFill>
                <a:schemeClr val="dk1"/>
              </a:solidFill>
              <a:latin typeface="Times New Roman"/>
              <a:ea typeface="Times New Roman"/>
              <a:cs typeface="Times New Roman"/>
              <a:sym typeface="Times New Roman"/>
            </a:endParaRPr>
          </a:p>
        </p:txBody>
      </p:sp>
      <p:sp>
        <p:nvSpPr>
          <p:cNvPr id="1159" name="Google Shape;1159;p13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76</a:t>
            </a:fld>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63"/>
        <p:cNvGrpSpPr/>
        <p:nvPr/>
      </p:nvGrpSpPr>
      <p:grpSpPr>
        <a:xfrm>
          <a:off x="0" y="0"/>
          <a:ext cx="0" cy="0"/>
          <a:chOff x="0" y="0"/>
          <a:chExt cx="0" cy="0"/>
        </a:xfrm>
      </p:grpSpPr>
      <p:sp>
        <p:nvSpPr>
          <p:cNvPr id="1164" name="Google Shape;1164;p13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77</a:t>
            </a:fld>
            <a:endParaRPr/>
          </a:p>
        </p:txBody>
      </p:sp>
      <p:sp>
        <p:nvSpPr>
          <p:cNvPr id="1165" name="Google Shape;1165;p139"/>
          <p:cNvSpPr txBox="1">
            <a:spLocks noGrp="1"/>
          </p:cNvSpPr>
          <p:nvPr>
            <p:ph type="title"/>
          </p:nvPr>
        </p:nvSpPr>
        <p:spPr>
          <a:xfrm>
            <a:off x="304800" y="76200"/>
            <a:ext cx="83058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Immature Software Organizations</a:t>
            </a:r>
            <a:endParaRPr/>
          </a:p>
        </p:txBody>
      </p:sp>
      <p:sp>
        <p:nvSpPr>
          <p:cNvPr id="1166" name="Google Shape;1166;p139"/>
          <p:cNvSpPr txBox="1">
            <a:spLocks noGrp="1"/>
          </p:cNvSpPr>
          <p:nvPr>
            <p:ph type="body" idx="1"/>
          </p:nvPr>
        </p:nvSpPr>
        <p:spPr>
          <a:xfrm>
            <a:off x="609600" y="1676400"/>
            <a:ext cx="82296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Software processes are generally improvised</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If a process is specified, it is not rigorously followed or enforced</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software organization is reactionary</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Managers only focus on solving immediate (crisis) problems</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Schedules and budgets are routinely exceeded because they are not based on realistic estimates</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When hard deadlines are imposed, product functionality and quality are often compromised</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There is no basis for judging process quality or for solving product or process problems</a:t>
            </a:r>
            <a:endParaRPr/>
          </a:p>
          <a:p>
            <a:pPr marL="342900" lvl="0" indent="-342900" algn="l"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Activities such as reviews and testing are curtailed or eliminated when projects fall behind schedule</a:t>
            </a:r>
            <a:endParaRPr/>
          </a:p>
          <a:p>
            <a:pPr marL="342900" lvl="0" indent="-215900" algn="l" rtl="0">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0"/>
        <p:cNvGrpSpPr/>
        <p:nvPr/>
      </p:nvGrpSpPr>
      <p:grpSpPr>
        <a:xfrm>
          <a:off x="0" y="0"/>
          <a:ext cx="0" cy="0"/>
          <a:chOff x="0" y="0"/>
          <a:chExt cx="0" cy="0"/>
        </a:xfrm>
      </p:grpSpPr>
      <p:sp>
        <p:nvSpPr>
          <p:cNvPr id="1171" name="Google Shape;1171;p14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78</a:t>
            </a:fld>
            <a:endParaRPr/>
          </a:p>
        </p:txBody>
      </p:sp>
      <p:sp>
        <p:nvSpPr>
          <p:cNvPr id="1172" name="Google Shape;1172;p140"/>
          <p:cNvSpPr txBox="1">
            <a:spLocks noGrp="1"/>
          </p:cNvSpPr>
          <p:nvPr>
            <p:ph type="title"/>
          </p:nvPr>
        </p:nvSpPr>
        <p:spPr>
          <a:xfrm>
            <a:off x="381000" y="609600"/>
            <a:ext cx="8534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Capability Maturity Model </a:t>
            </a:r>
            <a:br>
              <a:rPr lang="en-US" sz="4400" b="0" i="0" u="none">
                <a:solidFill>
                  <a:schemeClr val="dk2"/>
                </a:solidFill>
                <a:latin typeface="Times New Roman"/>
                <a:ea typeface="Times New Roman"/>
                <a:cs typeface="Times New Roman"/>
                <a:sym typeface="Times New Roman"/>
              </a:rPr>
            </a:br>
            <a:r>
              <a:rPr lang="en-US" sz="4400" b="0" i="0" u="none">
                <a:solidFill>
                  <a:schemeClr val="dk2"/>
                </a:solidFill>
                <a:latin typeface="Times New Roman"/>
                <a:ea typeface="Times New Roman"/>
                <a:cs typeface="Times New Roman"/>
                <a:sym typeface="Times New Roman"/>
              </a:rPr>
              <a:t>(SW-CMM)</a:t>
            </a:r>
            <a:endParaRPr/>
          </a:p>
        </p:txBody>
      </p:sp>
      <p:sp>
        <p:nvSpPr>
          <p:cNvPr id="1173" name="Google Shape;1173;p140"/>
          <p:cNvSpPr txBox="1">
            <a:spLocks noGrp="1"/>
          </p:cNvSpPr>
          <p:nvPr>
            <p:ph type="body" idx="1"/>
          </p:nvPr>
        </p:nvSpPr>
        <p:spPr>
          <a:xfrm>
            <a:off x="381000" y="1981200"/>
            <a:ext cx="8458200" cy="4572000"/>
          </a:xfrm>
          <a:prstGeom prst="rect">
            <a:avLst/>
          </a:prstGeom>
          <a:noFill/>
          <a:ln>
            <a:noFill/>
          </a:ln>
        </p:spPr>
        <p:txBody>
          <a:bodyPr spcFirstLastPara="1" wrap="square" lIns="91425" tIns="45700" rIns="91425" bIns="45700" anchor="t" anchorCtr="0">
            <a:noAutofit/>
          </a:bodyPr>
          <a:lstStyle/>
          <a:p>
            <a:pPr marL="342900" lvl="0" indent="-342900" algn="just" rtl="0">
              <a:lnSpc>
                <a:spcPct val="8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CMMI (Capability Maturity Model Integration) is a proven industry framework to improve product quality and development efficiency for both hardware and software.</a:t>
            </a:r>
            <a:endParaRPr/>
          </a:p>
          <a:p>
            <a:pPr marL="342900" lvl="0" indent="-190500" algn="just" rtl="0">
              <a:lnSpc>
                <a:spcPct val="8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lvl="0" indent="-342900" algn="just" rtl="0">
              <a:lnSpc>
                <a:spcPct val="8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CMMI, staged, uses 5 levels to describe the maturity of the organization.</a:t>
            </a:r>
            <a:endParaRPr/>
          </a:p>
          <a:p>
            <a:pPr marL="342900" lvl="0" indent="-190500" algn="just" rtl="0">
              <a:lnSpc>
                <a:spcPct val="8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lvl="0" indent="-342900" algn="just" rtl="0">
              <a:lnSpc>
                <a:spcPct val="8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Each maturity level has an associated set of process area and generic goals.</a:t>
            </a:r>
            <a:endParaRPr/>
          </a:p>
          <a:p>
            <a:pPr marL="342900" lvl="0" indent="-190500" algn="just" rtl="0">
              <a:lnSpc>
                <a:spcPct val="8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lvl="0" indent="-342900" algn="just" rtl="0">
              <a:lnSpc>
                <a:spcPct val="8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 The maturity levels are measured by the achievement of the </a:t>
            </a:r>
            <a:r>
              <a:rPr lang="en-US" sz="2400" b="1" i="0" u="none">
                <a:solidFill>
                  <a:schemeClr val="dk1"/>
                </a:solidFill>
                <a:latin typeface="Times New Roman"/>
                <a:ea typeface="Times New Roman"/>
                <a:cs typeface="Times New Roman"/>
                <a:sym typeface="Times New Roman"/>
              </a:rPr>
              <a:t>specific</a:t>
            </a:r>
            <a:r>
              <a:rPr lang="en-US" sz="2400" b="0" i="0" u="none">
                <a:solidFill>
                  <a:schemeClr val="dk1"/>
                </a:solidFill>
                <a:latin typeface="Times New Roman"/>
                <a:ea typeface="Times New Roman"/>
                <a:cs typeface="Times New Roman"/>
                <a:sym typeface="Times New Roman"/>
              </a:rPr>
              <a:t> and </a:t>
            </a:r>
            <a:r>
              <a:rPr lang="en-US" sz="2400" b="1" i="0" u="none">
                <a:solidFill>
                  <a:schemeClr val="dk1"/>
                </a:solidFill>
                <a:latin typeface="Times New Roman"/>
                <a:ea typeface="Times New Roman"/>
                <a:cs typeface="Times New Roman"/>
                <a:sym typeface="Times New Roman"/>
              </a:rPr>
              <a:t>generic goals</a:t>
            </a:r>
            <a:r>
              <a:rPr lang="en-US" sz="2400" b="0" i="0" u="none">
                <a:solidFill>
                  <a:schemeClr val="dk1"/>
                </a:solidFill>
                <a:latin typeface="Times New Roman"/>
                <a:ea typeface="Times New Roman"/>
                <a:cs typeface="Times New Roman"/>
                <a:sym typeface="Times New Roman"/>
              </a:rPr>
              <a:t> that apply to each predefined set of process areas.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7"/>
        <p:cNvGrpSpPr/>
        <p:nvPr/>
      </p:nvGrpSpPr>
      <p:grpSpPr>
        <a:xfrm>
          <a:off x="0" y="0"/>
          <a:ext cx="0" cy="0"/>
          <a:chOff x="0" y="0"/>
          <a:chExt cx="0" cy="0"/>
        </a:xfrm>
      </p:grpSpPr>
      <p:sp>
        <p:nvSpPr>
          <p:cNvPr id="1178" name="Google Shape;1178;p14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Capability - Maturity</a:t>
            </a:r>
            <a:endParaRPr/>
          </a:p>
        </p:txBody>
      </p:sp>
      <p:sp>
        <p:nvSpPr>
          <p:cNvPr id="1179" name="Google Shape;1179;p141"/>
          <p:cNvSpPr txBox="1">
            <a:spLocks noGrp="1"/>
          </p:cNvSpPr>
          <p:nvPr>
            <p:ph type="body" idx="1"/>
          </p:nvPr>
        </p:nvSpPr>
        <p:spPr>
          <a:xfrm>
            <a:off x="685800" y="1676400"/>
            <a:ext cx="7772400" cy="48006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A </a:t>
            </a:r>
            <a:r>
              <a:rPr lang="en-US" sz="2400" b="1" i="0" u="none">
                <a:solidFill>
                  <a:schemeClr val="dk1"/>
                </a:solidFill>
                <a:latin typeface="Times New Roman"/>
                <a:ea typeface="Times New Roman"/>
                <a:cs typeface="Times New Roman"/>
                <a:sym typeface="Times New Roman"/>
              </a:rPr>
              <a:t>maturity level </a:t>
            </a:r>
            <a:r>
              <a:rPr lang="en-US" sz="2400" b="0" i="0" u="none">
                <a:solidFill>
                  <a:schemeClr val="dk1"/>
                </a:solidFill>
                <a:latin typeface="Times New Roman"/>
                <a:ea typeface="Times New Roman"/>
                <a:cs typeface="Times New Roman"/>
                <a:sym typeface="Times New Roman"/>
              </a:rPr>
              <a:t>is a well-defined evolutionary plateau toward achieving a mature software process. Each maturity level provides a layer in the foundation for continuous process improvement.</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A </a:t>
            </a:r>
            <a:r>
              <a:rPr lang="en-US" sz="2400" b="1" i="0" u="none">
                <a:solidFill>
                  <a:schemeClr val="dk1"/>
                </a:solidFill>
                <a:latin typeface="Times New Roman"/>
                <a:ea typeface="Times New Roman"/>
                <a:cs typeface="Times New Roman"/>
                <a:sym typeface="Times New Roman"/>
              </a:rPr>
              <a:t>capability level </a:t>
            </a:r>
            <a:r>
              <a:rPr lang="en-US" sz="2400" b="0" i="0" u="none">
                <a:solidFill>
                  <a:schemeClr val="dk1"/>
                </a:solidFill>
                <a:latin typeface="Times New Roman"/>
                <a:ea typeface="Times New Roman"/>
                <a:cs typeface="Times New Roman"/>
                <a:sym typeface="Times New Roman"/>
              </a:rPr>
              <a:t>is a well-defined evolutionary plateau describing the organization's capability relative to a process area. A capability level consists of related specific and generic practices for a process area that can improve the organization's processes associated with that process area. Each level is a layer in the foundation for continuous process improvement.</a:t>
            </a:r>
            <a:endParaRPr/>
          </a:p>
        </p:txBody>
      </p:sp>
      <p:sp>
        <p:nvSpPr>
          <p:cNvPr id="1180" name="Google Shape;1180;p14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79</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84"/>
        <p:cNvGrpSpPr/>
        <p:nvPr/>
      </p:nvGrpSpPr>
      <p:grpSpPr>
        <a:xfrm>
          <a:off x="0" y="0"/>
          <a:ext cx="0" cy="0"/>
          <a:chOff x="0" y="0"/>
          <a:chExt cx="0" cy="0"/>
        </a:xfrm>
      </p:grpSpPr>
      <p:sp>
        <p:nvSpPr>
          <p:cNvPr id="1185" name="Google Shape;1185;p14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80</a:t>
            </a:fld>
            <a:endParaRPr/>
          </a:p>
        </p:txBody>
      </p:sp>
      <p:sp>
        <p:nvSpPr>
          <p:cNvPr id="1186" name="Google Shape;1186;p142"/>
          <p:cNvSpPr txBox="1">
            <a:spLocks noGrp="1"/>
          </p:cNvSpPr>
          <p:nvPr>
            <p:ph type="title"/>
          </p:nvPr>
        </p:nvSpPr>
        <p:spPr>
          <a:xfrm>
            <a:off x="762000" y="1524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Five Levels of Software Process Maturity</a:t>
            </a:r>
            <a:endParaRPr/>
          </a:p>
        </p:txBody>
      </p:sp>
      <p:pic>
        <p:nvPicPr>
          <p:cNvPr id="1187" name="Google Shape;1187;p142"/>
          <p:cNvPicPr preferRelativeResize="0"/>
          <p:nvPr/>
        </p:nvPicPr>
        <p:blipFill/>
        <p:spPr>
          <a:xfrm>
            <a:off x="152400" y="1447800"/>
            <a:ext cx="8839199" cy="502920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91"/>
        <p:cNvGrpSpPr/>
        <p:nvPr/>
      </p:nvGrpSpPr>
      <p:grpSpPr>
        <a:xfrm>
          <a:off x="0" y="0"/>
          <a:ext cx="0" cy="0"/>
          <a:chOff x="0" y="0"/>
          <a:chExt cx="0" cy="0"/>
        </a:xfrm>
      </p:grpSpPr>
      <p:sp>
        <p:nvSpPr>
          <p:cNvPr id="1192" name="Google Shape;1192;p14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81</a:t>
            </a:fld>
            <a:endParaRPr/>
          </a:p>
        </p:txBody>
      </p:sp>
      <p:pic>
        <p:nvPicPr>
          <p:cNvPr id="1193" name="Google Shape;1193;p143"/>
          <p:cNvPicPr preferRelativeResize="0"/>
          <p:nvPr/>
        </p:nvPicPr>
        <p:blipFill rotWithShape="1">
          <a:blip r:embed="rId3">
            <a:alphaModFix/>
          </a:blip>
          <a:srcRect l="25779" t="11455" r="21875" b="7296"/>
          <a:stretch/>
        </p:blipFill>
        <p:spPr>
          <a:xfrm>
            <a:off x="2057400" y="0"/>
            <a:ext cx="5105400" cy="685800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97"/>
        <p:cNvGrpSpPr/>
        <p:nvPr/>
      </p:nvGrpSpPr>
      <p:grpSpPr>
        <a:xfrm>
          <a:off x="0" y="0"/>
          <a:ext cx="0" cy="0"/>
          <a:chOff x="0" y="0"/>
          <a:chExt cx="0" cy="0"/>
        </a:xfrm>
      </p:grpSpPr>
      <p:sp>
        <p:nvSpPr>
          <p:cNvPr id="1198" name="Google Shape;1198;p14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82</a:t>
            </a:fld>
            <a:endParaRPr/>
          </a:p>
        </p:txBody>
      </p:sp>
      <p:sp>
        <p:nvSpPr>
          <p:cNvPr id="1199" name="Google Shape;1199;p144"/>
          <p:cNvSpPr txBox="1">
            <a:spLocks noGrp="1"/>
          </p:cNvSpPr>
          <p:nvPr>
            <p:ph type="title"/>
          </p:nvPr>
        </p:nvSpPr>
        <p:spPr>
          <a:xfrm>
            <a:off x="6858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Characteristics of Each Level</a:t>
            </a:r>
            <a:endParaRPr/>
          </a:p>
        </p:txBody>
      </p:sp>
      <p:sp>
        <p:nvSpPr>
          <p:cNvPr id="1200" name="Google Shape;1200;p144"/>
          <p:cNvSpPr txBox="1">
            <a:spLocks noGrp="1"/>
          </p:cNvSpPr>
          <p:nvPr>
            <p:ph type="body" idx="1"/>
          </p:nvPr>
        </p:nvSpPr>
        <p:spPr>
          <a:xfrm>
            <a:off x="609600" y="1981200"/>
            <a:ext cx="8229600" cy="45720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Initial Level (Level 1) </a:t>
            </a:r>
            <a:endParaRPr/>
          </a:p>
          <a:p>
            <a:pPr marL="742950" lvl="1" indent="-28575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Characterized as </a:t>
            </a:r>
            <a:r>
              <a:rPr lang="en-US" sz="2400" b="1" i="0" u="none">
                <a:solidFill>
                  <a:schemeClr val="dk1"/>
                </a:solidFill>
                <a:latin typeface="Times New Roman"/>
                <a:ea typeface="Times New Roman"/>
                <a:cs typeface="Times New Roman"/>
                <a:sym typeface="Times New Roman"/>
              </a:rPr>
              <a:t>ad-hoc</a:t>
            </a:r>
            <a:r>
              <a:rPr lang="en-US" sz="2400" b="0" i="0" u="none">
                <a:solidFill>
                  <a:schemeClr val="dk1"/>
                </a:solidFill>
                <a:latin typeface="Times New Roman"/>
                <a:ea typeface="Times New Roman"/>
                <a:cs typeface="Times New Roman"/>
                <a:sym typeface="Times New Roman"/>
              </a:rPr>
              <a:t>, and occasionally even </a:t>
            </a:r>
            <a:r>
              <a:rPr lang="en-US" sz="2400" b="1" i="0" u="none">
                <a:solidFill>
                  <a:schemeClr val="dk1"/>
                </a:solidFill>
                <a:latin typeface="Times New Roman"/>
                <a:ea typeface="Times New Roman"/>
                <a:cs typeface="Times New Roman"/>
                <a:sym typeface="Times New Roman"/>
              </a:rPr>
              <a:t>chaotic</a:t>
            </a:r>
            <a:r>
              <a:rPr lang="en-US" sz="2400" b="0" i="0" u="none">
                <a:solidFill>
                  <a:schemeClr val="dk1"/>
                </a:solidFill>
                <a:latin typeface="Times New Roman"/>
                <a:ea typeface="Times New Roman"/>
                <a:cs typeface="Times New Roman"/>
                <a:sym typeface="Times New Roman"/>
              </a:rPr>
              <a:t>  processes.</a:t>
            </a:r>
            <a:endParaRPr/>
          </a:p>
          <a:p>
            <a:pPr marL="742950" lvl="1" indent="-285750" algn="just"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Few</a:t>
            </a:r>
            <a:r>
              <a:rPr lang="en-US" sz="2400" b="0" i="0" u="none">
                <a:solidFill>
                  <a:schemeClr val="dk1"/>
                </a:solidFill>
                <a:latin typeface="Times New Roman"/>
                <a:ea typeface="Times New Roman"/>
                <a:cs typeface="Times New Roman"/>
                <a:sym typeface="Times New Roman"/>
              </a:rPr>
              <a:t> </a:t>
            </a:r>
            <a:r>
              <a:rPr lang="en-US" sz="2400" b="1" i="0" u="none">
                <a:solidFill>
                  <a:schemeClr val="dk1"/>
                </a:solidFill>
                <a:latin typeface="Times New Roman"/>
                <a:ea typeface="Times New Roman"/>
                <a:cs typeface="Times New Roman"/>
                <a:sym typeface="Times New Roman"/>
              </a:rPr>
              <a:t>processes</a:t>
            </a:r>
            <a:r>
              <a:rPr lang="en-US" sz="2400" b="0" i="0" u="none">
                <a:solidFill>
                  <a:schemeClr val="dk1"/>
                </a:solidFill>
                <a:latin typeface="Times New Roman"/>
                <a:ea typeface="Times New Roman"/>
                <a:cs typeface="Times New Roman"/>
                <a:sym typeface="Times New Roman"/>
              </a:rPr>
              <a:t> are defined, and </a:t>
            </a:r>
            <a:r>
              <a:rPr lang="en-US" sz="2400" b="1" i="0" u="none">
                <a:solidFill>
                  <a:schemeClr val="dk1"/>
                </a:solidFill>
                <a:latin typeface="Times New Roman"/>
                <a:ea typeface="Times New Roman"/>
                <a:cs typeface="Times New Roman"/>
                <a:sym typeface="Times New Roman"/>
              </a:rPr>
              <a:t>success</a:t>
            </a:r>
            <a:r>
              <a:rPr lang="en-US" sz="2400" b="0" i="0" u="none">
                <a:solidFill>
                  <a:schemeClr val="dk1"/>
                </a:solidFill>
                <a:latin typeface="Times New Roman"/>
                <a:ea typeface="Times New Roman"/>
                <a:cs typeface="Times New Roman"/>
                <a:sym typeface="Times New Roman"/>
              </a:rPr>
              <a:t> depends on </a:t>
            </a:r>
            <a:r>
              <a:rPr lang="en-US" sz="2400" b="1" i="0" u="none">
                <a:solidFill>
                  <a:schemeClr val="dk1"/>
                </a:solidFill>
                <a:latin typeface="Times New Roman"/>
                <a:ea typeface="Times New Roman"/>
                <a:cs typeface="Times New Roman"/>
                <a:sym typeface="Times New Roman"/>
              </a:rPr>
              <a:t>individual effort</a:t>
            </a:r>
            <a:r>
              <a:rPr lang="en-US" sz="2400" b="0" i="0" u="none">
                <a:solidFill>
                  <a:schemeClr val="dk1"/>
                </a:solidFill>
                <a:latin typeface="Times New Roman"/>
                <a:ea typeface="Times New Roman"/>
                <a:cs typeface="Times New Roman"/>
                <a:sym typeface="Times New Roman"/>
              </a:rPr>
              <a:t>.</a:t>
            </a:r>
            <a:endParaRPr/>
          </a:p>
          <a:p>
            <a:pPr marL="742950" lvl="1" indent="-28575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Maturity level 1 organizations often produce products and services that work; however, they frequently exceed the budget and schedule of their projects.</a:t>
            </a:r>
            <a:endParaRPr/>
          </a:p>
          <a:p>
            <a:pPr marL="742950" lvl="1" indent="-28575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Maturity level 1 organizations are characterized by a tendency to over commit, abandon processes in the time of crisis, and not be able to repeat their past successes.</a:t>
            </a:r>
            <a:endParaRPr/>
          </a:p>
          <a:p>
            <a:pPr marL="742950" lvl="1" indent="-13335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204"/>
        <p:cNvGrpSpPr/>
        <p:nvPr/>
      </p:nvGrpSpPr>
      <p:grpSpPr>
        <a:xfrm>
          <a:off x="0" y="0"/>
          <a:ext cx="0" cy="0"/>
          <a:chOff x="0" y="0"/>
          <a:chExt cx="0" cy="0"/>
        </a:xfrm>
      </p:grpSpPr>
      <p:sp>
        <p:nvSpPr>
          <p:cNvPr id="1205" name="Google Shape;1205;p145"/>
          <p:cNvSpPr txBox="1">
            <a:spLocks noGrp="1"/>
          </p:cNvSpPr>
          <p:nvPr>
            <p:ph type="title"/>
          </p:nvPr>
        </p:nvSpPr>
        <p:spPr>
          <a:xfrm>
            <a:off x="685800" y="457200"/>
            <a:ext cx="7772400" cy="1219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Characteristics of Each Level (continued)</a:t>
            </a:r>
            <a:endParaRPr/>
          </a:p>
        </p:txBody>
      </p:sp>
      <p:sp>
        <p:nvSpPr>
          <p:cNvPr id="1206" name="Google Shape;1206;p145"/>
          <p:cNvSpPr txBox="1">
            <a:spLocks noGrp="1"/>
          </p:cNvSpPr>
          <p:nvPr>
            <p:ph type="body" idx="1"/>
          </p:nvPr>
        </p:nvSpPr>
        <p:spPr>
          <a:xfrm>
            <a:off x="228600" y="1752600"/>
            <a:ext cx="8686800" cy="4876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Managed Level (level 2)</a:t>
            </a:r>
            <a:endParaRPr/>
          </a:p>
          <a:p>
            <a:pPr marL="342900" marR="0" lvl="0" indent="-342900" algn="just"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At maturity level 2, an organization has achieved all the </a:t>
            </a:r>
            <a:r>
              <a:rPr lang="en-US" sz="2000" b="1" i="0" u="none">
                <a:solidFill>
                  <a:schemeClr val="dk1"/>
                </a:solidFill>
                <a:latin typeface="Times New Roman"/>
                <a:ea typeface="Times New Roman"/>
                <a:cs typeface="Times New Roman"/>
                <a:sym typeface="Times New Roman"/>
              </a:rPr>
              <a:t>specific</a:t>
            </a:r>
            <a:r>
              <a:rPr lang="en-US" sz="2000" b="0" i="0" u="none">
                <a:solidFill>
                  <a:schemeClr val="dk1"/>
                </a:solidFill>
                <a:latin typeface="Times New Roman"/>
                <a:ea typeface="Times New Roman"/>
                <a:cs typeface="Times New Roman"/>
                <a:sym typeface="Times New Roman"/>
              </a:rPr>
              <a:t> and </a:t>
            </a:r>
            <a:r>
              <a:rPr lang="en-US" sz="2000" b="1" i="0" u="none">
                <a:solidFill>
                  <a:schemeClr val="dk1"/>
                </a:solidFill>
                <a:latin typeface="Times New Roman"/>
                <a:ea typeface="Times New Roman"/>
                <a:cs typeface="Times New Roman"/>
                <a:sym typeface="Times New Roman"/>
              </a:rPr>
              <a:t>generic goals</a:t>
            </a:r>
            <a:r>
              <a:rPr lang="en-US" sz="2000" b="0" i="0" u="none">
                <a:solidFill>
                  <a:schemeClr val="dk1"/>
                </a:solidFill>
                <a:latin typeface="Times New Roman"/>
                <a:ea typeface="Times New Roman"/>
                <a:cs typeface="Times New Roman"/>
                <a:sym typeface="Times New Roman"/>
              </a:rPr>
              <a:t> of the maturity level 2 process areas.</a:t>
            </a:r>
            <a:endParaRPr/>
          </a:p>
          <a:p>
            <a:pPr marL="342900" marR="0" lvl="0" indent="-215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process discipline reflected by maturity level 2 helps to ensure that </a:t>
            </a:r>
            <a:r>
              <a:rPr lang="en-US" sz="2000" b="1" i="0" u="none">
                <a:solidFill>
                  <a:schemeClr val="dk1"/>
                </a:solidFill>
                <a:latin typeface="Times New Roman"/>
                <a:ea typeface="Times New Roman"/>
                <a:cs typeface="Times New Roman"/>
                <a:sym typeface="Times New Roman"/>
              </a:rPr>
              <a:t>existing practices </a:t>
            </a:r>
            <a:r>
              <a:rPr lang="en-US" sz="2000" b="0" i="0" u="none">
                <a:solidFill>
                  <a:schemeClr val="dk1"/>
                </a:solidFill>
                <a:latin typeface="Times New Roman"/>
                <a:ea typeface="Times New Roman"/>
                <a:cs typeface="Times New Roman"/>
                <a:sym typeface="Times New Roman"/>
              </a:rPr>
              <a:t>are retained during times of stress. When these practices are in place, projects are performed and managed according to their documented plans.</a:t>
            </a:r>
            <a:endParaRPr/>
          </a:p>
          <a:p>
            <a:pPr marL="342900" marR="0" lvl="0" indent="-215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At maturity level 2, requirements, processes, work products, and services are managed. The status of the work products and the delivery of services are visible to management at defined points.</a:t>
            </a:r>
            <a:endParaRPr/>
          </a:p>
          <a:p>
            <a:pPr marL="342900" marR="0" lvl="0" indent="-215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a:t>
            </a:r>
            <a:r>
              <a:rPr lang="en-US" sz="2000" b="1" i="0" u="none">
                <a:solidFill>
                  <a:schemeClr val="dk1"/>
                </a:solidFill>
                <a:latin typeface="Times New Roman"/>
                <a:ea typeface="Times New Roman"/>
                <a:cs typeface="Times New Roman"/>
                <a:sym typeface="Times New Roman"/>
              </a:rPr>
              <a:t>work products and services satisfy their specified requirements</a:t>
            </a:r>
            <a:r>
              <a:rPr lang="en-US" sz="2000" b="0" i="0" u="none">
                <a:solidFill>
                  <a:schemeClr val="dk1"/>
                </a:solidFill>
                <a:latin typeface="Times New Roman"/>
                <a:ea typeface="Times New Roman"/>
                <a:cs typeface="Times New Roman"/>
                <a:sym typeface="Times New Roman"/>
              </a:rPr>
              <a:t>, standards, and objectives.</a:t>
            </a:r>
            <a:endParaRPr/>
          </a:p>
        </p:txBody>
      </p:sp>
      <p:sp>
        <p:nvSpPr>
          <p:cNvPr id="1207" name="Google Shape;1207;p14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83</a:t>
            </a:fld>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211"/>
        <p:cNvGrpSpPr/>
        <p:nvPr/>
      </p:nvGrpSpPr>
      <p:grpSpPr>
        <a:xfrm>
          <a:off x="0" y="0"/>
          <a:ext cx="0" cy="0"/>
          <a:chOff x="0" y="0"/>
          <a:chExt cx="0" cy="0"/>
        </a:xfrm>
      </p:grpSpPr>
      <p:sp>
        <p:nvSpPr>
          <p:cNvPr id="1212" name="Google Shape;1212;p14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84</a:t>
            </a:fld>
            <a:endParaRPr/>
          </a:p>
        </p:txBody>
      </p:sp>
      <p:sp>
        <p:nvSpPr>
          <p:cNvPr id="1213" name="Google Shape;1213;p146"/>
          <p:cNvSpPr txBox="1">
            <a:spLocks noGrp="1"/>
          </p:cNvSpPr>
          <p:nvPr>
            <p:ph type="title"/>
          </p:nvPr>
        </p:nvSpPr>
        <p:spPr>
          <a:xfrm>
            <a:off x="685800" y="152400"/>
            <a:ext cx="7772400" cy="9906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Characteristics of Each Level (continued)</a:t>
            </a:r>
            <a:endParaRPr/>
          </a:p>
        </p:txBody>
      </p:sp>
      <p:sp>
        <p:nvSpPr>
          <p:cNvPr id="1214" name="Google Shape;1214;p146"/>
          <p:cNvSpPr txBox="1">
            <a:spLocks noGrp="1"/>
          </p:cNvSpPr>
          <p:nvPr>
            <p:ph type="body" idx="1"/>
          </p:nvPr>
        </p:nvSpPr>
        <p:spPr>
          <a:xfrm>
            <a:off x="609600" y="1295400"/>
            <a:ext cx="7772400" cy="53340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Defined (Level 3)</a:t>
            </a:r>
            <a:endParaRPr/>
          </a:p>
          <a:p>
            <a:pPr marL="742950" lvl="1" indent="-28575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The software process for both management and engineering activities is documented, standardized, and integrated into a standard software process for the organization.</a:t>
            </a:r>
            <a:endParaRPr/>
          </a:p>
          <a:p>
            <a:pPr marL="742950" lvl="1" indent="-15875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lvl="1" indent="-28575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All projects use an approved, tailored version of the organization's standard software process for developing and maintaining software.</a:t>
            </a:r>
            <a:endParaRPr/>
          </a:p>
          <a:p>
            <a:pPr marL="742950" lvl="1" indent="-15875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lvl="1" indent="-28575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 critical distinction between maturity level 2 and maturity level 3 is the scope of standards, process descriptions, and procedures.</a:t>
            </a:r>
            <a:endParaRPr/>
          </a:p>
          <a:p>
            <a:pPr marL="742950" lvl="1" indent="-158750" algn="just"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lvl="1" indent="-285750" algn="just" rtl="0">
              <a:lnSpc>
                <a:spcPct val="90000"/>
              </a:lnSpc>
              <a:spcBef>
                <a:spcPts val="40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At maturity level 2, the standards, process descriptions, and procedures may be quite different in each specific instance of the process (for example, on a particular project).</a:t>
            </a:r>
            <a:endParaRPr/>
          </a:p>
          <a:p>
            <a:pPr marL="342900" lvl="0" indent="-342900" algn="l" rtl="0">
              <a:lnSpc>
                <a:spcPct val="9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lvl="1" indent="-171450" algn="l" rtl="0">
              <a:lnSpc>
                <a:spcPct val="90000"/>
              </a:lnSpc>
              <a:spcBef>
                <a:spcPts val="360"/>
              </a:spcBef>
              <a:spcAft>
                <a:spcPts val="0"/>
              </a:spcAft>
              <a:buClr>
                <a:schemeClr val="dk1"/>
              </a:buClr>
              <a:buSzPts val="1800"/>
              <a:buFont typeface="Times New Roman"/>
              <a:buNone/>
            </a:pPr>
            <a:endParaRPr sz="1800" b="0" i="0" u="none">
              <a:solidFill>
                <a:schemeClr val="dk1"/>
              </a:solidFill>
              <a:latin typeface="Times New Roman"/>
              <a:ea typeface="Times New Roman"/>
              <a:cs typeface="Times New Roman"/>
              <a:sym typeface="Times New Roman"/>
            </a:endParaRPr>
          </a:p>
          <a:p>
            <a:pPr marL="342900" lvl="0" indent="-228600" algn="l" rtl="0">
              <a:spcBef>
                <a:spcPts val="360"/>
              </a:spcBef>
              <a:spcAft>
                <a:spcPts val="0"/>
              </a:spcAft>
              <a:buClr>
                <a:schemeClr val="dk1"/>
              </a:buClr>
              <a:buSzPts val="1800"/>
              <a:buFont typeface="Times New Roman"/>
              <a:buNone/>
            </a:pPr>
            <a:endParaRPr sz="18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218"/>
        <p:cNvGrpSpPr/>
        <p:nvPr/>
      </p:nvGrpSpPr>
      <p:grpSpPr>
        <a:xfrm>
          <a:off x="0" y="0"/>
          <a:ext cx="0" cy="0"/>
          <a:chOff x="0" y="0"/>
          <a:chExt cx="0" cy="0"/>
        </a:xfrm>
      </p:grpSpPr>
      <p:sp>
        <p:nvSpPr>
          <p:cNvPr id="1219" name="Google Shape;1219;p147"/>
          <p:cNvSpPr txBox="1">
            <a:spLocks noGrp="1"/>
          </p:cNvSpPr>
          <p:nvPr>
            <p:ph type="title"/>
          </p:nvPr>
        </p:nvSpPr>
        <p:spPr>
          <a:xfrm>
            <a:off x="685800" y="228600"/>
            <a:ext cx="7772400" cy="12192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Characteristics of Each Level (continued)</a:t>
            </a:r>
            <a:endParaRPr/>
          </a:p>
        </p:txBody>
      </p:sp>
      <p:sp>
        <p:nvSpPr>
          <p:cNvPr id="1220" name="Google Shape;1220;p147"/>
          <p:cNvSpPr txBox="1">
            <a:spLocks noGrp="1"/>
          </p:cNvSpPr>
          <p:nvPr>
            <p:ph type="body" idx="1"/>
          </p:nvPr>
        </p:nvSpPr>
        <p:spPr>
          <a:xfrm>
            <a:off x="685800" y="1600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At maturity level 3, the standards, process descriptions, and procedures for a project are </a:t>
            </a:r>
            <a:r>
              <a:rPr lang="en-US" sz="2200" b="1" i="0" u="none">
                <a:solidFill>
                  <a:schemeClr val="dk1"/>
                </a:solidFill>
                <a:latin typeface="Times New Roman"/>
                <a:ea typeface="Times New Roman"/>
                <a:cs typeface="Times New Roman"/>
                <a:sym typeface="Times New Roman"/>
              </a:rPr>
              <a:t>tailored</a:t>
            </a:r>
            <a:r>
              <a:rPr lang="en-US" sz="2200" b="0" i="0" u="none">
                <a:solidFill>
                  <a:schemeClr val="dk1"/>
                </a:solidFill>
                <a:latin typeface="Times New Roman"/>
                <a:ea typeface="Times New Roman"/>
                <a:cs typeface="Times New Roman"/>
                <a:sym typeface="Times New Roman"/>
              </a:rPr>
              <a:t> from the </a:t>
            </a:r>
            <a:r>
              <a:rPr lang="en-US" sz="2200" b="1" i="0" u="none">
                <a:solidFill>
                  <a:schemeClr val="dk1"/>
                </a:solidFill>
                <a:latin typeface="Times New Roman"/>
                <a:ea typeface="Times New Roman"/>
                <a:cs typeface="Times New Roman"/>
                <a:sym typeface="Times New Roman"/>
              </a:rPr>
              <a:t>organization's set of standard processes </a:t>
            </a:r>
            <a:r>
              <a:rPr lang="en-US" sz="2200" b="0" i="0" u="none">
                <a:solidFill>
                  <a:schemeClr val="dk1"/>
                </a:solidFill>
                <a:latin typeface="Times New Roman"/>
                <a:ea typeface="Times New Roman"/>
                <a:cs typeface="Times New Roman"/>
                <a:sym typeface="Times New Roman"/>
              </a:rPr>
              <a:t>to suit a particular project or organizational unit.</a:t>
            </a:r>
            <a:endParaRPr/>
          </a:p>
          <a:p>
            <a:pPr marL="342900" marR="0" lvl="0" indent="-203200" algn="just" rtl="0">
              <a:lnSpc>
                <a:spcPct val="100000"/>
              </a:lnSpc>
              <a:spcBef>
                <a:spcPts val="440"/>
              </a:spcBef>
              <a:spcAft>
                <a:spcPts val="0"/>
              </a:spcAft>
              <a:buClr>
                <a:schemeClr val="dk1"/>
              </a:buClr>
              <a:buSzPts val="2200"/>
              <a:buFont typeface="Times New Roman"/>
              <a:buNone/>
            </a:pPr>
            <a:endParaRPr sz="2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4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The organization's set of standard processes includes the processes addressed at maturity level 2 and maturity level 3.</a:t>
            </a:r>
            <a:endParaRPr/>
          </a:p>
          <a:p>
            <a:pPr marL="342900" marR="0" lvl="0" indent="-203200" algn="just" rtl="0">
              <a:lnSpc>
                <a:spcPct val="100000"/>
              </a:lnSpc>
              <a:spcBef>
                <a:spcPts val="440"/>
              </a:spcBef>
              <a:spcAft>
                <a:spcPts val="0"/>
              </a:spcAft>
              <a:buClr>
                <a:schemeClr val="dk1"/>
              </a:buClr>
              <a:buSzPts val="2200"/>
              <a:buFont typeface="Times New Roman"/>
              <a:buNone/>
            </a:pPr>
            <a:endParaRPr sz="22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4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Another critical distinction is that at maturity level 3, processes are typically described in more detail and more rigorously than at maturity level 2</a:t>
            </a:r>
            <a:endParaRPr/>
          </a:p>
        </p:txBody>
      </p:sp>
      <p:sp>
        <p:nvSpPr>
          <p:cNvPr id="1221" name="Google Shape;1221;p14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85</a:t>
            </a:fld>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225"/>
        <p:cNvGrpSpPr/>
        <p:nvPr/>
      </p:nvGrpSpPr>
      <p:grpSpPr>
        <a:xfrm>
          <a:off x="0" y="0"/>
          <a:ext cx="0" cy="0"/>
          <a:chOff x="0" y="0"/>
          <a:chExt cx="0" cy="0"/>
        </a:xfrm>
      </p:grpSpPr>
      <p:sp>
        <p:nvSpPr>
          <p:cNvPr id="1226" name="Google Shape;1226;p14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86</a:t>
            </a:fld>
            <a:endParaRPr/>
          </a:p>
        </p:txBody>
      </p:sp>
      <p:sp>
        <p:nvSpPr>
          <p:cNvPr id="1227" name="Google Shape;1227;p148"/>
          <p:cNvSpPr txBox="1">
            <a:spLocks noGrp="1"/>
          </p:cNvSpPr>
          <p:nvPr>
            <p:ph type="title"/>
          </p:nvPr>
        </p:nvSpPr>
        <p:spPr>
          <a:xfrm>
            <a:off x="6858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Characteristics of Each Level (continued)</a:t>
            </a:r>
            <a:endParaRPr/>
          </a:p>
        </p:txBody>
      </p:sp>
      <p:sp>
        <p:nvSpPr>
          <p:cNvPr id="1228" name="Google Shape;1228;p148"/>
          <p:cNvSpPr txBox="1">
            <a:spLocks noGrp="1"/>
          </p:cNvSpPr>
          <p:nvPr>
            <p:ph type="body" idx="1"/>
          </p:nvPr>
        </p:nvSpPr>
        <p:spPr>
          <a:xfrm>
            <a:off x="381000" y="1524000"/>
            <a:ext cx="8382000" cy="5257800"/>
          </a:xfrm>
          <a:prstGeom prst="rect">
            <a:avLst/>
          </a:prstGeom>
          <a:noFill/>
          <a:ln>
            <a:noFill/>
          </a:ln>
        </p:spPr>
        <p:txBody>
          <a:bodyPr spcFirstLastPara="1" wrap="square" lIns="91425" tIns="45700" rIns="91425" bIns="45700" anchor="t" anchorCtr="0">
            <a:noAutofit/>
          </a:bodyPr>
          <a:lstStyle/>
          <a:p>
            <a:pPr marL="342900" lvl="0" indent="-342900" algn="just" rtl="0">
              <a:lnSpc>
                <a:spcPct val="100000"/>
              </a:lnSpc>
              <a:spcBef>
                <a:spcPts val="0"/>
              </a:spcBef>
              <a:spcAft>
                <a:spcPts val="0"/>
              </a:spcAft>
              <a:buClr>
                <a:schemeClr val="dk1"/>
              </a:buClr>
              <a:buSzPts val="2000"/>
              <a:buFont typeface="Times New Roman"/>
              <a:buChar char="•"/>
            </a:pPr>
            <a:r>
              <a:rPr lang="en-US" sz="2000" b="1" i="0" u="none">
                <a:solidFill>
                  <a:schemeClr val="dk1"/>
                </a:solidFill>
                <a:latin typeface="Times New Roman"/>
                <a:ea typeface="Times New Roman"/>
                <a:cs typeface="Times New Roman"/>
                <a:sym typeface="Times New Roman"/>
              </a:rPr>
              <a:t>Quantitatively Managed (Level 4)</a:t>
            </a:r>
            <a:endParaRPr/>
          </a:p>
          <a:p>
            <a:pPr marL="34290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At maturity level 4, an organization has achieved all the </a:t>
            </a:r>
            <a:r>
              <a:rPr lang="en-US" sz="2000" b="1" i="0" u="none">
                <a:solidFill>
                  <a:schemeClr val="dk1"/>
                </a:solidFill>
                <a:latin typeface="Times New Roman"/>
                <a:ea typeface="Times New Roman"/>
                <a:cs typeface="Times New Roman"/>
                <a:sym typeface="Times New Roman"/>
              </a:rPr>
              <a:t>specific goals </a:t>
            </a:r>
            <a:r>
              <a:rPr lang="en-US" sz="2000" b="0" i="0" u="none">
                <a:solidFill>
                  <a:schemeClr val="dk1"/>
                </a:solidFill>
                <a:latin typeface="Times New Roman"/>
                <a:ea typeface="Times New Roman"/>
                <a:cs typeface="Times New Roman"/>
                <a:sym typeface="Times New Roman"/>
              </a:rPr>
              <a:t>of the process areas assigned to maturity levels 2, 3, and 4 and the </a:t>
            </a:r>
            <a:r>
              <a:rPr lang="en-US" sz="2000" b="1" i="0" u="none">
                <a:solidFill>
                  <a:schemeClr val="dk1"/>
                </a:solidFill>
                <a:latin typeface="Times New Roman"/>
                <a:ea typeface="Times New Roman"/>
                <a:cs typeface="Times New Roman"/>
                <a:sym typeface="Times New Roman"/>
              </a:rPr>
              <a:t>generic goals</a:t>
            </a:r>
            <a:r>
              <a:rPr lang="en-US" sz="2000" b="0" i="0" u="none">
                <a:solidFill>
                  <a:schemeClr val="dk1"/>
                </a:solidFill>
                <a:latin typeface="Times New Roman"/>
                <a:ea typeface="Times New Roman"/>
                <a:cs typeface="Times New Roman"/>
                <a:sym typeface="Times New Roman"/>
              </a:rPr>
              <a:t> assigned to maturity levels 2 and 3.</a:t>
            </a:r>
            <a:endParaRPr/>
          </a:p>
          <a:p>
            <a:pPr marL="34290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At maturity level 4 Sub processes are selected that significantly contribute to overall process performance. These selected sub processes are controlled using statistical and other quantitative techniques.</a:t>
            </a:r>
            <a:endParaRPr/>
          </a:p>
          <a:p>
            <a:pPr marL="34290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Quantitative objectives for quality and process performance are established and used as criteria in managing processes.</a:t>
            </a:r>
            <a:endParaRPr/>
          </a:p>
          <a:p>
            <a:pPr marL="34290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Quantitative objectives are based on the needs of the customer, end users, organization, and process implementers. </a:t>
            </a:r>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lvl="0" indent="-342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lvl="1" indent="-171450" algn="l" rtl="0">
              <a:lnSpc>
                <a:spcPct val="100000"/>
              </a:lnSpc>
              <a:spcBef>
                <a:spcPts val="360"/>
              </a:spcBef>
              <a:spcAft>
                <a:spcPts val="0"/>
              </a:spcAft>
              <a:buClr>
                <a:schemeClr val="dk1"/>
              </a:buClr>
              <a:buSzPts val="1800"/>
              <a:buFont typeface="Times New Roman"/>
              <a:buNone/>
            </a:pPr>
            <a:endParaRPr sz="1800" b="0" i="0" u="none">
              <a:solidFill>
                <a:schemeClr val="dk1"/>
              </a:solidFill>
              <a:latin typeface="Times New Roman"/>
              <a:ea typeface="Times New Roman"/>
              <a:cs typeface="Times New Roman"/>
              <a:sym typeface="Times New Roman"/>
            </a:endParaRPr>
          </a:p>
          <a:p>
            <a:pPr marL="342900" lvl="0" indent="-228600" algn="l" rtl="0">
              <a:spcBef>
                <a:spcPts val="360"/>
              </a:spcBef>
              <a:spcAft>
                <a:spcPts val="0"/>
              </a:spcAft>
              <a:buClr>
                <a:schemeClr val="dk1"/>
              </a:buClr>
              <a:buSzPts val="1800"/>
              <a:buFont typeface="Times New Roman"/>
              <a:buNone/>
            </a:pPr>
            <a:endParaRPr sz="1800" b="0" i="0" u="none">
              <a:solidFill>
                <a:schemeClr val="dk1"/>
              </a:solidFill>
              <a:latin typeface="Times New Roman"/>
              <a:ea typeface="Times New Roman"/>
              <a:cs typeface="Times New Roman"/>
              <a:sym typeface="Times New Roman"/>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232"/>
        <p:cNvGrpSpPr/>
        <p:nvPr/>
      </p:nvGrpSpPr>
      <p:grpSpPr>
        <a:xfrm>
          <a:off x="0" y="0"/>
          <a:ext cx="0" cy="0"/>
          <a:chOff x="0" y="0"/>
          <a:chExt cx="0" cy="0"/>
        </a:xfrm>
      </p:grpSpPr>
      <p:sp>
        <p:nvSpPr>
          <p:cNvPr id="1233" name="Google Shape;1233;p149"/>
          <p:cNvSpPr txBox="1">
            <a:spLocks noGrp="1"/>
          </p:cNvSpPr>
          <p:nvPr>
            <p:ph type="title"/>
          </p:nvPr>
        </p:nvSpPr>
        <p:spPr>
          <a:xfrm>
            <a:off x="6858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Characteristics of Each Level (continued)</a:t>
            </a:r>
            <a:endParaRPr/>
          </a:p>
        </p:txBody>
      </p:sp>
      <p:sp>
        <p:nvSpPr>
          <p:cNvPr id="1234" name="Google Shape;1234;p149"/>
          <p:cNvSpPr txBox="1">
            <a:spLocks noGrp="1"/>
          </p:cNvSpPr>
          <p:nvPr>
            <p:ph type="body" idx="1"/>
          </p:nvPr>
        </p:nvSpPr>
        <p:spPr>
          <a:xfrm>
            <a:off x="228600" y="1447800"/>
            <a:ext cx="8686800" cy="51816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detailed measures of process performance are collected and statistically analyzed.</a:t>
            </a:r>
            <a:endParaRPr/>
          </a:p>
          <a:p>
            <a:pPr marL="342900" marR="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Special causes of process variation are identified and, where appropriate, the sources of special causes are corrected to prevent future occurrences.</a:t>
            </a:r>
            <a:endParaRPr/>
          </a:p>
          <a:p>
            <a:pPr marL="342900" marR="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 critical distinction between maturity level 3 and maturity level 4 is the predictability of process performance. </a:t>
            </a: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At maturity level 4, the performance of processes is controlled using statistical and other quantitative techniques, and is quantitatively predictable. At maturity level 3, processes are only qualitatively predictable.</a:t>
            </a:r>
            <a:endParaRPr sz="2000" b="0" i="0" u="none">
              <a:solidFill>
                <a:schemeClr val="dk1"/>
              </a:solidFill>
              <a:latin typeface="Times New Roman"/>
              <a:ea typeface="Times New Roman"/>
              <a:cs typeface="Times New Roman"/>
              <a:sym typeface="Times New Roman"/>
            </a:endParaRPr>
          </a:p>
          <a:p>
            <a:pPr marL="342900" marR="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215900" algn="l"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742950" marR="0" lvl="1" indent="-285750" algn="l" rtl="0">
              <a:lnSpc>
                <a:spcPct val="100000"/>
              </a:lnSpc>
              <a:spcBef>
                <a:spcPts val="360"/>
              </a:spcBef>
              <a:spcAft>
                <a:spcPts val="0"/>
              </a:spcAft>
              <a:buClr>
                <a:schemeClr val="dk1"/>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a:p>
            <a:pPr marL="342900" marR="0" lvl="0" indent="-228600" algn="l" rtl="0">
              <a:spcBef>
                <a:spcPts val="360"/>
              </a:spcBef>
              <a:spcAft>
                <a:spcPts val="0"/>
              </a:spcAft>
              <a:buClr>
                <a:schemeClr val="dk1"/>
              </a:buClr>
              <a:buSzPts val="1800"/>
              <a:buFont typeface="Times New Roman"/>
              <a:buNone/>
            </a:pPr>
            <a:endParaRPr sz="1800" b="0" i="0" u="none" strike="noStrike" cap="none">
              <a:solidFill>
                <a:schemeClr val="dk1"/>
              </a:solidFill>
              <a:latin typeface="Times New Roman"/>
              <a:ea typeface="Times New Roman"/>
              <a:cs typeface="Times New Roman"/>
              <a:sym typeface="Times New Roman"/>
            </a:endParaRPr>
          </a:p>
        </p:txBody>
      </p:sp>
      <p:sp>
        <p:nvSpPr>
          <p:cNvPr id="1235" name="Google Shape;1235;p14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87</a:t>
            </a:fld>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239"/>
        <p:cNvGrpSpPr/>
        <p:nvPr/>
      </p:nvGrpSpPr>
      <p:grpSpPr>
        <a:xfrm>
          <a:off x="0" y="0"/>
          <a:ext cx="0" cy="0"/>
          <a:chOff x="0" y="0"/>
          <a:chExt cx="0" cy="0"/>
        </a:xfrm>
      </p:grpSpPr>
      <p:sp>
        <p:nvSpPr>
          <p:cNvPr id="1240" name="Google Shape;1240;p150"/>
          <p:cNvSpPr txBox="1">
            <a:spLocks noGrp="1"/>
          </p:cNvSpPr>
          <p:nvPr>
            <p:ph type="title"/>
          </p:nvPr>
        </p:nvSpPr>
        <p:spPr>
          <a:xfrm>
            <a:off x="685800" y="228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Characteristics of Each Level (continued)</a:t>
            </a:r>
            <a:endParaRPr/>
          </a:p>
        </p:txBody>
      </p:sp>
      <p:sp>
        <p:nvSpPr>
          <p:cNvPr id="1241" name="Google Shape;1241;p150"/>
          <p:cNvSpPr txBox="1">
            <a:spLocks noGrp="1"/>
          </p:cNvSpPr>
          <p:nvPr>
            <p:ph type="body" idx="1"/>
          </p:nvPr>
        </p:nvSpPr>
        <p:spPr>
          <a:xfrm>
            <a:off x="228600" y="1524000"/>
            <a:ext cx="8763000" cy="51054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000"/>
              <a:buFont typeface="Times New Roman"/>
              <a:buChar char="•"/>
            </a:pPr>
            <a:r>
              <a:rPr lang="en-US" sz="2000" b="0" i="0" u="none">
                <a:solidFill>
                  <a:schemeClr val="dk1"/>
                </a:solidFill>
                <a:latin typeface="Times New Roman"/>
                <a:ea typeface="Times New Roman"/>
                <a:cs typeface="Times New Roman"/>
                <a:sym typeface="Times New Roman"/>
              </a:rPr>
              <a:t>Optimizing</a:t>
            </a:r>
            <a:r>
              <a:rPr lang="en-US" sz="2000" b="1" i="0" u="none">
                <a:solidFill>
                  <a:schemeClr val="dk1"/>
                </a:solidFill>
                <a:latin typeface="Times New Roman"/>
                <a:ea typeface="Times New Roman"/>
                <a:cs typeface="Times New Roman"/>
                <a:sym typeface="Times New Roman"/>
              </a:rPr>
              <a:t> (Level 5)</a:t>
            </a:r>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At maturity level 5, an organization has achieved all the </a:t>
            </a:r>
            <a:r>
              <a:rPr lang="en-US" sz="2000" b="1" i="0" u="none">
                <a:solidFill>
                  <a:schemeClr val="dk1"/>
                </a:solidFill>
                <a:latin typeface="Times New Roman"/>
                <a:ea typeface="Times New Roman"/>
                <a:cs typeface="Times New Roman"/>
                <a:sym typeface="Times New Roman"/>
              </a:rPr>
              <a:t>specific goals</a:t>
            </a:r>
            <a:r>
              <a:rPr lang="en-US" sz="2000" b="0" i="0" u="none">
                <a:solidFill>
                  <a:schemeClr val="dk1"/>
                </a:solidFill>
                <a:latin typeface="Times New Roman"/>
                <a:ea typeface="Times New Roman"/>
                <a:cs typeface="Times New Roman"/>
                <a:sym typeface="Times New Roman"/>
              </a:rPr>
              <a:t> of the process areas assigned to maturity levels 2, 3, 4, and 5 and the </a:t>
            </a:r>
            <a:r>
              <a:rPr lang="en-US" sz="2000" b="1" i="0" u="none">
                <a:solidFill>
                  <a:schemeClr val="dk1"/>
                </a:solidFill>
                <a:latin typeface="Times New Roman"/>
                <a:ea typeface="Times New Roman"/>
                <a:cs typeface="Times New Roman"/>
                <a:sym typeface="Times New Roman"/>
              </a:rPr>
              <a:t>generic goals</a:t>
            </a:r>
            <a:r>
              <a:rPr lang="en-US" sz="2000" b="0" i="0" u="none">
                <a:solidFill>
                  <a:schemeClr val="dk1"/>
                </a:solidFill>
                <a:latin typeface="Times New Roman"/>
                <a:ea typeface="Times New Roman"/>
                <a:cs typeface="Times New Roman"/>
                <a:sym typeface="Times New Roman"/>
              </a:rPr>
              <a:t> assigned to maturity levels 2 and 3.</a:t>
            </a:r>
            <a:endParaRPr/>
          </a:p>
          <a:p>
            <a:pPr marL="342900" marR="0" lvl="0" indent="-342900" algn="just" rtl="0">
              <a:lnSpc>
                <a:spcPct val="100000"/>
              </a:lnSpc>
              <a:spcBef>
                <a:spcPts val="400"/>
              </a:spcBef>
              <a:spcAft>
                <a:spcPts val="0"/>
              </a:spcAft>
              <a:buClr>
                <a:schemeClr val="dk1"/>
              </a:buClr>
              <a:buSzPts val="2000"/>
              <a:buFont typeface="Times New Roman"/>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Maturity level 5 focuses on continually improving process performance through both incremental and innovative technological improvements.</a:t>
            </a:r>
            <a:endParaRPr/>
          </a:p>
          <a:p>
            <a:pPr marL="342900" marR="0" lvl="0" indent="-215900" algn="just" rtl="0">
              <a:lnSpc>
                <a:spcPct val="100000"/>
              </a:lnSpc>
              <a:spcBef>
                <a:spcPts val="400"/>
              </a:spcBef>
              <a:spcAft>
                <a:spcPts val="0"/>
              </a:spcAft>
              <a:buClr>
                <a:schemeClr val="dk1"/>
              </a:buClr>
              <a:buSzPts val="2000"/>
              <a:buFont typeface="Noto Sans Symbols"/>
              <a:buNone/>
            </a:pPr>
            <a:endParaRPr sz="20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 At maturity level 4, processes are concerned with addressing special causes.</a:t>
            </a:r>
            <a:endParaRPr/>
          </a:p>
          <a:p>
            <a:pPr marL="342900" marR="0" lvl="0" indent="-215900" algn="just" rtl="0">
              <a:lnSpc>
                <a:spcPct val="100000"/>
              </a:lnSpc>
              <a:spcBef>
                <a:spcPts val="400"/>
              </a:spcBef>
              <a:spcAft>
                <a:spcPts val="0"/>
              </a:spcAft>
              <a:buClr>
                <a:schemeClr val="dk1"/>
              </a:buClr>
              <a:buSzPts val="2000"/>
              <a:buFont typeface="Noto Sans Symbols"/>
              <a:buNone/>
            </a:pPr>
            <a:endParaRPr sz="2000" b="1"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00"/>
              </a:spcBef>
              <a:spcAft>
                <a:spcPts val="0"/>
              </a:spcAft>
              <a:buClr>
                <a:schemeClr val="dk1"/>
              </a:buClr>
              <a:buSzPts val="2000"/>
              <a:buFont typeface="Noto Sans Symbols"/>
              <a:buChar char="✔"/>
            </a:pPr>
            <a:r>
              <a:rPr lang="en-US" sz="2000" b="0" i="0" u="none">
                <a:solidFill>
                  <a:schemeClr val="dk1"/>
                </a:solidFill>
                <a:latin typeface="Times New Roman"/>
                <a:ea typeface="Times New Roman"/>
                <a:cs typeface="Times New Roman"/>
                <a:sym typeface="Times New Roman"/>
              </a:rPr>
              <a:t>At maturity level 5, processes are concerned with addressing common causes.</a:t>
            </a:r>
            <a:endParaRPr sz="2000" b="1" i="0" u="none">
              <a:solidFill>
                <a:schemeClr val="dk1"/>
              </a:solidFill>
              <a:latin typeface="Times New Roman"/>
              <a:ea typeface="Times New Roman"/>
              <a:cs typeface="Times New Roman"/>
              <a:sym typeface="Times New Roman"/>
            </a:endParaRPr>
          </a:p>
          <a:p>
            <a:pPr marL="342900" marR="0" lvl="0" indent="-215900" algn="l" rtl="0">
              <a:spcBef>
                <a:spcPts val="400"/>
              </a:spcBef>
              <a:spcAft>
                <a:spcPts val="0"/>
              </a:spcAft>
              <a:buClr>
                <a:schemeClr val="dk1"/>
              </a:buClr>
              <a:buSzPts val="2000"/>
              <a:buFont typeface="Times New Roman"/>
              <a:buNone/>
            </a:pPr>
            <a:endParaRPr sz="2000" b="1" i="0" u="none">
              <a:solidFill>
                <a:schemeClr val="dk1"/>
              </a:solidFill>
              <a:latin typeface="Times New Roman"/>
              <a:ea typeface="Times New Roman"/>
              <a:cs typeface="Times New Roman"/>
              <a:sym typeface="Times New Roman"/>
            </a:endParaRPr>
          </a:p>
        </p:txBody>
      </p:sp>
      <p:sp>
        <p:nvSpPr>
          <p:cNvPr id="1242" name="Google Shape;1242;p15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88</a:t>
            </a:fld>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246"/>
        <p:cNvGrpSpPr/>
        <p:nvPr/>
      </p:nvGrpSpPr>
      <p:grpSpPr>
        <a:xfrm>
          <a:off x="0" y="0"/>
          <a:ext cx="0" cy="0"/>
          <a:chOff x="0" y="0"/>
          <a:chExt cx="0" cy="0"/>
        </a:xfrm>
      </p:grpSpPr>
      <p:sp>
        <p:nvSpPr>
          <p:cNvPr id="1247" name="Google Shape;1247;p15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CMMI- Capability Levels</a:t>
            </a:r>
            <a:endParaRPr/>
          </a:p>
        </p:txBody>
      </p:sp>
      <p:sp>
        <p:nvSpPr>
          <p:cNvPr id="1248" name="Google Shape;1248;p151"/>
          <p:cNvSpPr txBox="1">
            <a:spLocks noGrp="1"/>
          </p:cNvSpPr>
          <p:nvPr>
            <p:ph type="body" idx="1"/>
          </p:nvPr>
        </p:nvSpPr>
        <p:spPr>
          <a:xfrm>
            <a:off x="685800" y="1981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Level 0 (Incomplete)</a:t>
            </a:r>
            <a:endParaRPr/>
          </a:p>
          <a:p>
            <a:pPr marL="342900" marR="0" lvl="0" indent="-342900" algn="just"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Process area is either not formed or does not achieve goals and objectives defined by CMMI.</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Level 1(Performed)</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All specific goals of CMMI satisfied.</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Work tasks completed for defined work.</a:t>
            </a:r>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Level 2 (Managed)</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Level 1 criteria satisfied.</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Work done on process area conforms to organization’s defined policy</a:t>
            </a:r>
            <a:endParaRPr/>
          </a:p>
          <a:p>
            <a:pPr marL="342900" marR="0" lvl="0" indent="-3429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just" rtl="0">
              <a:lnSpc>
                <a:spcPct val="100000"/>
              </a:lnSpc>
              <a:spcBef>
                <a:spcPts val="560"/>
              </a:spcBef>
              <a:spcAft>
                <a:spcPts val="0"/>
              </a:spcAft>
              <a:buClr>
                <a:schemeClr val="dk1"/>
              </a:buClr>
              <a:buSzPts val="2800"/>
              <a:buFont typeface="Noto Sans Symbols"/>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249" name="Google Shape;1249;p15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89</a:t>
            </a:fld>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253"/>
        <p:cNvGrpSpPr/>
        <p:nvPr/>
      </p:nvGrpSpPr>
      <p:grpSpPr>
        <a:xfrm>
          <a:off x="0" y="0"/>
          <a:ext cx="0" cy="0"/>
          <a:chOff x="0" y="0"/>
          <a:chExt cx="0" cy="0"/>
        </a:xfrm>
      </p:grpSpPr>
      <p:sp>
        <p:nvSpPr>
          <p:cNvPr id="1254" name="Google Shape;1254;p15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CMMI- Capability Levels</a:t>
            </a:r>
            <a:endParaRPr/>
          </a:p>
        </p:txBody>
      </p:sp>
      <p:sp>
        <p:nvSpPr>
          <p:cNvPr id="1255" name="Google Shape;1255;p152"/>
          <p:cNvSpPr txBox="1">
            <a:spLocks noGrp="1"/>
          </p:cNvSpPr>
          <p:nvPr>
            <p:ph type="body" idx="1"/>
          </p:nvPr>
        </p:nvSpPr>
        <p:spPr>
          <a:xfrm>
            <a:off x="152400" y="1752600"/>
            <a:ext cx="8763000" cy="4876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Availability of adequate resources.</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Stakeholders are actively involved.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All work tasks are evaluated and adhere to CMMI standards.</a:t>
            </a:r>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Level 3 (Defined)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All level 2 criteria satisfied.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Processes are tailored from organization’s set of standard guidelines.</a:t>
            </a:r>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Level 4 (Quantitatively managed)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All level 3 criteria satisfied.</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Quantitative objectives for quality and process performance are established and used as criteria in managing process.</a:t>
            </a: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None/>
            </a:pPr>
            <a:endParaRPr sz="2400" b="1" i="0" u="none">
              <a:solidFill>
                <a:schemeClr val="dk1"/>
              </a:solidFill>
              <a:latin typeface="Times New Roman"/>
              <a:ea typeface="Times New Roman"/>
              <a:cs typeface="Times New Roman"/>
              <a:sym typeface="Times New Roman"/>
            </a:endParaRPr>
          </a:p>
          <a:p>
            <a:pPr marL="342900" marR="0" lvl="0" indent="-190500" algn="l" rtl="0">
              <a:lnSpc>
                <a:spcPct val="100000"/>
              </a:lnSpc>
              <a:spcBef>
                <a:spcPts val="480"/>
              </a:spcBef>
              <a:spcAft>
                <a:spcPts val="0"/>
              </a:spcAft>
              <a:buClr>
                <a:schemeClr val="dk1"/>
              </a:buClr>
              <a:buSzPts val="2400"/>
              <a:buFont typeface="Noto Sans Symbols"/>
              <a:buNone/>
            </a:pPr>
            <a:endParaRPr sz="2400" b="0" i="0" u="none">
              <a:solidFill>
                <a:schemeClr val="dk1"/>
              </a:solidFill>
              <a:latin typeface="Times New Roman"/>
              <a:ea typeface="Times New Roman"/>
              <a:cs typeface="Times New Roman"/>
              <a:sym typeface="Times New Roman"/>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1256" name="Google Shape;1256;p15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90</a:t>
            </a:fld>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260"/>
        <p:cNvGrpSpPr/>
        <p:nvPr/>
      </p:nvGrpSpPr>
      <p:grpSpPr>
        <a:xfrm>
          <a:off x="0" y="0"/>
          <a:ext cx="0" cy="0"/>
          <a:chOff x="0" y="0"/>
          <a:chExt cx="0" cy="0"/>
        </a:xfrm>
      </p:grpSpPr>
      <p:sp>
        <p:nvSpPr>
          <p:cNvPr id="1261" name="Google Shape;1261;p15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CMMI- Capability Levels</a:t>
            </a:r>
            <a:endParaRPr/>
          </a:p>
        </p:txBody>
      </p:sp>
      <p:sp>
        <p:nvSpPr>
          <p:cNvPr id="1262" name="Google Shape;1262;p153"/>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Times New Roman"/>
              <a:buNone/>
            </a:pPr>
            <a:r>
              <a:rPr lang="en-US" sz="2800" b="1" i="0" u="none">
                <a:solidFill>
                  <a:schemeClr val="dk1"/>
                </a:solidFill>
                <a:latin typeface="Times New Roman"/>
                <a:ea typeface="Times New Roman"/>
                <a:cs typeface="Times New Roman"/>
                <a:sym typeface="Times New Roman"/>
              </a:rPr>
              <a:t>Level 5 (Optimized)</a:t>
            </a:r>
            <a:endParaRPr/>
          </a:p>
          <a:p>
            <a:pPr marL="0" marR="0" lvl="0" indent="-1778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All level 4 criteria satisfied.</a:t>
            </a:r>
            <a:endParaRPr/>
          </a:p>
          <a:p>
            <a:pPr marL="0" marR="0" lvl="0" indent="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0" marR="0" lvl="0" indent="-177800" algn="just"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Process area is optimized to meet changing customer requirements and continually improve the efficiency of the software product</a:t>
            </a:r>
            <a:endParaRPr/>
          </a:p>
        </p:txBody>
      </p:sp>
      <p:sp>
        <p:nvSpPr>
          <p:cNvPr id="1263" name="Google Shape;1263;p15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91</a:t>
            </a:fld>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267"/>
        <p:cNvGrpSpPr/>
        <p:nvPr/>
      </p:nvGrpSpPr>
      <p:grpSpPr>
        <a:xfrm>
          <a:off x="0" y="0"/>
          <a:ext cx="0" cy="0"/>
          <a:chOff x="0" y="0"/>
          <a:chExt cx="0" cy="0"/>
        </a:xfrm>
      </p:grpSpPr>
      <p:sp>
        <p:nvSpPr>
          <p:cNvPr id="1268" name="Google Shape;1268;p15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92</a:t>
            </a:fld>
            <a:endParaRPr/>
          </a:p>
        </p:txBody>
      </p:sp>
      <p:sp>
        <p:nvSpPr>
          <p:cNvPr id="1269" name="Google Shape;1269;p154"/>
          <p:cNvSpPr txBox="1">
            <a:spLocks noGrp="1"/>
          </p:cNvSpPr>
          <p:nvPr>
            <p:ph type="title"/>
          </p:nvPr>
        </p:nvSpPr>
        <p:spPr>
          <a:xfrm>
            <a:off x="685800" y="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The CMM Structure</a:t>
            </a:r>
            <a:endParaRPr/>
          </a:p>
        </p:txBody>
      </p:sp>
      <p:pic>
        <p:nvPicPr>
          <p:cNvPr id="1270" name="Google Shape;1270;p154"/>
          <p:cNvPicPr preferRelativeResize="0"/>
          <p:nvPr/>
        </p:nvPicPr>
        <p:blipFill rotWithShape="1">
          <a:blip r:embed="rId3">
            <a:alphaModFix/>
          </a:blip>
          <a:srcRect l="30470" t="18749" r="26559" b="10419"/>
          <a:stretch/>
        </p:blipFill>
        <p:spPr>
          <a:xfrm>
            <a:off x="2514600" y="1447800"/>
            <a:ext cx="4190999" cy="518160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274"/>
        <p:cNvGrpSpPr/>
        <p:nvPr/>
      </p:nvGrpSpPr>
      <p:grpSpPr>
        <a:xfrm>
          <a:off x="0" y="0"/>
          <a:ext cx="0" cy="0"/>
          <a:chOff x="0" y="0"/>
          <a:chExt cx="0" cy="0"/>
        </a:xfrm>
      </p:grpSpPr>
      <p:sp>
        <p:nvSpPr>
          <p:cNvPr id="1275" name="Google Shape;1275;p15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Software Project Planning</a:t>
            </a:r>
            <a:endParaRPr/>
          </a:p>
        </p:txBody>
      </p:sp>
      <p:sp>
        <p:nvSpPr>
          <p:cNvPr id="1276" name="Google Shape;1276;p15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93</a:t>
            </a:fld>
            <a:endParaRPr/>
          </a:p>
        </p:txBody>
      </p:sp>
      <p:sp>
        <p:nvSpPr>
          <p:cNvPr id="1277" name="Google Shape;1277;p155"/>
          <p:cNvSpPr txBox="1">
            <a:spLocks noGrp="1"/>
          </p:cNvSpPr>
          <p:nvPr>
            <p:ph type="body" idx="1"/>
          </p:nvPr>
        </p:nvSpPr>
        <p:spPr>
          <a:xfrm>
            <a:off x="685800" y="1676400"/>
            <a:ext cx="7772400" cy="3892500"/>
          </a:xfrm>
          <a:prstGeom prst="rect">
            <a:avLst/>
          </a:prstGeom>
          <a:noFill/>
          <a:ln>
            <a:noFill/>
          </a:ln>
        </p:spPr>
        <p:txBody>
          <a:bodyPr spcFirstLastPara="1" wrap="square" lIns="101775" tIns="50000" rIns="101775" bIns="50000" anchor="t" anchorCtr="0">
            <a:spAutoFit/>
          </a:bodyPr>
          <a:lstStyle/>
          <a:p>
            <a:pPr marL="342900" marR="0" lvl="0" indent="-342900" algn="l" rtl="0">
              <a:lnSpc>
                <a:spcPct val="100000"/>
              </a:lnSpc>
              <a:spcBef>
                <a:spcPts val="0"/>
              </a:spcBef>
              <a:spcAft>
                <a:spcPts val="0"/>
              </a:spcAft>
              <a:buClr>
                <a:schemeClr val="dk2"/>
              </a:buClr>
              <a:buSzPts val="2800"/>
              <a:buFont typeface="Times New Roman"/>
              <a:buChar char="•"/>
            </a:pPr>
            <a:r>
              <a:rPr lang="en-US" sz="2800" b="0" i="0" u="none">
                <a:solidFill>
                  <a:schemeClr val="dk2"/>
                </a:solidFill>
                <a:latin typeface="Times New Roman"/>
                <a:ea typeface="Times New Roman"/>
                <a:cs typeface="Times New Roman"/>
                <a:sym typeface="Times New Roman"/>
              </a:rPr>
              <a:t>The overall goal of project planning is to establish a pragmatic (practical) strategy for controlling, tracking, and monitoring a complex technical project.</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2"/>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2"/>
              </a:buClr>
              <a:buSzPts val="2800"/>
              <a:buFont typeface="Times New Roman"/>
              <a:buChar char="•"/>
            </a:pPr>
            <a:r>
              <a:rPr lang="en-US" sz="2800" b="0" i="0" u="none">
                <a:solidFill>
                  <a:schemeClr val="dk2"/>
                </a:solidFill>
                <a:latin typeface="Times New Roman"/>
                <a:ea typeface="Times New Roman"/>
                <a:cs typeface="Times New Roman"/>
                <a:sym typeface="Times New Roman"/>
              </a:rPr>
              <a:t>Why?</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2"/>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2"/>
              </a:buClr>
              <a:buSzPts val="2800"/>
              <a:buFont typeface="Times New Roman"/>
              <a:buChar char="•"/>
            </a:pPr>
            <a:r>
              <a:rPr lang="en-US" sz="2800" b="0" i="0" u="none">
                <a:solidFill>
                  <a:schemeClr val="dk2"/>
                </a:solidFill>
                <a:latin typeface="Times New Roman"/>
                <a:ea typeface="Times New Roman"/>
                <a:cs typeface="Times New Roman"/>
                <a:sym typeface="Times New Roman"/>
              </a:rPr>
              <a:t>So the end result gets done on time, with quality!</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281"/>
        <p:cNvGrpSpPr/>
        <p:nvPr/>
      </p:nvGrpSpPr>
      <p:grpSpPr>
        <a:xfrm>
          <a:off x="0" y="0"/>
          <a:ext cx="0" cy="0"/>
          <a:chOff x="0" y="0"/>
          <a:chExt cx="0" cy="0"/>
        </a:xfrm>
      </p:grpSpPr>
      <p:sp>
        <p:nvSpPr>
          <p:cNvPr id="1282" name="Google Shape;1282;p15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Project Planning-Estimation</a:t>
            </a:r>
            <a:endParaRPr/>
          </a:p>
        </p:txBody>
      </p:sp>
      <p:sp>
        <p:nvSpPr>
          <p:cNvPr id="1283" name="Google Shape;1283;p156"/>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Objective of software </a:t>
            </a:r>
            <a:r>
              <a:rPr lang="en-US" sz="2400" b="1" i="0" u="none">
                <a:solidFill>
                  <a:schemeClr val="dk1"/>
                </a:solidFill>
                <a:latin typeface="Times New Roman"/>
                <a:ea typeface="Times New Roman"/>
                <a:cs typeface="Times New Roman"/>
                <a:sym typeface="Times New Roman"/>
              </a:rPr>
              <a:t>project planning </a:t>
            </a:r>
            <a:r>
              <a:rPr lang="en-US" sz="2400" b="0" i="0" u="none">
                <a:solidFill>
                  <a:schemeClr val="dk1"/>
                </a:solidFill>
                <a:latin typeface="Times New Roman"/>
                <a:ea typeface="Times New Roman"/>
                <a:cs typeface="Times New Roman"/>
                <a:sym typeface="Times New Roman"/>
              </a:rPr>
              <a:t>is to provide a </a:t>
            </a:r>
            <a:r>
              <a:rPr lang="en-US" sz="2400" b="1" i="0" u="none">
                <a:solidFill>
                  <a:schemeClr val="dk1"/>
                </a:solidFill>
                <a:latin typeface="Times New Roman"/>
                <a:ea typeface="Times New Roman"/>
                <a:cs typeface="Times New Roman"/>
                <a:sym typeface="Times New Roman"/>
              </a:rPr>
              <a:t>framework</a:t>
            </a:r>
            <a:r>
              <a:rPr lang="en-US" sz="2400" b="0" i="0" u="none">
                <a:solidFill>
                  <a:schemeClr val="dk1"/>
                </a:solidFill>
                <a:latin typeface="Times New Roman"/>
                <a:ea typeface="Times New Roman"/>
                <a:cs typeface="Times New Roman"/>
                <a:sym typeface="Times New Roman"/>
              </a:rPr>
              <a:t> that enables the manager to make reasonable </a:t>
            </a:r>
            <a:r>
              <a:rPr lang="en-US" sz="2400" b="1" i="0" u="none">
                <a:solidFill>
                  <a:schemeClr val="dk1"/>
                </a:solidFill>
                <a:latin typeface="Times New Roman"/>
                <a:ea typeface="Times New Roman"/>
                <a:cs typeface="Times New Roman"/>
                <a:sym typeface="Times New Roman"/>
              </a:rPr>
              <a:t>estimates</a:t>
            </a:r>
            <a:r>
              <a:rPr lang="en-US" sz="2400" b="0" i="0" u="none">
                <a:solidFill>
                  <a:schemeClr val="dk1"/>
                </a:solidFill>
                <a:latin typeface="Times New Roman"/>
                <a:ea typeface="Times New Roman"/>
                <a:cs typeface="Times New Roman"/>
                <a:sym typeface="Times New Roman"/>
              </a:rPr>
              <a:t> of resources, cost, and schedule.</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Estimates should attempt to define best-case and worst-case scenarios so that project outcomes can be bounded.</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Plan must be adapted and updated as the project proceeds.</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284" name="Google Shape;1284;p15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94</a:t>
            </a:fld>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288"/>
        <p:cNvGrpSpPr/>
        <p:nvPr/>
      </p:nvGrpSpPr>
      <p:grpSpPr>
        <a:xfrm>
          <a:off x="0" y="0"/>
          <a:ext cx="0" cy="0"/>
          <a:chOff x="0" y="0"/>
          <a:chExt cx="0" cy="0"/>
        </a:xfrm>
      </p:grpSpPr>
      <p:sp>
        <p:nvSpPr>
          <p:cNvPr id="1289" name="Google Shape;1289;p15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Project Estimation</a:t>
            </a:r>
            <a:endParaRPr/>
          </a:p>
        </p:txBody>
      </p:sp>
      <p:sp>
        <p:nvSpPr>
          <p:cNvPr id="1290" name="Google Shape;1290;p157"/>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Project scope must be understood.</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Elaboration (decomposition) is necessary.</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Historical metrics are very helpful.</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At least two different techniques should be used.</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Uncertainty is inherent in the process.</a:t>
            </a: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291" name="Google Shape;1291;p15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95</a:t>
            </a:fld>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15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Product Metrics</a:t>
            </a:r>
            <a:endParaRPr/>
          </a:p>
        </p:txBody>
      </p:sp>
      <p:sp>
        <p:nvSpPr>
          <p:cNvPr id="1297" name="Google Shape;1297;p158"/>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dirty="0">
                <a:solidFill>
                  <a:schemeClr val="dk1"/>
                </a:solidFill>
                <a:latin typeface="Times New Roman"/>
                <a:ea typeface="Times New Roman"/>
                <a:cs typeface="Times New Roman"/>
                <a:sym typeface="Times New Roman"/>
              </a:rPr>
              <a:t>Product metrics of computer software provide us with a systematic way to assess quality based on a set of clearly defined rules.</a:t>
            </a:r>
            <a:endParaRPr dirty="0"/>
          </a:p>
          <a:p>
            <a:pPr marL="342900" marR="0" lvl="0" indent="-165100" algn="just" rtl="0">
              <a:lnSpc>
                <a:spcPct val="100000"/>
              </a:lnSpc>
              <a:spcBef>
                <a:spcPts val="560"/>
              </a:spcBef>
              <a:spcAft>
                <a:spcPts val="0"/>
              </a:spcAft>
              <a:buClr>
                <a:schemeClr val="dk1"/>
              </a:buClr>
              <a:buSzPts val="2800"/>
              <a:buFont typeface="Times New Roman"/>
              <a:buNone/>
            </a:pPr>
            <a:endParaRPr sz="2800" b="0" i="0" u="none" dirty="0">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Char char="•"/>
            </a:pPr>
            <a:r>
              <a:rPr lang="en-US" sz="2800" b="0" i="0" u="none" dirty="0">
                <a:solidFill>
                  <a:schemeClr val="dk1"/>
                </a:solidFill>
                <a:latin typeface="Times New Roman"/>
                <a:ea typeface="Times New Roman"/>
                <a:cs typeface="Times New Roman"/>
                <a:sym typeface="Times New Roman"/>
              </a:rPr>
              <a:t>Product metrics help in assessing efficiency,  reliability, complexity, understandability and maintainability of software product.</a:t>
            </a:r>
            <a:endParaRPr dirty="0"/>
          </a:p>
        </p:txBody>
      </p:sp>
      <p:sp>
        <p:nvSpPr>
          <p:cNvPr id="1298" name="Google Shape;1298;p15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96</a:t>
            </a:fld>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02"/>
        <p:cNvGrpSpPr/>
        <p:nvPr/>
      </p:nvGrpSpPr>
      <p:grpSpPr>
        <a:xfrm>
          <a:off x="0" y="0"/>
          <a:ext cx="0" cy="0"/>
          <a:chOff x="0" y="0"/>
          <a:chExt cx="0" cy="0"/>
        </a:xfrm>
      </p:grpSpPr>
      <p:sp>
        <p:nvSpPr>
          <p:cNvPr id="1303" name="Google Shape;1303;p15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04" name="Google Shape;1304;p159"/>
          <p:cNvSpPr txBox="1">
            <a:spLocks noGrp="1"/>
          </p:cNvSpPr>
          <p:nvPr>
            <p:ph type="body" idx="1"/>
          </p:nvPr>
        </p:nvSpPr>
        <p:spPr>
          <a:xfrm>
            <a:off x="685800" y="1981200"/>
            <a:ext cx="7772400" cy="4181856"/>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dirty="0">
                <a:solidFill>
                  <a:schemeClr val="dk1"/>
                </a:solidFill>
                <a:latin typeface="Times New Roman"/>
                <a:ea typeface="Times New Roman"/>
                <a:cs typeface="Times New Roman"/>
                <a:sym typeface="Times New Roman"/>
              </a:rPr>
              <a:t>The </a:t>
            </a:r>
            <a:r>
              <a:rPr lang="en-US" sz="2400" b="1" i="0" u="none" dirty="0">
                <a:solidFill>
                  <a:schemeClr val="dk1"/>
                </a:solidFill>
                <a:latin typeface="Times New Roman"/>
                <a:ea typeface="Times New Roman"/>
                <a:cs typeface="Times New Roman"/>
                <a:sym typeface="Times New Roman"/>
              </a:rPr>
              <a:t>Function Point (FP) </a:t>
            </a:r>
            <a:r>
              <a:rPr lang="en-US" sz="2400" b="0" i="0" u="none" dirty="0">
                <a:solidFill>
                  <a:schemeClr val="dk1"/>
                </a:solidFill>
                <a:latin typeface="Times New Roman"/>
                <a:ea typeface="Times New Roman"/>
                <a:cs typeface="Times New Roman"/>
                <a:sym typeface="Times New Roman"/>
              </a:rPr>
              <a:t>metric</a:t>
            </a:r>
            <a:r>
              <a:rPr lang="en-US" sz="2400" b="0" i="1" u="none" dirty="0">
                <a:solidFill>
                  <a:schemeClr val="dk1"/>
                </a:solidFill>
                <a:latin typeface="Times New Roman"/>
                <a:ea typeface="Times New Roman"/>
                <a:cs typeface="Times New Roman"/>
                <a:sym typeface="Times New Roman"/>
              </a:rPr>
              <a:t> </a:t>
            </a:r>
            <a:r>
              <a:rPr lang="en-US" sz="2400" b="0" i="0" u="none" dirty="0">
                <a:solidFill>
                  <a:schemeClr val="dk1"/>
                </a:solidFill>
                <a:latin typeface="Times New Roman"/>
                <a:ea typeface="Times New Roman"/>
                <a:cs typeface="Times New Roman"/>
                <a:sym typeface="Times New Roman"/>
              </a:rPr>
              <a:t>can be used effectively as a means for </a:t>
            </a:r>
            <a:r>
              <a:rPr lang="en-US" sz="2400" b="1" i="0" u="none" dirty="0">
                <a:solidFill>
                  <a:schemeClr val="dk1"/>
                </a:solidFill>
                <a:latin typeface="Times New Roman"/>
                <a:ea typeface="Times New Roman"/>
                <a:cs typeface="Times New Roman"/>
                <a:sym typeface="Times New Roman"/>
              </a:rPr>
              <a:t>measuring the functionality </a:t>
            </a:r>
            <a:r>
              <a:rPr lang="en-US" sz="2400" b="0" i="0" u="none" dirty="0">
                <a:solidFill>
                  <a:schemeClr val="dk1"/>
                </a:solidFill>
                <a:latin typeface="Times New Roman"/>
                <a:ea typeface="Times New Roman"/>
                <a:cs typeface="Times New Roman"/>
                <a:sym typeface="Times New Roman"/>
              </a:rPr>
              <a:t>delivered by a </a:t>
            </a:r>
            <a:r>
              <a:rPr lang="en-US" sz="2400" b="1" i="0" u="none" dirty="0">
                <a:solidFill>
                  <a:schemeClr val="dk1"/>
                </a:solidFill>
                <a:latin typeface="Times New Roman"/>
                <a:ea typeface="Times New Roman"/>
                <a:cs typeface="Times New Roman"/>
                <a:sym typeface="Times New Roman"/>
              </a:rPr>
              <a:t>system.</a:t>
            </a:r>
            <a:endParaRPr dirty="0"/>
          </a:p>
          <a:p>
            <a:pPr marL="342900" marR="0" lvl="0" indent="-190500" algn="just" rtl="0">
              <a:lnSpc>
                <a:spcPct val="100000"/>
              </a:lnSpc>
              <a:spcBef>
                <a:spcPts val="480"/>
              </a:spcBef>
              <a:spcAft>
                <a:spcPts val="0"/>
              </a:spcAft>
              <a:buClr>
                <a:schemeClr val="dk1"/>
              </a:buClr>
              <a:buSzPts val="2400"/>
              <a:buFont typeface="Times New Roman"/>
              <a:buNone/>
            </a:pPr>
            <a:endParaRPr sz="2400" b="1" i="0" u="none" dirty="0">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dirty="0">
                <a:solidFill>
                  <a:schemeClr val="dk1"/>
                </a:solidFill>
                <a:latin typeface="Times New Roman"/>
                <a:ea typeface="Times New Roman"/>
                <a:cs typeface="Times New Roman"/>
                <a:sym typeface="Times New Roman"/>
              </a:rPr>
              <a:t>Function point metrics, </a:t>
            </a:r>
            <a:r>
              <a:rPr lang="en-US" sz="2400" b="1" i="0" u="none" dirty="0">
                <a:solidFill>
                  <a:schemeClr val="dk1"/>
                </a:solidFill>
                <a:latin typeface="Times New Roman"/>
                <a:ea typeface="Times New Roman"/>
                <a:cs typeface="Times New Roman"/>
                <a:sym typeface="Times New Roman"/>
              </a:rPr>
              <a:t>measure functionality </a:t>
            </a:r>
            <a:r>
              <a:rPr lang="en-US" sz="2400" b="0" i="0" u="none" dirty="0">
                <a:solidFill>
                  <a:schemeClr val="dk1"/>
                </a:solidFill>
                <a:latin typeface="Times New Roman"/>
                <a:ea typeface="Times New Roman"/>
                <a:cs typeface="Times New Roman"/>
                <a:sym typeface="Times New Roman"/>
              </a:rPr>
              <a:t>from the </a:t>
            </a:r>
            <a:r>
              <a:rPr lang="en-US" sz="2400" b="1" i="0" u="none" dirty="0">
                <a:solidFill>
                  <a:schemeClr val="dk1"/>
                </a:solidFill>
                <a:latin typeface="Times New Roman"/>
                <a:ea typeface="Times New Roman"/>
                <a:cs typeface="Times New Roman"/>
                <a:sym typeface="Times New Roman"/>
              </a:rPr>
              <a:t>users point of view</a:t>
            </a:r>
            <a:r>
              <a:rPr lang="en-US" sz="2400" b="0" i="0" u="none" dirty="0">
                <a:solidFill>
                  <a:schemeClr val="dk1"/>
                </a:solidFill>
                <a:latin typeface="Times New Roman"/>
                <a:ea typeface="Times New Roman"/>
                <a:cs typeface="Times New Roman"/>
                <a:sym typeface="Times New Roman"/>
              </a:rPr>
              <a:t>, that is, on the basis of what the user requests and receives in return</a:t>
            </a:r>
            <a:endParaRPr dirty="0"/>
          </a:p>
        </p:txBody>
      </p:sp>
      <p:sp>
        <p:nvSpPr>
          <p:cNvPr id="1305" name="Google Shape;1305;p15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97</a:t>
            </a:fld>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09"/>
        <p:cNvGrpSpPr/>
        <p:nvPr/>
      </p:nvGrpSpPr>
      <p:grpSpPr>
        <a:xfrm>
          <a:off x="0" y="0"/>
          <a:ext cx="0" cy="0"/>
          <a:chOff x="0" y="0"/>
          <a:chExt cx="0" cy="0"/>
        </a:xfrm>
      </p:grpSpPr>
      <p:sp>
        <p:nvSpPr>
          <p:cNvPr id="1310" name="Google Shape;1310;p16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11" name="Google Shape;1311;p160"/>
          <p:cNvSpPr txBox="1">
            <a:spLocks noGrp="1"/>
          </p:cNvSpPr>
          <p:nvPr>
            <p:ph type="body" idx="1"/>
          </p:nvPr>
        </p:nvSpPr>
        <p:spPr>
          <a:xfrm>
            <a:off x="685800" y="1828800"/>
            <a:ext cx="7772400" cy="47244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FP metric can then be used to:</a:t>
            </a:r>
            <a:endParaRPr/>
          </a:p>
          <a:p>
            <a:pPr marL="342900" marR="0" lvl="0" indent="-342900" algn="just" rtl="0">
              <a:lnSpc>
                <a:spcPct val="100000"/>
              </a:lnSpc>
              <a:spcBef>
                <a:spcPts val="560"/>
              </a:spcBef>
              <a:spcAft>
                <a:spcPts val="0"/>
              </a:spcAft>
              <a:buClr>
                <a:schemeClr val="dk1"/>
              </a:buClr>
              <a:buSzPts val="2800"/>
              <a:buFont typeface="Times New Roman"/>
              <a:buAutoNum type="arabicParenBoth"/>
            </a:pPr>
            <a:r>
              <a:rPr lang="en-US" sz="2800" b="0" i="0" u="none">
                <a:solidFill>
                  <a:schemeClr val="dk1"/>
                </a:solidFill>
                <a:latin typeface="Times New Roman"/>
                <a:ea typeface="Times New Roman"/>
                <a:cs typeface="Times New Roman"/>
                <a:sym typeface="Times New Roman"/>
              </a:rPr>
              <a:t>estimate the </a:t>
            </a:r>
            <a:r>
              <a:rPr lang="en-US" sz="2800" b="1" i="0" u="none">
                <a:solidFill>
                  <a:schemeClr val="dk1"/>
                </a:solidFill>
                <a:latin typeface="Times New Roman"/>
                <a:ea typeface="Times New Roman"/>
                <a:cs typeface="Times New Roman"/>
                <a:sym typeface="Times New Roman"/>
              </a:rPr>
              <a:t>cost or effort </a:t>
            </a:r>
            <a:r>
              <a:rPr lang="en-US" sz="2800" b="0" i="0" u="none">
                <a:solidFill>
                  <a:schemeClr val="dk1"/>
                </a:solidFill>
                <a:latin typeface="Times New Roman"/>
                <a:ea typeface="Times New Roman"/>
                <a:cs typeface="Times New Roman"/>
                <a:sym typeface="Times New Roman"/>
              </a:rPr>
              <a:t>required to design   code and test the software.</a:t>
            </a:r>
            <a:endParaRPr/>
          </a:p>
          <a:p>
            <a:pPr marL="342900" marR="0" lvl="0" indent="-1651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(2) predict the </a:t>
            </a:r>
            <a:r>
              <a:rPr lang="en-US" sz="2800" b="1" i="0" u="none">
                <a:solidFill>
                  <a:schemeClr val="dk1"/>
                </a:solidFill>
                <a:latin typeface="Times New Roman"/>
                <a:ea typeface="Times New Roman"/>
                <a:cs typeface="Times New Roman"/>
                <a:sym typeface="Times New Roman"/>
              </a:rPr>
              <a:t>number of errors </a:t>
            </a:r>
            <a:r>
              <a:rPr lang="en-US" sz="2800" b="0" i="0" u="none">
                <a:solidFill>
                  <a:schemeClr val="dk1"/>
                </a:solidFill>
                <a:latin typeface="Times New Roman"/>
                <a:ea typeface="Times New Roman"/>
                <a:cs typeface="Times New Roman"/>
                <a:sym typeface="Times New Roman"/>
              </a:rPr>
              <a:t>that will be        encountered during testing.</a:t>
            </a:r>
            <a:endParaRPr/>
          </a:p>
          <a:p>
            <a:pPr marL="342900" marR="0" lvl="0" indent="-342900" algn="just"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560"/>
              </a:spcBef>
              <a:spcAft>
                <a:spcPts val="0"/>
              </a:spcAft>
              <a:buClr>
                <a:schemeClr val="dk1"/>
              </a:buClr>
              <a:buSzPts val="2800"/>
              <a:buFont typeface="Times New Roman"/>
              <a:buNone/>
            </a:pPr>
            <a:r>
              <a:rPr lang="en-US" sz="2800" b="0" i="0" u="none">
                <a:solidFill>
                  <a:schemeClr val="dk1"/>
                </a:solidFill>
                <a:latin typeface="Times New Roman"/>
                <a:ea typeface="Times New Roman"/>
                <a:cs typeface="Times New Roman"/>
                <a:sym typeface="Times New Roman"/>
              </a:rPr>
              <a:t>(3) </a:t>
            </a:r>
            <a:r>
              <a:rPr lang="en-US" sz="2800" b="1" i="0" u="none">
                <a:solidFill>
                  <a:schemeClr val="dk1"/>
                </a:solidFill>
                <a:latin typeface="Times New Roman"/>
                <a:ea typeface="Times New Roman"/>
                <a:cs typeface="Times New Roman"/>
                <a:sym typeface="Times New Roman"/>
              </a:rPr>
              <a:t>forecast</a:t>
            </a:r>
            <a:r>
              <a:rPr lang="en-US" sz="2800" b="0" i="0" u="none">
                <a:solidFill>
                  <a:schemeClr val="dk1"/>
                </a:solidFill>
                <a:latin typeface="Times New Roman"/>
                <a:ea typeface="Times New Roman"/>
                <a:cs typeface="Times New Roman"/>
                <a:sym typeface="Times New Roman"/>
              </a:rPr>
              <a:t> the number of components and/or the number of projected source lines in the implemented system.</a:t>
            </a:r>
            <a:endParaRPr/>
          </a:p>
        </p:txBody>
      </p:sp>
      <p:sp>
        <p:nvSpPr>
          <p:cNvPr id="1312" name="Google Shape;1312;p16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98</a:t>
            </a:fld>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316"/>
        <p:cNvGrpSpPr/>
        <p:nvPr/>
      </p:nvGrpSpPr>
      <p:grpSpPr>
        <a:xfrm>
          <a:off x="0" y="0"/>
          <a:ext cx="0" cy="0"/>
          <a:chOff x="0" y="0"/>
          <a:chExt cx="0" cy="0"/>
        </a:xfrm>
      </p:grpSpPr>
      <p:sp>
        <p:nvSpPr>
          <p:cNvPr id="1317" name="Google Shape;1317;p161"/>
          <p:cNvSpPr txBox="1">
            <a:spLocks noGrp="1"/>
          </p:cNvSpPr>
          <p:nvPr>
            <p:ph type="title"/>
          </p:nvPr>
        </p:nvSpPr>
        <p:spPr>
          <a:xfrm>
            <a:off x="685800" y="609600"/>
            <a:ext cx="7772400" cy="6096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18" name="Google Shape;1318;p161"/>
          <p:cNvSpPr txBox="1">
            <a:spLocks noGrp="1"/>
          </p:cNvSpPr>
          <p:nvPr>
            <p:ph type="body" idx="1"/>
          </p:nvPr>
        </p:nvSpPr>
        <p:spPr>
          <a:xfrm>
            <a:off x="228600" y="1447800"/>
            <a:ext cx="8763000" cy="5257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Information domain values for measurement of FP:</a:t>
            </a:r>
            <a:endParaRPr/>
          </a:p>
          <a:p>
            <a:pPr marL="342900" marR="0" lvl="0" indent="-342900" algn="just" rtl="0">
              <a:lnSpc>
                <a:spcPct val="100000"/>
              </a:lnSpc>
              <a:spcBef>
                <a:spcPts val="480"/>
              </a:spcBef>
              <a:spcAft>
                <a:spcPts val="0"/>
              </a:spcAft>
              <a:buClr>
                <a:schemeClr val="dk1"/>
              </a:buClr>
              <a:buSzPts val="2400"/>
              <a:buFont typeface="Times New Roman"/>
              <a:buAutoNum type="arabicPeriod"/>
            </a:pPr>
            <a:r>
              <a:rPr lang="en-US" sz="2400" b="1" i="0" u="none">
                <a:solidFill>
                  <a:schemeClr val="dk1"/>
                </a:solidFill>
                <a:latin typeface="Times New Roman"/>
                <a:ea typeface="Times New Roman"/>
                <a:cs typeface="Times New Roman"/>
                <a:sym typeface="Times New Roman"/>
              </a:rPr>
              <a:t>Number of external inputs (EIs)</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An EI processes data or control information that comes from outside the application’s boundary.</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Inputs should be distinguished from inquiries, which are counted separately.</a:t>
            </a:r>
            <a:endParaRPr/>
          </a:p>
          <a:p>
            <a:pPr marL="342900" marR="0" lvl="0" indent="-3429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2. </a:t>
            </a:r>
            <a:r>
              <a:rPr lang="en-US" sz="2400" b="1" i="0" u="none">
                <a:solidFill>
                  <a:schemeClr val="dk1"/>
                </a:solidFill>
                <a:latin typeface="Times New Roman"/>
                <a:ea typeface="Times New Roman"/>
                <a:cs typeface="Times New Roman"/>
                <a:sym typeface="Times New Roman"/>
              </a:rPr>
              <a:t>Number of external outputs (EOs).</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An EO is an elementary process that generates data or control information sent outside the application’s boundary</a:t>
            </a:r>
            <a:endParaRPr/>
          </a:p>
          <a:p>
            <a:pPr marL="342900" marR="0" lvl="0" indent="-3429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Each external output is derived data within the application that provides information to the user.</a:t>
            </a:r>
            <a:endParaRPr/>
          </a:p>
        </p:txBody>
      </p:sp>
      <p:sp>
        <p:nvSpPr>
          <p:cNvPr id="1319" name="Google Shape;1319;p16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99</a:t>
            </a:fld>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sp>
        <p:nvSpPr>
          <p:cNvPr id="1324" name="Google Shape;1324;p162"/>
          <p:cNvSpPr txBox="1">
            <a:spLocks noGrp="1"/>
          </p:cNvSpPr>
          <p:nvPr>
            <p:ph type="title"/>
          </p:nvPr>
        </p:nvSpPr>
        <p:spPr>
          <a:xfrm>
            <a:off x="685800" y="609600"/>
            <a:ext cx="7772400" cy="6858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25" name="Google Shape;1325;p162"/>
          <p:cNvSpPr txBox="1">
            <a:spLocks noGrp="1"/>
          </p:cNvSpPr>
          <p:nvPr>
            <p:ph type="body" idx="1"/>
          </p:nvPr>
        </p:nvSpPr>
        <p:spPr>
          <a:xfrm>
            <a:off x="228600" y="1447800"/>
            <a:ext cx="8763000" cy="5257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external output refers to reports, screens, error messages, etc. </a:t>
            </a:r>
            <a:endParaRPr/>
          </a:p>
          <a:p>
            <a:pPr marL="342900" marR="0" lvl="0" indent="-3429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3</a:t>
            </a:r>
            <a:r>
              <a:rPr lang="en-US" sz="2400" b="0" i="0" u="none">
                <a:solidFill>
                  <a:schemeClr val="dk1"/>
                </a:solidFill>
                <a:latin typeface="Times New Roman"/>
                <a:ea typeface="Times New Roman"/>
                <a:cs typeface="Times New Roman"/>
                <a:sym typeface="Times New Roman"/>
              </a:rPr>
              <a:t>. </a:t>
            </a:r>
            <a:r>
              <a:rPr lang="en-US" sz="2400" b="1" i="0" u="none">
                <a:solidFill>
                  <a:schemeClr val="dk1"/>
                </a:solidFill>
                <a:latin typeface="Times New Roman"/>
                <a:ea typeface="Times New Roman"/>
                <a:cs typeface="Times New Roman"/>
                <a:sym typeface="Times New Roman"/>
              </a:rPr>
              <a:t>Number of external inquiries (EQs).</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External Inquiry (EQ) is a transaction function with both input and output components that result in data retrieval.</a:t>
            </a:r>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 </a:t>
            </a: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An external inquiry is defined as an online input that results in the generation of some immediate software response in the form of an online output.</a:t>
            </a:r>
            <a:endParaRPr/>
          </a:p>
          <a:p>
            <a:pPr marL="342900" marR="0" lvl="0" indent="-190500" algn="l" rtl="0">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p:txBody>
      </p:sp>
      <p:sp>
        <p:nvSpPr>
          <p:cNvPr id="1326" name="Google Shape;1326;p16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100</a:t>
            </a:fld>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330"/>
        <p:cNvGrpSpPr/>
        <p:nvPr/>
      </p:nvGrpSpPr>
      <p:grpSpPr>
        <a:xfrm>
          <a:off x="0" y="0"/>
          <a:ext cx="0" cy="0"/>
          <a:chOff x="0" y="0"/>
          <a:chExt cx="0" cy="0"/>
        </a:xfrm>
      </p:grpSpPr>
      <p:sp>
        <p:nvSpPr>
          <p:cNvPr id="1331" name="Google Shape;1331;p163"/>
          <p:cNvSpPr txBox="1">
            <a:spLocks noGrp="1"/>
          </p:cNvSpPr>
          <p:nvPr>
            <p:ph type="title"/>
          </p:nvPr>
        </p:nvSpPr>
        <p:spPr>
          <a:xfrm>
            <a:off x="685800" y="6096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32" name="Google Shape;1332;p163"/>
          <p:cNvSpPr txBox="1">
            <a:spLocks noGrp="1"/>
          </p:cNvSpPr>
          <p:nvPr>
            <p:ph type="body" idx="1"/>
          </p:nvPr>
        </p:nvSpPr>
        <p:spPr>
          <a:xfrm>
            <a:off x="152400" y="1524000"/>
            <a:ext cx="8839200" cy="51054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4. Number of internal logical files (ILFs).</a:t>
            </a:r>
            <a:endParaRPr/>
          </a:p>
          <a:p>
            <a:pPr marL="0" marR="0" lvl="0" indent="-1524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Internal Logical File (ILF) is a user identifiable group of logically related data or control information that resides entirely within the application boundary.</a:t>
            </a:r>
            <a:endParaRPr/>
          </a:p>
          <a:p>
            <a:pPr marL="0" marR="0" lvl="0" indent="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0" marR="0" lvl="0" indent="-1524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Maintained via external inputs (EI).</a:t>
            </a:r>
            <a:endParaRPr/>
          </a:p>
          <a:p>
            <a:pPr marL="0" marR="0" lvl="0" indent="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0" marR="0" lvl="0" indent="0" algn="l" rtl="0">
              <a:lnSpc>
                <a:spcPct val="100000"/>
              </a:lnSpc>
              <a:spcBef>
                <a:spcPts val="480"/>
              </a:spcBef>
              <a:spcAft>
                <a:spcPts val="0"/>
              </a:spcAft>
              <a:buClr>
                <a:schemeClr val="dk1"/>
              </a:buClr>
              <a:buSzPts val="2400"/>
              <a:buFont typeface="Times New Roman"/>
              <a:buNone/>
            </a:pPr>
            <a:r>
              <a:rPr lang="en-US" sz="2400" b="1" i="0" u="none">
                <a:solidFill>
                  <a:schemeClr val="dk1"/>
                </a:solidFill>
                <a:latin typeface="Times New Roman"/>
                <a:ea typeface="Times New Roman"/>
                <a:cs typeface="Times New Roman"/>
                <a:sym typeface="Times New Roman"/>
              </a:rPr>
              <a:t>5. Number of external interface files (EIFs).</a:t>
            </a:r>
            <a:endParaRPr/>
          </a:p>
          <a:p>
            <a:pPr marL="0" marR="0" lvl="0" indent="-152400" algn="just"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the data resides entirely outside the application and is maintained by another application. The external interface file is an internal logical file for another application.</a:t>
            </a:r>
            <a:endParaRPr/>
          </a:p>
        </p:txBody>
      </p:sp>
      <p:sp>
        <p:nvSpPr>
          <p:cNvPr id="1333" name="Google Shape;1333;p16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101</a:t>
            </a:fld>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337"/>
        <p:cNvGrpSpPr/>
        <p:nvPr/>
      </p:nvGrpSpPr>
      <p:grpSpPr>
        <a:xfrm>
          <a:off x="0" y="0"/>
          <a:ext cx="0" cy="0"/>
          <a:chOff x="0" y="0"/>
          <a:chExt cx="0" cy="0"/>
        </a:xfrm>
      </p:grpSpPr>
      <p:sp>
        <p:nvSpPr>
          <p:cNvPr id="1338" name="Google Shape;1338;p16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39" name="Google Shape;1339;p16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To compute function points (FP), the following relationship is used:</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where count total is the sum of all FP entries </a:t>
            </a:r>
            <a:endParaRPr/>
          </a:p>
        </p:txBody>
      </p:sp>
      <p:sp>
        <p:nvSpPr>
          <p:cNvPr id="1340" name="Google Shape;1340;p16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102</a:t>
            </a:fld>
            <a:endParaRPr/>
          </a:p>
        </p:txBody>
      </p:sp>
      <p:pic>
        <p:nvPicPr>
          <p:cNvPr id="1341" name="Google Shape;1341;p164"/>
          <p:cNvPicPr preferRelativeResize="0"/>
          <p:nvPr/>
        </p:nvPicPr>
        <p:blipFill rotWithShape="1">
          <a:blip r:embed="rId3">
            <a:alphaModFix/>
          </a:blip>
          <a:srcRect/>
          <a:stretch/>
        </p:blipFill>
        <p:spPr>
          <a:xfrm>
            <a:off x="1143000" y="3276600"/>
            <a:ext cx="6781800" cy="129540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345"/>
        <p:cNvGrpSpPr/>
        <p:nvPr/>
      </p:nvGrpSpPr>
      <p:grpSpPr>
        <a:xfrm>
          <a:off x="0" y="0"/>
          <a:ext cx="0" cy="0"/>
          <a:chOff x="0" y="0"/>
          <a:chExt cx="0" cy="0"/>
        </a:xfrm>
      </p:grpSpPr>
      <p:sp>
        <p:nvSpPr>
          <p:cNvPr id="1346" name="Google Shape;1346;p16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103</a:t>
            </a:fld>
            <a:endParaRPr/>
          </a:p>
        </p:txBody>
      </p:sp>
      <p:pic>
        <p:nvPicPr>
          <p:cNvPr id="1347" name="Google Shape;1347;p165"/>
          <p:cNvPicPr preferRelativeResize="0"/>
          <p:nvPr/>
        </p:nvPicPr>
        <p:blipFill rotWithShape="1">
          <a:blip r:embed="rId3">
            <a:alphaModFix/>
          </a:blip>
          <a:srcRect/>
          <a:stretch/>
        </p:blipFill>
        <p:spPr>
          <a:xfrm>
            <a:off x="304800" y="685800"/>
            <a:ext cx="8610601" cy="6019800"/>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351"/>
        <p:cNvGrpSpPr/>
        <p:nvPr/>
      </p:nvGrpSpPr>
      <p:grpSpPr>
        <a:xfrm>
          <a:off x="0" y="0"/>
          <a:ext cx="0" cy="0"/>
          <a:chOff x="0" y="0"/>
          <a:chExt cx="0" cy="0"/>
        </a:xfrm>
      </p:grpSpPr>
      <p:sp>
        <p:nvSpPr>
          <p:cNvPr id="1352" name="Google Shape;1352;p16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104</a:t>
            </a:fld>
            <a:endParaRPr/>
          </a:p>
        </p:txBody>
      </p:sp>
      <p:pic>
        <p:nvPicPr>
          <p:cNvPr id="1353" name="Google Shape;1353;p166"/>
          <p:cNvPicPr preferRelativeResize="0"/>
          <p:nvPr/>
        </p:nvPicPr>
        <p:blipFill rotWithShape="1">
          <a:blip r:embed="rId3">
            <a:alphaModFix/>
          </a:blip>
          <a:srcRect/>
          <a:stretch/>
        </p:blipFill>
        <p:spPr>
          <a:xfrm>
            <a:off x="0" y="0"/>
            <a:ext cx="9067801" cy="662940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357"/>
        <p:cNvGrpSpPr/>
        <p:nvPr/>
      </p:nvGrpSpPr>
      <p:grpSpPr>
        <a:xfrm>
          <a:off x="0" y="0"/>
          <a:ext cx="0" cy="0"/>
          <a:chOff x="0" y="0"/>
          <a:chExt cx="0" cy="0"/>
        </a:xfrm>
      </p:grpSpPr>
      <p:sp>
        <p:nvSpPr>
          <p:cNvPr id="1358" name="Google Shape;1358;p167"/>
          <p:cNvSpPr txBox="1">
            <a:spLocks noGrp="1"/>
          </p:cNvSpPr>
          <p:nvPr>
            <p:ph type="title"/>
          </p:nvPr>
        </p:nvSpPr>
        <p:spPr>
          <a:xfrm>
            <a:off x="685800" y="609600"/>
            <a:ext cx="7772400" cy="6858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59" name="Google Shape;1359;p167"/>
          <p:cNvSpPr txBox="1">
            <a:spLocks noGrp="1"/>
          </p:cNvSpPr>
          <p:nvPr>
            <p:ph type="body" idx="1"/>
          </p:nvPr>
        </p:nvSpPr>
        <p:spPr>
          <a:xfrm>
            <a:off x="304800" y="1600200"/>
            <a:ext cx="8610600" cy="5029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Each of these questions is answered for VAF using a scale that ranges from 0 (not important or applicable) to 5 (absolutely essential).</a:t>
            </a:r>
            <a:endParaRPr/>
          </a:p>
        </p:txBody>
      </p:sp>
      <p:sp>
        <p:nvSpPr>
          <p:cNvPr id="1360" name="Google Shape;1360;p16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105</a:t>
            </a:fld>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364"/>
        <p:cNvGrpSpPr/>
        <p:nvPr/>
      </p:nvGrpSpPr>
      <p:grpSpPr>
        <a:xfrm>
          <a:off x="0" y="0"/>
          <a:ext cx="0" cy="0"/>
          <a:chOff x="0" y="0"/>
          <a:chExt cx="0" cy="0"/>
        </a:xfrm>
      </p:grpSpPr>
      <p:sp>
        <p:nvSpPr>
          <p:cNvPr id="1365" name="Google Shape;1365;p16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106</a:t>
            </a:fld>
            <a:endParaRPr/>
          </a:p>
        </p:txBody>
      </p:sp>
      <p:pic>
        <p:nvPicPr>
          <p:cNvPr id="1366" name="Google Shape;1366;p168"/>
          <p:cNvPicPr preferRelativeResize="0"/>
          <p:nvPr/>
        </p:nvPicPr>
        <p:blipFill rotWithShape="1">
          <a:blip r:embed="rId3">
            <a:alphaModFix/>
          </a:blip>
          <a:srcRect/>
          <a:stretch/>
        </p:blipFill>
        <p:spPr>
          <a:xfrm>
            <a:off x="0" y="0"/>
            <a:ext cx="9144000" cy="685800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370"/>
        <p:cNvGrpSpPr/>
        <p:nvPr/>
      </p:nvGrpSpPr>
      <p:grpSpPr>
        <a:xfrm>
          <a:off x="0" y="0"/>
          <a:ext cx="0" cy="0"/>
          <a:chOff x="0" y="0"/>
          <a:chExt cx="0" cy="0"/>
        </a:xfrm>
      </p:grpSpPr>
      <p:sp>
        <p:nvSpPr>
          <p:cNvPr id="1371" name="Google Shape;1371;p16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Function Point (FP)</a:t>
            </a:r>
            <a:endParaRPr/>
          </a:p>
        </p:txBody>
      </p:sp>
      <p:sp>
        <p:nvSpPr>
          <p:cNvPr id="1372" name="Google Shape;1372;p169"/>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139700" algn="l" rtl="0">
              <a:lnSpc>
                <a:spcPct val="100000"/>
              </a:lnSpc>
              <a:spcBef>
                <a:spcPts val="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Example FP: </a:t>
            </a:r>
            <a:r>
              <a:rPr lang="en-US" sz="3200" b="0" i="0" u="sng">
                <a:solidFill>
                  <a:schemeClr val="hlink"/>
                </a:solidFill>
                <a:latin typeface="Times New Roman"/>
                <a:ea typeface="Times New Roman"/>
                <a:cs typeface="Times New Roman"/>
                <a:sym typeface="Times New Roman"/>
                <a:hlinkClick r:id="rId3"/>
              </a:rPr>
              <a:t>..\..\Desktop\Example FP.docx</a:t>
            </a:r>
            <a:endParaRPr/>
          </a:p>
        </p:txBody>
      </p:sp>
      <p:sp>
        <p:nvSpPr>
          <p:cNvPr id="1373" name="Google Shape;1373;p16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107</a:t>
            </a:fld>
            <a:endParaRPr/>
          </a:p>
        </p:txBody>
      </p:sp>
      <p:pic>
        <p:nvPicPr>
          <p:cNvPr id="1374" name="Google Shape;1374;p169"/>
          <p:cNvPicPr preferRelativeResize="0"/>
          <p:nvPr/>
        </p:nvPicPr>
        <p:blipFill rotWithShape="1">
          <a:blip r:embed="rId4">
            <a:alphaModFix/>
          </a:blip>
          <a:srcRect/>
          <a:stretch/>
        </p:blipFill>
        <p:spPr>
          <a:xfrm>
            <a:off x="0" y="2057400"/>
            <a:ext cx="9144000" cy="99060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378"/>
        <p:cNvGrpSpPr/>
        <p:nvPr/>
      </p:nvGrpSpPr>
      <p:grpSpPr>
        <a:xfrm>
          <a:off x="0" y="0"/>
          <a:ext cx="0" cy="0"/>
          <a:chOff x="0" y="0"/>
          <a:chExt cx="0" cy="0"/>
        </a:xfrm>
      </p:grpSpPr>
      <p:sp>
        <p:nvSpPr>
          <p:cNvPr id="1379" name="Google Shape;1379;p17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108</a:t>
            </a:fld>
            <a:endParaRPr/>
          </a:p>
        </p:txBody>
      </p:sp>
      <p:pic>
        <p:nvPicPr>
          <p:cNvPr id="1380" name="Google Shape;1380;p170"/>
          <p:cNvPicPr preferRelativeResize="0"/>
          <p:nvPr/>
        </p:nvPicPr>
        <p:blipFill rotWithShape="1">
          <a:blip r:embed="rId3">
            <a:alphaModFix/>
          </a:blip>
          <a:srcRect/>
          <a:stretch/>
        </p:blipFill>
        <p:spPr>
          <a:xfrm>
            <a:off x="152400" y="228600"/>
            <a:ext cx="8991600" cy="640080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384"/>
        <p:cNvGrpSpPr/>
        <p:nvPr/>
      </p:nvGrpSpPr>
      <p:grpSpPr>
        <a:xfrm>
          <a:off x="0" y="0"/>
          <a:ext cx="0" cy="0"/>
          <a:chOff x="0" y="0"/>
          <a:chExt cx="0" cy="0"/>
        </a:xfrm>
      </p:grpSpPr>
      <p:sp>
        <p:nvSpPr>
          <p:cNvPr id="1385" name="Google Shape;1385;p17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Line Of Code (LOC)</a:t>
            </a:r>
            <a:endParaRPr/>
          </a:p>
        </p:txBody>
      </p:sp>
      <p:sp>
        <p:nvSpPr>
          <p:cNvPr id="1386" name="Google Shape;1386;p171"/>
          <p:cNvSpPr txBox="1">
            <a:spLocks noGrp="1"/>
          </p:cNvSpPr>
          <p:nvPr>
            <p:ph type="body" idx="1"/>
          </p:nvPr>
        </p:nvSpPr>
        <p:spPr>
          <a:xfrm>
            <a:off x="685800" y="1828800"/>
            <a:ext cx="7772400" cy="46482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LOC is a software metric used to measure the size of computer program by counting number of lines in the text of program’s source code.</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Lines used for commenting code and header files are ignored.</a:t>
            </a:r>
            <a:endParaRPr/>
          </a:p>
          <a:p>
            <a:pPr marL="342900" marR="0" lvl="0" indent="-190500" algn="just"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LOC is typically used to predict the amount of effort that will be required to develop a program as well as to estimate programming productivity or maintainability once the software product is developed.</a:t>
            </a:r>
            <a:endParaRPr/>
          </a:p>
        </p:txBody>
      </p:sp>
      <p:sp>
        <p:nvSpPr>
          <p:cNvPr id="1387" name="Google Shape;1387;p171"/>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109</a:t>
            </a:fld>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1391"/>
        <p:cNvGrpSpPr/>
        <p:nvPr/>
      </p:nvGrpSpPr>
      <p:grpSpPr>
        <a:xfrm>
          <a:off x="0" y="0"/>
          <a:ext cx="0" cy="0"/>
          <a:chOff x="0" y="0"/>
          <a:chExt cx="0" cy="0"/>
        </a:xfrm>
      </p:grpSpPr>
      <p:sp>
        <p:nvSpPr>
          <p:cNvPr id="1392" name="Google Shape;1392;p17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Line Of Code (LOC)</a:t>
            </a:r>
            <a:endParaRPr/>
          </a:p>
        </p:txBody>
      </p:sp>
      <p:sp>
        <p:nvSpPr>
          <p:cNvPr id="1393" name="Google Shape;1393;p172"/>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Two major types of LOC:</a:t>
            </a:r>
            <a:endParaRPr/>
          </a:p>
          <a:p>
            <a:pPr marL="342900" marR="0" lvl="0" indent="-342900" algn="l" rtl="0">
              <a:lnSpc>
                <a:spcPct val="100000"/>
              </a:lnSpc>
              <a:spcBef>
                <a:spcPts val="640"/>
              </a:spcBef>
              <a:spcAft>
                <a:spcPts val="0"/>
              </a:spcAft>
              <a:buClr>
                <a:schemeClr val="dk1"/>
              </a:buClr>
              <a:buSzPts val="3200"/>
              <a:buFont typeface="Times New Roman"/>
              <a:buAutoNum type="arabicPeriod"/>
            </a:pPr>
            <a:r>
              <a:rPr lang="en-US" sz="3200" b="0" i="0" u="none">
                <a:solidFill>
                  <a:schemeClr val="dk1"/>
                </a:solidFill>
                <a:latin typeface="Times New Roman"/>
                <a:ea typeface="Times New Roman"/>
                <a:cs typeface="Times New Roman"/>
                <a:sym typeface="Times New Roman"/>
              </a:rPr>
              <a:t>Physical LOC: count text</a:t>
            </a:r>
            <a:endParaRPr/>
          </a:p>
          <a:p>
            <a:pPr marL="342900" marR="0" lvl="0" indent="-342900" algn="l" rtl="0">
              <a:lnSpc>
                <a:spcPct val="100000"/>
              </a:lnSpc>
              <a:spcBef>
                <a:spcPts val="640"/>
              </a:spcBef>
              <a:spcAft>
                <a:spcPts val="0"/>
              </a:spcAft>
              <a:buClr>
                <a:schemeClr val="dk1"/>
              </a:buClr>
              <a:buSzPts val="3200"/>
              <a:buFont typeface="Times New Roman"/>
              <a:buAutoNum type="arabicPeriod"/>
            </a:pPr>
            <a:r>
              <a:rPr lang="en-US" sz="3200" b="0" i="0" u="none">
                <a:solidFill>
                  <a:schemeClr val="dk1"/>
                </a:solidFill>
                <a:latin typeface="Times New Roman"/>
                <a:ea typeface="Times New Roman"/>
                <a:cs typeface="Times New Roman"/>
                <a:sym typeface="Times New Roman"/>
              </a:rPr>
              <a:t>Logical LOC: count number of executable statements</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None/>
            </a:pPr>
            <a:r>
              <a:rPr lang="en-US" sz="3200" b="0" i="0" u="none">
                <a:solidFill>
                  <a:schemeClr val="dk1"/>
                </a:solidFill>
                <a:latin typeface="Times New Roman"/>
                <a:ea typeface="Times New Roman"/>
                <a:cs typeface="Times New Roman"/>
                <a:sym typeface="Times New Roman"/>
              </a:rPr>
              <a:t>LOC example: </a:t>
            </a:r>
            <a:r>
              <a:rPr lang="en-US" sz="3200" b="0" i="0" u="sng">
                <a:solidFill>
                  <a:schemeClr val="hlink"/>
                </a:solidFill>
                <a:latin typeface="Times New Roman"/>
                <a:ea typeface="Times New Roman"/>
                <a:cs typeface="Times New Roman"/>
                <a:sym typeface="Times New Roman"/>
                <a:hlinkClick r:id="rId3"/>
              </a:rPr>
              <a:t>..\..\Desktop\Example LOC.docx</a:t>
            </a:r>
            <a:endParaRPr/>
          </a:p>
          <a:p>
            <a:pPr marL="342900" marR="0" lvl="0" indent="-139700" algn="l" rtl="0">
              <a:spcBef>
                <a:spcPts val="640"/>
              </a:spcBef>
              <a:spcAft>
                <a:spcPts val="0"/>
              </a:spcAft>
              <a:buClr>
                <a:schemeClr val="dk1"/>
              </a:buClr>
              <a:buSzPts val="3200"/>
              <a:buFont typeface="Times New Roman"/>
              <a:buNone/>
            </a:pPr>
            <a:endParaRPr sz="3200" b="0" i="0" u="sng">
              <a:solidFill>
                <a:schemeClr val="hlink"/>
              </a:solidFill>
              <a:latin typeface="Times New Roman"/>
              <a:ea typeface="Times New Roman"/>
              <a:cs typeface="Times New Roman"/>
              <a:sym typeface="Times New Roman"/>
              <a:hlinkClick r:id="rId3"/>
            </a:endParaRPr>
          </a:p>
        </p:txBody>
      </p:sp>
      <p:sp>
        <p:nvSpPr>
          <p:cNvPr id="1394" name="Google Shape;1394;p17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110</a:t>
            </a:fld>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398"/>
        <p:cNvGrpSpPr/>
        <p:nvPr/>
      </p:nvGrpSpPr>
      <p:grpSpPr>
        <a:xfrm>
          <a:off x="0" y="0"/>
          <a:ext cx="0" cy="0"/>
          <a:chOff x="0" y="0"/>
          <a:chExt cx="0" cy="0"/>
        </a:xfrm>
      </p:grpSpPr>
      <p:sp>
        <p:nvSpPr>
          <p:cNvPr id="1399" name="Google Shape;1399;p17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The Structure of Estimation Models</a:t>
            </a:r>
            <a:endParaRPr/>
          </a:p>
        </p:txBody>
      </p:sp>
      <p:sp>
        <p:nvSpPr>
          <p:cNvPr id="1400" name="Google Shape;1400;p173"/>
          <p:cNvSpPr txBox="1">
            <a:spLocks noGrp="1"/>
          </p:cNvSpPr>
          <p:nvPr>
            <p:ph type="body" idx="1"/>
          </p:nvPr>
        </p:nvSpPr>
        <p:spPr>
          <a:xfrm>
            <a:off x="685800" y="1981200"/>
            <a:ext cx="7772400" cy="4648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The overall structure of such models takes the form:</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1" u="none">
                <a:solidFill>
                  <a:schemeClr val="dk1"/>
                </a:solidFill>
                <a:latin typeface="Times New Roman"/>
                <a:ea typeface="Times New Roman"/>
                <a:cs typeface="Times New Roman"/>
                <a:sym typeface="Times New Roman"/>
              </a:rPr>
              <a:t>A, B, and C are empirically derived constants, </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1" u="none">
                <a:solidFill>
                  <a:schemeClr val="dk1"/>
                </a:solidFill>
                <a:latin typeface="Times New Roman"/>
                <a:ea typeface="Times New Roman"/>
                <a:cs typeface="Times New Roman"/>
                <a:sym typeface="Times New Roman"/>
              </a:rPr>
              <a:t>E is effort in person-months, and</a:t>
            </a:r>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1" u="none">
                <a:solidFill>
                  <a:schemeClr val="dk1"/>
                </a:solidFill>
                <a:latin typeface="Times New Roman"/>
                <a:ea typeface="Times New Roman"/>
                <a:cs typeface="Times New Roman"/>
                <a:sym typeface="Times New Roman"/>
              </a:rPr>
              <a:t>ev is the estimation variable (either LOC or FP).</a:t>
            </a:r>
            <a:endParaRPr/>
          </a:p>
        </p:txBody>
      </p:sp>
      <p:sp>
        <p:nvSpPr>
          <p:cNvPr id="1401" name="Google Shape;1401;p17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111</a:t>
            </a:fld>
            <a:endParaRPr/>
          </a:p>
        </p:txBody>
      </p:sp>
      <p:pic>
        <p:nvPicPr>
          <p:cNvPr id="1402" name="Google Shape;1402;p173"/>
          <p:cNvPicPr preferRelativeResize="0"/>
          <p:nvPr/>
        </p:nvPicPr>
        <p:blipFill rotWithShape="1">
          <a:blip r:embed="rId3">
            <a:alphaModFix/>
          </a:blip>
          <a:srcRect/>
          <a:stretch/>
        </p:blipFill>
        <p:spPr>
          <a:xfrm>
            <a:off x="2743200" y="3200400"/>
            <a:ext cx="2667000" cy="557212"/>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406"/>
        <p:cNvGrpSpPr/>
        <p:nvPr/>
      </p:nvGrpSpPr>
      <p:grpSpPr>
        <a:xfrm>
          <a:off x="0" y="0"/>
          <a:ext cx="0" cy="0"/>
          <a:chOff x="0" y="0"/>
          <a:chExt cx="0" cy="0"/>
        </a:xfrm>
      </p:grpSpPr>
      <p:sp>
        <p:nvSpPr>
          <p:cNvPr id="1407" name="Google Shape;1407;p17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112</a:t>
            </a:fld>
            <a:endParaRPr/>
          </a:p>
        </p:txBody>
      </p:sp>
      <p:pic>
        <p:nvPicPr>
          <p:cNvPr id="1408" name="Google Shape;1408;p174"/>
          <p:cNvPicPr preferRelativeResize="0"/>
          <p:nvPr/>
        </p:nvPicPr>
        <p:blipFill rotWithShape="1">
          <a:blip r:embed="rId3">
            <a:alphaModFix/>
          </a:blip>
          <a:srcRect/>
          <a:stretch/>
        </p:blipFill>
        <p:spPr>
          <a:xfrm>
            <a:off x="311150" y="1828800"/>
            <a:ext cx="8521699" cy="320040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412"/>
        <p:cNvGrpSpPr/>
        <p:nvPr/>
      </p:nvGrpSpPr>
      <p:grpSpPr>
        <a:xfrm>
          <a:off x="0" y="0"/>
          <a:ext cx="0" cy="0"/>
          <a:chOff x="0" y="0"/>
          <a:chExt cx="0" cy="0"/>
        </a:xfrm>
      </p:grpSpPr>
      <p:sp>
        <p:nvSpPr>
          <p:cNvPr id="1413" name="Google Shape;1413;p17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COCOMO(Constructive Cost Model)</a:t>
            </a:r>
            <a:endParaRPr/>
          </a:p>
        </p:txBody>
      </p:sp>
      <p:sp>
        <p:nvSpPr>
          <p:cNvPr id="1414" name="Google Shape;1414;p175"/>
          <p:cNvSpPr txBox="1">
            <a:spLocks noGrp="1"/>
          </p:cNvSpPr>
          <p:nvPr>
            <p:ph type="body" idx="1"/>
          </p:nvPr>
        </p:nvSpPr>
        <p:spPr>
          <a:xfrm>
            <a:off x="685800" y="1981200"/>
            <a:ext cx="7772400" cy="4495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262626"/>
              </a:buClr>
              <a:buSzPts val="2000"/>
              <a:buFont typeface="Times New Roman"/>
              <a:buChar char="•"/>
            </a:pPr>
            <a:r>
              <a:rPr lang="en-US" sz="2000" b="0" i="0" u="none">
                <a:solidFill>
                  <a:srgbClr val="262626"/>
                </a:solidFill>
                <a:latin typeface="Times New Roman"/>
                <a:ea typeface="Times New Roman"/>
                <a:cs typeface="Times New Roman"/>
                <a:sym typeface="Times New Roman"/>
              </a:rPr>
              <a:t>COCOMO II is actually a hierarchy of estimation models that address the following areas:</a:t>
            </a:r>
            <a:endParaRPr/>
          </a:p>
          <a:p>
            <a:pPr marL="342900" marR="0" lvl="0" indent="-215900" algn="l" rtl="0">
              <a:lnSpc>
                <a:spcPct val="100000"/>
              </a:lnSpc>
              <a:spcBef>
                <a:spcPts val="300"/>
              </a:spcBef>
              <a:spcAft>
                <a:spcPts val="0"/>
              </a:spcAft>
              <a:buClr>
                <a:schemeClr val="dk1"/>
              </a:buClr>
              <a:buSzPts val="2000"/>
              <a:buFont typeface="Times New Roman"/>
              <a:buNone/>
            </a:pPr>
            <a:endParaRPr sz="2000" b="0" i="0" u="none">
              <a:solidFill>
                <a:srgbClr val="262626"/>
              </a:solidFill>
              <a:latin typeface="Times New Roman"/>
              <a:ea typeface="Times New Roman"/>
              <a:cs typeface="Times New Roman"/>
              <a:sym typeface="Times New Roman"/>
            </a:endParaRPr>
          </a:p>
          <a:p>
            <a:pPr marL="342900" marR="0" lvl="0" indent="-342900" algn="l" rtl="0">
              <a:lnSpc>
                <a:spcPct val="100000"/>
              </a:lnSpc>
              <a:spcBef>
                <a:spcPts val="300"/>
              </a:spcBef>
              <a:spcAft>
                <a:spcPts val="0"/>
              </a:spcAft>
              <a:buClr>
                <a:srgbClr val="262626"/>
              </a:buClr>
              <a:buSzPts val="2000"/>
              <a:buFont typeface="Times New Roman"/>
              <a:buChar char="•"/>
            </a:pPr>
            <a:r>
              <a:rPr lang="en-US" sz="2000" b="1" i="1" u="none">
                <a:solidFill>
                  <a:srgbClr val="262626"/>
                </a:solidFill>
                <a:latin typeface="Times New Roman"/>
                <a:ea typeface="Times New Roman"/>
                <a:cs typeface="Times New Roman"/>
                <a:sym typeface="Times New Roman"/>
              </a:rPr>
              <a:t>Application composition model. </a:t>
            </a:r>
            <a:r>
              <a:rPr lang="en-US" sz="2000" b="0" i="0" u="none">
                <a:solidFill>
                  <a:srgbClr val="262626"/>
                </a:solidFill>
                <a:latin typeface="Times New Roman"/>
                <a:ea typeface="Times New Roman"/>
                <a:cs typeface="Times New Roman"/>
                <a:sym typeface="Times New Roman"/>
              </a:rPr>
              <a:t>Used during the early stages of software engineering, when prototyping of user interfaces, consideration of software and system interaction, assessment of performance, and evaluation of technology maturity are paramount.</a:t>
            </a:r>
            <a:endParaRPr/>
          </a:p>
          <a:p>
            <a:pPr marL="342900" marR="0" lvl="0" indent="-215900" algn="l" rtl="0">
              <a:lnSpc>
                <a:spcPct val="100000"/>
              </a:lnSpc>
              <a:spcBef>
                <a:spcPts val="300"/>
              </a:spcBef>
              <a:spcAft>
                <a:spcPts val="0"/>
              </a:spcAft>
              <a:buClr>
                <a:schemeClr val="dk1"/>
              </a:buClr>
              <a:buSzPts val="2000"/>
              <a:buFont typeface="Times New Roman"/>
              <a:buNone/>
            </a:pPr>
            <a:endParaRPr sz="2000" b="0" i="0" u="none">
              <a:solidFill>
                <a:srgbClr val="262626"/>
              </a:solidFill>
              <a:latin typeface="Times New Roman"/>
              <a:ea typeface="Times New Roman"/>
              <a:cs typeface="Times New Roman"/>
              <a:sym typeface="Times New Roman"/>
            </a:endParaRPr>
          </a:p>
          <a:p>
            <a:pPr marL="342900" marR="0" lvl="0" indent="-342900" algn="l" rtl="0">
              <a:lnSpc>
                <a:spcPct val="100000"/>
              </a:lnSpc>
              <a:spcBef>
                <a:spcPts val="300"/>
              </a:spcBef>
              <a:spcAft>
                <a:spcPts val="0"/>
              </a:spcAft>
              <a:buClr>
                <a:srgbClr val="262626"/>
              </a:buClr>
              <a:buSzPts val="2000"/>
              <a:buFont typeface="Times New Roman"/>
              <a:buChar char="•"/>
            </a:pPr>
            <a:r>
              <a:rPr lang="en-US" sz="2000" b="1" i="1" u="none">
                <a:solidFill>
                  <a:srgbClr val="262626"/>
                </a:solidFill>
                <a:latin typeface="Times New Roman"/>
                <a:ea typeface="Times New Roman"/>
                <a:cs typeface="Times New Roman"/>
                <a:sym typeface="Times New Roman"/>
              </a:rPr>
              <a:t>Early design stage model</a:t>
            </a:r>
            <a:r>
              <a:rPr lang="en-US" sz="2000" b="0" i="1" u="none">
                <a:solidFill>
                  <a:srgbClr val="262626"/>
                </a:solidFill>
                <a:latin typeface="Times New Roman"/>
                <a:ea typeface="Times New Roman"/>
                <a:cs typeface="Times New Roman"/>
                <a:sym typeface="Times New Roman"/>
              </a:rPr>
              <a:t>.</a:t>
            </a:r>
            <a:r>
              <a:rPr lang="en-US" sz="2000" b="0" i="0" u="none">
                <a:solidFill>
                  <a:srgbClr val="262626"/>
                </a:solidFill>
                <a:latin typeface="Times New Roman"/>
                <a:ea typeface="Times New Roman"/>
                <a:cs typeface="Times New Roman"/>
                <a:sym typeface="Times New Roman"/>
              </a:rPr>
              <a:t> Used once requirements have been stabilized and basic software architecture has been established.</a:t>
            </a:r>
            <a:endParaRPr/>
          </a:p>
          <a:p>
            <a:pPr marL="342900" marR="0" lvl="0" indent="-215900" algn="l" rtl="0">
              <a:lnSpc>
                <a:spcPct val="100000"/>
              </a:lnSpc>
              <a:spcBef>
                <a:spcPts val="300"/>
              </a:spcBef>
              <a:spcAft>
                <a:spcPts val="0"/>
              </a:spcAft>
              <a:buClr>
                <a:schemeClr val="dk1"/>
              </a:buClr>
              <a:buSzPts val="2000"/>
              <a:buFont typeface="Times New Roman"/>
              <a:buNone/>
            </a:pPr>
            <a:endParaRPr sz="2000" b="0" i="0" u="none">
              <a:solidFill>
                <a:srgbClr val="262626"/>
              </a:solidFill>
              <a:latin typeface="Times New Roman"/>
              <a:ea typeface="Times New Roman"/>
              <a:cs typeface="Times New Roman"/>
              <a:sym typeface="Times New Roman"/>
            </a:endParaRPr>
          </a:p>
          <a:p>
            <a:pPr marL="342900" marR="0" lvl="0" indent="-342900" algn="l" rtl="0">
              <a:lnSpc>
                <a:spcPct val="100000"/>
              </a:lnSpc>
              <a:spcBef>
                <a:spcPts val="300"/>
              </a:spcBef>
              <a:spcAft>
                <a:spcPts val="0"/>
              </a:spcAft>
              <a:buClr>
                <a:srgbClr val="262626"/>
              </a:buClr>
              <a:buSzPts val="2000"/>
              <a:buFont typeface="Times New Roman"/>
              <a:buChar char="•"/>
            </a:pPr>
            <a:r>
              <a:rPr lang="en-US" sz="2000" b="1" i="1" u="none">
                <a:solidFill>
                  <a:srgbClr val="262626"/>
                </a:solidFill>
                <a:latin typeface="Times New Roman"/>
                <a:ea typeface="Times New Roman"/>
                <a:cs typeface="Times New Roman"/>
                <a:sym typeface="Times New Roman"/>
              </a:rPr>
              <a:t>Post-architecture-stage model.</a:t>
            </a:r>
            <a:r>
              <a:rPr lang="en-US" sz="2000" b="1" i="0" u="none">
                <a:solidFill>
                  <a:srgbClr val="262626"/>
                </a:solidFill>
                <a:latin typeface="Times New Roman"/>
                <a:ea typeface="Times New Roman"/>
                <a:cs typeface="Times New Roman"/>
                <a:sym typeface="Times New Roman"/>
              </a:rPr>
              <a:t> </a:t>
            </a:r>
            <a:r>
              <a:rPr lang="en-US" sz="2000" b="0" i="0" u="none">
                <a:solidFill>
                  <a:srgbClr val="262626"/>
                </a:solidFill>
                <a:latin typeface="Times New Roman"/>
                <a:ea typeface="Times New Roman"/>
                <a:cs typeface="Times New Roman"/>
                <a:sym typeface="Times New Roman"/>
              </a:rPr>
              <a:t>Used during the construction of the software.</a:t>
            </a:r>
            <a:endParaRPr/>
          </a:p>
          <a:p>
            <a:pPr marL="342900" marR="0" lvl="0" indent="-215900" algn="l" rtl="0">
              <a:spcBef>
                <a:spcPts val="400"/>
              </a:spcBef>
              <a:spcAft>
                <a:spcPts val="0"/>
              </a:spcAft>
              <a:buClr>
                <a:schemeClr val="dk1"/>
              </a:buClr>
              <a:buSzPts val="2000"/>
              <a:buFont typeface="Times New Roman"/>
              <a:buNone/>
            </a:pPr>
            <a:endParaRPr sz="2000" b="0" i="0" u="none">
              <a:solidFill>
                <a:srgbClr val="262626"/>
              </a:solidFill>
              <a:latin typeface="Times New Roman"/>
              <a:ea typeface="Times New Roman"/>
              <a:cs typeface="Times New Roman"/>
              <a:sym typeface="Times New Roman"/>
            </a:endParaRPr>
          </a:p>
        </p:txBody>
      </p:sp>
      <p:sp>
        <p:nvSpPr>
          <p:cNvPr id="1415" name="Google Shape;1415;p17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113</a:t>
            </a:fld>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419"/>
        <p:cNvGrpSpPr/>
        <p:nvPr/>
      </p:nvGrpSpPr>
      <p:grpSpPr>
        <a:xfrm>
          <a:off x="0" y="0"/>
          <a:ext cx="0" cy="0"/>
          <a:chOff x="0" y="0"/>
          <a:chExt cx="0" cy="0"/>
        </a:xfrm>
      </p:grpSpPr>
      <p:sp>
        <p:nvSpPr>
          <p:cNvPr id="1420" name="Google Shape;1420;p17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COCOMO(Constructive Cost Model)</a:t>
            </a:r>
            <a:endParaRPr/>
          </a:p>
        </p:txBody>
      </p:sp>
      <p:sp>
        <p:nvSpPr>
          <p:cNvPr id="1421" name="Google Shape;1421;p176"/>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Like all estimation models for software, the COCOMO II models require sizing information.</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Three different sizing options are available as part of the model hierarchy: </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object points</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function points</a:t>
            </a:r>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lines of source code</a:t>
            </a:r>
            <a:endParaRPr/>
          </a:p>
        </p:txBody>
      </p:sp>
      <p:sp>
        <p:nvSpPr>
          <p:cNvPr id="1422" name="Google Shape;1422;p17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114</a:t>
            </a:fld>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426"/>
        <p:cNvGrpSpPr/>
        <p:nvPr/>
      </p:nvGrpSpPr>
      <p:grpSpPr>
        <a:xfrm>
          <a:off x="0" y="0"/>
          <a:ext cx="0" cy="0"/>
          <a:chOff x="0" y="0"/>
          <a:chExt cx="0" cy="0"/>
        </a:xfrm>
      </p:grpSpPr>
      <p:sp>
        <p:nvSpPr>
          <p:cNvPr id="1427" name="Google Shape;1427;p17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COCOMO(Constructive Cost Model)</a:t>
            </a:r>
            <a:endParaRPr/>
          </a:p>
        </p:txBody>
      </p:sp>
      <p:sp>
        <p:nvSpPr>
          <p:cNvPr id="1428" name="Google Shape;1428;p177"/>
          <p:cNvSpPr txBox="1">
            <a:spLocks noGrp="1"/>
          </p:cNvSpPr>
          <p:nvPr>
            <p:ph type="body" idx="1"/>
          </p:nvPr>
        </p:nvSpPr>
        <p:spPr>
          <a:xfrm>
            <a:off x="685800" y="1981200"/>
            <a:ext cx="7772400" cy="4572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1" i="0" u="none">
                <a:solidFill>
                  <a:schemeClr val="dk1"/>
                </a:solidFill>
                <a:latin typeface="Times New Roman"/>
                <a:ea typeface="Times New Roman"/>
                <a:cs typeface="Times New Roman"/>
                <a:sym typeface="Times New Roman"/>
              </a:rPr>
              <a:t>object point </a:t>
            </a:r>
            <a:r>
              <a:rPr lang="en-US" sz="2400" b="0" i="0" u="none">
                <a:solidFill>
                  <a:schemeClr val="dk1"/>
                </a:solidFill>
                <a:latin typeface="Times New Roman"/>
                <a:ea typeface="Times New Roman"/>
                <a:cs typeface="Times New Roman"/>
                <a:sym typeface="Times New Roman"/>
              </a:rPr>
              <a:t>is an indirect software measure that is computed using counts of the number</a:t>
            </a:r>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(1) screens (at the user interface) </a:t>
            </a:r>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(2) reports</a:t>
            </a: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None/>
            </a:pPr>
            <a:r>
              <a:rPr lang="en-US" sz="2400" b="0" i="0" u="none">
                <a:solidFill>
                  <a:schemeClr val="dk1"/>
                </a:solidFill>
                <a:latin typeface="Times New Roman"/>
                <a:ea typeface="Times New Roman"/>
                <a:cs typeface="Times New Roman"/>
                <a:sym typeface="Times New Roman"/>
              </a:rPr>
              <a:t>(3) components likely to be required to build the application</a:t>
            </a:r>
            <a:endParaRPr/>
          </a:p>
          <a:p>
            <a:pPr marL="342900" marR="0" lvl="0" indent="-3429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Each object instance (e.g., a screen or report) is classified into one of three complexity levels (i.e. Simple, medium, or difficult) using criteria suggested</a:t>
            </a:r>
            <a:endParaRPr/>
          </a:p>
        </p:txBody>
      </p:sp>
      <p:sp>
        <p:nvSpPr>
          <p:cNvPr id="1429" name="Google Shape;1429;p17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115</a:t>
            </a:fld>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1433"/>
        <p:cNvGrpSpPr/>
        <p:nvPr/>
      </p:nvGrpSpPr>
      <p:grpSpPr>
        <a:xfrm>
          <a:off x="0" y="0"/>
          <a:ext cx="0" cy="0"/>
          <a:chOff x="0" y="0"/>
          <a:chExt cx="0" cy="0"/>
        </a:xfrm>
      </p:grpSpPr>
      <p:sp>
        <p:nvSpPr>
          <p:cNvPr id="1434" name="Google Shape;1434;p17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COCOMO(Constructive Cost Model)</a:t>
            </a:r>
            <a:endParaRPr/>
          </a:p>
        </p:txBody>
      </p:sp>
      <p:sp>
        <p:nvSpPr>
          <p:cNvPr id="1435" name="Google Shape;1435;p178"/>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1" i="0" u="none">
                <a:solidFill>
                  <a:schemeClr val="dk1"/>
                </a:solidFill>
                <a:latin typeface="Times New Roman"/>
                <a:ea typeface="Times New Roman"/>
                <a:cs typeface="Times New Roman"/>
                <a:sym typeface="Times New Roman"/>
              </a:rPr>
              <a:t>New Object Point (NOP)</a:t>
            </a:r>
            <a:endParaRPr/>
          </a:p>
        </p:txBody>
      </p:sp>
      <p:sp>
        <p:nvSpPr>
          <p:cNvPr id="1436" name="Google Shape;1436;p17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116</a:t>
            </a:fld>
            <a:endParaRPr/>
          </a:p>
        </p:txBody>
      </p:sp>
      <p:pic>
        <p:nvPicPr>
          <p:cNvPr id="1437" name="Google Shape;1437;p178"/>
          <p:cNvPicPr preferRelativeResize="0"/>
          <p:nvPr/>
        </p:nvPicPr>
        <p:blipFill rotWithShape="1">
          <a:blip r:embed="rId3">
            <a:alphaModFix/>
          </a:blip>
          <a:srcRect/>
          <a:stretch/>
        </p:blipFill>
        <p:spPr>
          <a:xfrm>
            <a:off x="304800" y="3048000"/>
            <a:ext cx="8610600" cy="114300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441"/>
        <p:cNvGrpSpPr/>
        <p:nvPr/>
      </p:nvGrpSpPr>
      <p:grpSpPr>
        <a:xfrm>
          <a:off x="0" y="0"/>
          <a:ext cx="0" cy="0"/>
          <a:chOff x="0" y="0"/>
          <a:chExt cx="0" cy="0"/>
        </a:xfrm>
      </p:grpSpPr>
      <p:sp>
        <p:nvSpPr>
          <p:cNvPr id="1442" name="Google Shape;1442;p17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000"/>
              <a:buFont typeface="Times New Roman"/>
              <a:buNone/>
            </a:pPr>
            <a:r>
              <a:rPr lang="en-US" sz="4000" b="0" i="0" u="none">
                <a:solidFill>
                  <a:schemeClr val="dk2"/>
                </a:solidFill>
                <a:latin typeface="Times New Roman"/>
                <a:ea typeface="Times New Roman"/>
                <a:cs typeface="Times New Roman"/>
                <a:sym typeface="Times New Roman"/>
              </a:rPr>
              <a:t>COCOMO(Constructive Cost Model)</a:t>
            </a:r>
            <a:endParaRPr/>
          </a:p>
        </p:txBody>
      </p:sp>
      <p:sp>
        <p:nvSpPr>
          <p:cNvPr id="1443" name="Google Shape;1443;p179"/>
          <p:cNvSpPr txBox="1">
            <a:spLocks noGrp="1"/>
          </p:cNvSpPr>
          <p:nvPr>
            <p:ph type="body" idx="1"/>
          </p:nvPr>
        </p:nvSpPr>
        <p:spPr>
          <a:xfrm>
            <a:off x="685800" y="1981200"/>
            <a:ext cx="7772400" cy="4572000"/>
          </a:xfrm>
          <a:prstGeom prst="rect">
            <a:avLst/>
          </a:prstGeom>
          <a:noFill/>
          <a:ln>
            <a:noFill/>
          </a:ln>
        </p:spPr>
        <p:txBody>
          <a:bodyPr spcFirstLastPara="1" wrap="square" lIns="91425" tIns="45700" rIns="91425" bIns="45700" anchor="t" anchorCtr="0">
            <a:noAutofit/>
          </a:bodyPr>
          <a:lstStyle/>
          <a:p>
            <a:pPr marL="342900" marR="0" lvl="0" indent="-139700" algn="l" rtl="0">
              <a:lnSpc>
                <a:spcPct val="100000"/>
              </a:lnSpc>
              <a:spcBef>
                <a:spcPts val="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just"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The </a:t>
            </a:r>
            <a:r>
              <a:rPr lang="en-US" sz="2400" b="1" i="0" u="none">
                <a:solidFill>
                  <a:schemeClr val="dk1"/>
                </a:solidFill>
                <a:latin typeface="Times New Roman"/>
                <a:ea typeface="Times New Roman"/>
                <a:cs typeface="Times New Roman"/>
                <a:sym typeface="Times New Roman"/>
              </a:rPr>
              <a:t>object point count </a:t>
            </a:r>
            <a:r>
              <a:rPr lang="en-US" sz="2400" b="0" i="0" u="none">
                <a:solidFill>
                  <a:schemeClr val="dk1"/>
                </a:solidFill>
                <a:latin typeface="Times New Roman"/>
                <a:ea typeface="Times New Roman"/>
                <a:cs typeface="Times New Roman"/>
                <a:sym typeface="Times New Roman"/>
              </a:rPr>
              <a:t>is then determined by multiplying the original number of object instances by the weighting factor and summing to obtain a total object point count.</a:t>
            </a:r>
            <a:endParaRPr/>
          </a:p>
        </p:txBody>
      </p:sp>
      <p:sp>
        <p:nvSpPr>
          <p:cNvPr id="1444" name="Google Shape;1444;p17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117</a:t>
            </a:fld>
            <a:endParaRPr/>
          </a:p>
        </p:txBody>
      </p:sp>
      <p:pic>
        <p:nvPicPr>
          <p:cNvPr id="1445" name="Google Shape;1445;p179"/>
          <p:cNvPicPr preferRelativeResize="0"/>
          <p:nvPr/>
        </p:nvPicPr>
        <p:blipFill rotWithShape="1">
          <a:blip r:embed="rId3">
            <a:alphaModFix/>
          </a:blip>
          <a:srcRect/>
          <a:stretch/>
        </p:blipFill>
        <p:spPr>
          <a:xfrm>
            <a:off x="1905000" y="2057400"/>
            <a:ext cx="5362575" cy="2009775"/>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449"/>
        <p:cNvGrpSpPr/>
        <p:nvPr/>
      </p:nvGrpSpPr>
      <p:grpSpPr>
        <a:xfrm>
          <a:off x="0" y="0"/>
          <a:ext cx="0" cy="0"/>
          <a:chOff x="0" y="0"/>
          <a:chExt cx="0" cy="0"/>
        </a:xfrm>
      </p:grpSpPr>
      <p:sp>
        <p:nvSpPr>
          <p:cNvPr id="1450" name="Google Shape;1450;p18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COCOMO (Constructive Cost Model)</a:t>
            </a:r>
            <a:endParaRPr/>
          </a:p>
        </p:txBody>
      </p:sp>
      <p:sp>
        <p:nvSpPr>
          <p:cNvPr id="1451" name="Google Shape;1451;p180"/>
          <p:cNvSpPr txBox="1">
            <a:spLocks noGrp="1"/>
          </p:cNvSpPr>
          <p:nvPr>
            <p:ph type="body" idx="1"/>
          </p:nvPr>
        </p:nvSpPr>
        <p:spPr>
          <a:xfrm>
            <a:off x="152400" y="1905000"/>
            <a:ext cx="8915400" cy="4800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estimate of effort is based on the computed NOP value, a “productivity rate” s derived</a:t>
            </a:r>
            <a:endParaRPr/>
          </a:p>
        </p:txBody>
      </p:sp>
      <p:sp>
        <p:nvSpPr>
          <p:cNvPr id="1452" name="Google Shape;1452;p18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118</a:t>
            </a:fld>
            <a:endParaRPr/>
          </a:p>
        </p:txBody>
      </p:sp>
      <p:pic>
        <p:nvPicPr>
          <p:cNvPr id="1453" name="Google Shape;1453;p180"/>
          <p:cNvPicPr preferRelativeResize="0"/>
          <p:nvPr/>
        </p:nvPicPr>
        <p:blipFill rotWithShape="1">
          <a:blip r:embed="rId3">
            <a:alphaModFix/>
          </a:blip>
          <a:srcRect/>
          <a:stretch/>
        </p:blipFill>
        <p:spPr>
          <a:xfrm>
            <a:off x="3373437" y="3451225"/>
            <a:ext cx="2457450" cy="781050"/>
          </a:xfrm>
          <a:prstGeom prst="rect">
            <a:avLst/>
          </a:prstGeom>
          <a:noFill/>
          <a:ln>
            <a:noFill/>
          </a:ln>
        </p:spPr>
      </p:pic>
      <p:pic>
        <p:nvPicPr>
          <p:cNvPr id="1454" name="Google Shape;1454;p180"/>
          <p:cNvPicPr preferRelativeResize="0"/>
          <p:nvPr/>
        </p:nvPicPr>
        <p:blipFill rotWithShape="1">
          <a:blip r:embed="rId4">
            <a:alphaModFix/>
          </a:blip>
          <a:srcRect/>
          <a:stretch/>
        </p:blipFill>
        <p:spPr>
          <a:xfrm>
            <a:off x="3373437" y="5105400"/>
            <a:ext cx="2571750" cy="704850"/>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458"/>
        <p:cNvGrpSpPr/>
        <p:nvPr/>
      </p:nvGrpSpPr>
      <p:grpSpPr>
        <a:xfrm>
          <a:off x="0" y="0"/>
          <a:ext cx="0" cy="0"/>
          <a:chOff x="0" y="0"/>
          <a:chExt cx="0" cy="0"/>
        </a:xfrm>
      </p:grpSpPr>
      <p:sp>
        <p:nvSpPr>
          <p:cNvPr id="1459" name="Google Shape;1459;p181"/>
          <p:cNvSpPr txBox="1"/>
          <p:nvPr/>
        </p:nvSpPr>
        <p:spPr>
          <a:xfrm>
            <a:off x="476250" y="6248400"/>
            <a:ext cx="7702500" cy="476400"/>
          </a:xfrm>
          <a:prstGeom prst="rect">
            <a:avLst/>
          </a:prstGeom>
          <a:noFill/>
          <a:ln>
            <a:noFill/>
          </a:ln>
        </p:spPr>
        <p:txBody>
          <a:bodyPr spcFirstLastPara="1" wrap="square" lIns="102850" tIns="51425" rIns="102850" bIns="51425" anchor="b" anchorCtr="0">
            <a:noAutofit/>
          </a:bodyPr>
          <a:lstStyle/>
          <a:p>
            <a:pPr marL="0" marR="0" lvl="0" indent="0" algn="ctr" rtl="0">
              <a:lnSpc>
                <a:spcPct val="100000"/>
              </a:lnSpc>
              <a:spcBef>
                <a:spcPts val="0"/>
              </a:spcBef>
              <a:spcAft>
                <a:spcPts val="0"/>
              </a:spcAft>
              <a:buClr>
                <a:srgbClr val="FFFFFF"/>
              </a:buClr>
              <a:buSzPts val="1100"/>
              <a:buFont typeface="Questrial"/>
              <a:buNone/>
            </a:pPr>
            <a:r>
              <a:rPr lang="en-US" sz="1100" b="0" i="0" u="sng">
                <a:solidFill>
                  <a:srgbClr val="FFFFFF"/>
                </a:solidFill>
                <a:latin typeface="Questrial"/>
                <a:ea typeface="Questrial"/>
                <a:cs typeface="Questrial"/>
                <a:sym typeface="Questrial"/>
              </a:rPr>
              <a:t>These courseware materials are to be used in conjunction with </a:t>
            </a:r>
            <a:r>
              <a:rPr lang="en-US" sz="1100" b="0" i="1" u="sng">
                <a:solidFill>
                  <a:srgbClr val="FFFFFF"/>
                </a:solidFill>
                <a:latin typeface="Questrial"/>
                <a:ea typeface="Questrial"/>
                <a:cs typeface="Questrial"/>
                <a:sym typeface="Questrial"/>
              </a:rPr>
              <a:t>Software Engineering: A Practitioner’s Approach,</a:t>
            </a:r>
            <a:r>
              <a:rPr lang="en-US" sz="1100" b="0" i="0" u="sng">
                <a:solidFill>
                  <a:srgbClr val="FFFFFF"/>
                </a:solidFill>
                <a:latin typeface="Questrial"/>
                <a:ea typeface="Questrial"/>
                <a:cs typeface="Questrial"/>
                <a:sym typeface="Questrial"/>
              </a:rPr>
              <a:t> 6/e and are provided with permission by R.S. Pressman &amp; Associates, Inc., copyright © 1996, 2001, 2005</a:t>
            </a:r>
            <a:endParaRPr/>
          </a:p>
        </p:txBody>
      </p:sp>
      <p:sp>
        <p:nvSpPr>
          <p:cNvPr id="1460" name="Google Shape;1460;p181"/>
          <p:cNvSpPr txBox="1"/>
          <p:nvPr/>
        </p:nvSpPr>
        <p:spPr>
          <a:xfrm>
            <a:off x="8239125" y="6248400"/>
            <a:ext cx="631800" cy="476400"/>
          </a:xfrm>
          <a:prstGeom prst="rect">
            <a:avLst/>
          </a:prstGeom>
          <a:noFill/>
          <a:ln>
            <a:noFill/>
          </a:ln>
        </p:spPr>
        <p:txBody>
          <a:bodyPr spcFirstLastPara="1" wrap="square" lIns="102850" tIns="51425" rIns="102850" bIns="51425" anchor="b" anchorCtr="0">
            <a:noAutofit/>
          </a:bodyPr>
          <a:lstStyle/>
          <a:p>
            <a:pPr marL="0" marR="0" lvl="0" indent="0" algn="r" rtl="0">
              <a:lnSpc>
                <a:spcPct val="100000"/>
              </a:lnSpc>
              <a:spcBef>
                <a:spcPts val="0"/>
              </a:spcBef>
              <a:spcAft>
                <a:spcPts val="0"/>
              </a:spcAft>
              <a:buClr>
                <a:srgbClr val="FFFFFF"/>
              </a:buClr>
              <a:buSzPts val="1400"/>
              <a:buFont typeface="Arial"/>
              <a:buNone/>
            </a:pPr>
            <a:fld id="{00000000-1234-1234-1234-123412341234}" type="slidenum">
              <a:rPr lang="en-US" sz="1400" b="0" i="0" u="sng">
                <a:solidFill>
                  <a:srgbClr val="FFFFFF"/>
                </a:solidFill>
                <a:latin typeface="Arial"/>
                <a:ea typeface="Arial"/>
                <a:cs typeface="Arial"/>
                <a:sym typeface="Arial"/>
              </a:rPr>
              <a:t>119</a:t>
            </a:fld>
            <a:endParaRPr/>
          </a:p>
        </p:txBody>
      </p:sp>
      <p:sp>
        <p:nvSpPr>
          <p:cNvPr id="1461" name="Google Shape;1461;p181"/>
          <p:cNvSpPr txBox="1"/>
          <p:nvPr/>
        </p:nvSpPr>
        <p:spPr>
          <a:xfrm>
            <a:off x="1998662" y="1989137"/>
            <a:ext cx="5022900" cy="1012800"/>
          </a:xfrm>
          <a:prstGeom prst="rect">
            <a:avLst/>
          </a:prstGeom>
          <a:solidFill>
            <a:srgbClr val="AD278D"/>
          </a:solidFill>
          <a:ln>
            <a:noFill/>
          </a:ln>
          <a:effectLst>
            <a:outerShdw blurRad="63500" dist="71842" dir="2700000">
              <a:schemeClr val="dk1"/>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462" name="Google Shape;1462;p181"/>
          <p:cNvSpPr txBox="1">
            <a:spLocks noGrp="1"/>
          </p:cNvSpPr>
          <p:nvPr>
            <p:ph type="title"/>
          </p:nvPr>
        </p:nvSpPr>
        <p:spPr>
          <a:xfrm>
            <a:off x="457200" y="274637"/>
            <a:ext cx="8229600" cy="1143000"/>
          </a:xfrm>
          <a:prstGeom prst="rect">
            <a:avLst/>
          </a:prstGeom>
          <a:noFill/>
          <a:ln>
            <a:noFill/>
          </a:ln>
        </p:spPr>
        <p:txBody>
          <a:bodyPr spcFirstLastPara="1" wrap="square" lIns="102850" tIns="51425" rIns="102850" bIns="51425" anchor="ctr" anchorCtr="0">
            <a:noAutofit/>
          </a:bodyPr>
          <a:lstStyle/>
          <a:p>
            <a:pPr marL="0" lvl="0" indent="0" algn="ctr" rtl="0">
              <a:lnSpc>
                <a:spcPct val="100000"/>
              </a:lnSpc>
              <a:spcBef>
                <a:spcPts val="0"/>
              </a:spcBef>
              <a:spcAft>
                <a:spcPts val="0"/>
              </a:spcAft>
              <a:buClr>
                <a:srgbClr val="F3FF07"/>
              </a:buClr>
              <a:buSzPts val="4100"/>
              <a:buFont typeface="Palatino"/>
              <a:buNone/>
            </a:pPr>
            <a:r>
              <a:rPr lang="en-US" sz="4100" b="1" i="0" u="none">
                <a:solidFill>
                  <a:srgbClr val="F3FF07"/>
                </a:solidFill>
                <a:latin typeface="Palatino"/>
                <a:ea typeface="Palatino"/>
                <a:cs typeface="Palatino"/>
                <a:sym typeface="Palatino"/>
              </a:rPr>
              <a:t>The Software Equation</a:t>
            </a:r>
            <a:endParaRPr/>
          </a:p>
        </p:txBody>
      </p:sp>
      <p:sp>
        <p:nvSpPr>
          <p:cNvPr id="1463" name="Google Shape;1463;p181"/>
          <p:cNvSpPr txBox="1"/>
          <p:nvPr/>
        </p:nvSpPr>
        <p:spPr>
          <a:xfrm>
            <a:off x="642937" y="1328737"/>
            <a:ext cx="8034300" cy="4930800"/>
          </a:xfrm>
          <a:prstGeom prst="rect">
            <a:avLst/>
          </a:prstGeom>
          <a:noFill/>
          <a:ln>
            <a:noFill/>
          </a:ln>
        </p:spPr>
        <p:txBody>
          <a:bodyPr spcFirstLastPara="1" wrap="square" lIns="102850" tIns="51425" rIns="102850" bIns="51425" anchor="t" anchorCtr="0">
            <a:spAutoFit/>
          </a:bodyPr>
          <a:lstStyle/>
          <a:p>
            <a:pPr marL="0" marR="0" lvl="0" indent="0" algn="l" rtl="0">
              <a:lnSpc>
                <a:spcPct val="100000"/>
              </a:lnSpc>
              <a:spcBef>
                <a:spcPts val="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A dynamic multivariable model</a:t>
            </a:r>
            <a:endParaRPr/>
          </a:p>
          <a:p>
            <a:pPr marL="0" marR="0" lvl="0" indent="0" algn="l" rtl="0">
              <a:lnSpc>
                <a:spcPct val="100000"/>
              </a:lnSpc>
              <a:spcBef>
                <a:spcPts val="300"/>
              </a:spcBef>
              <a:spcAft>
                <a:spcPts val="0"/>
              </a:spcAft>
              <a:buClr>
                <a:schemeClr val="lt1"/>
              </a:buClr>
              <a:buSzPts val="2700"/>
              <a:buFont typeface="Times New Roman"/>
              <a:buNone/>
            </a:pPr>
            <a:endParaRPr sz="2700" b="0" i="0" u="none">
              <a:solidFill>
                <a:srgbClr val="FFFFFF"/>
              </a:solidFill>
              <a:latin typeface="Palatino"/>
              <a:ea typeface="Palatino"/>
              <a:cs typeface="Palatino"/>
              <a:sym typeface="Palatino"/>
            </a:endParaRPr>
          </a:p>
          <a:p>
            <a:pPr marL="0" marR="0" lvl="0" indent="0" algn="l" rtl="0">
              <a:lnSpc>
                <a:spcPct val="100000"/>
              </a:lnSpc>
              <a:spcBef>
                <a:spcPts val="60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		E = [LOC x B</a:t>
            </a:r>
            <a:r>
              <a:rPr lang="en-US" sz="2700" b="0" i="0" u="none" baseline="30000">
                <a:solidFill>
                  <a:srgbClr val="FFFFFF"/>
                </a:solidFill>
                <a:latin typeface="Palatino"/>
                <a:ea typeface="Palatino"/>
                <a:cs typeface="Palatino"/>
                <a:sym typeface="Palatino"/>
              </a:rPr>
              <a:t>0.333</a:t>
            </a:r>
            <a:r>
              <a:rPr lang="en-US" sz="2700" b="0" i="0" u="none">
                <a:solidFill>
                  <a:srgbClr val="FFFFFF"/>
                </a:solidFill>
                <a:latin typeface="Palatino"/>
                <a:ea typeface="Palatino"/>
                <a:cs typeface="Palatino"/>
                <a:sym typeface="Palatino"/>
              </a:rPr>
              <a:t>/P]</a:t>
            </a:r>
            <a:r>
              <a:rPr lang="en-US" sz="2700" b="0" i="0" u="none" baseline="30000">
                <a:solidFill>
                  <a:srgbClr val="FFFFFF"/>
                </a:solidFill>
                <a:latin typeface="Palatino"/>
                <a:ea typeface="Palatino"/>
                <a:cs typeface="Palatino"/>
                <a:sym typeface="Palatino"/>
              </a:rPr>
              <a:t>3</a:t>
            </a:r>
            <a:r>
              <a:rPr lang="en-US" sz="2700" b="0" i="0" u="none">
                <a:solidFill>
                  <a:srgbClr val="FFFFFF"/>
                </a:solidFill>
                <a:latin typeface="Palatino"/>
                <a:ea typeface="Palatino"/>
                <a:cs typeface="Palatino"/>
                <a:sym typeface="Palatino"/>
              </a:rPr>
              <a:t>  x (1/t</a:t>
            </a:r>
            <a:r>
              <a:rPr lang="en-US" sz="2700" b="0" i="0" u="none" baseline="30000">
                <a:solidFill>
                  <a:srgbClr val="FFFFFF"/>
                </a:solidFill>
                <a:latin typeface="Palatino"/>
                <a:ea typeface="Palatino"/>
                <a:cs typeface="Palatino"/>
                <a:sym typeface="Palatino"/>
              </a:rPr>
              <a:t>4</a:t>
            </a:r>
            <a:r>
              <a:rPr lang="en-US" sz="2700" b="0" i="0" u="none">
                <a:solidFill>
                  <a:srgbClr val="FFFFFF"/>
                </a:solidFill>
                <a:latin typeface="Palatino"/>
                <a:ea typeface="Palatino"/>
                <a:cs typeface="Palatino"/>
                <a:sym typeface="Palatino"/>
              </a:rPr>
              <a:t>)		</a:t>
            </a:r>
            <a:endParaRPr/>
          </a:p>
          <a:p>
            <a:pPr marL="0" marR="0" lvl="0" indent="0" algn="l" rtl="0">
              <a:lnSpc>
                <a:spcPct val="100000"/>
              </a:lnSpc>
              <a:spcBef>
                <a:spcPts val="90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where </a:t>
            </a:r>
            <a:endParaRPr/>
          </a:p>
          <a:p>
            <a:pPr marL="0" marR="0" lvl="0" indent="0" algn="l" rtl="0">
              <a:lnSpc>
                <a:spcPct val="100000"/>
              </a:lnSpc>
              <a:spcBef>
                <a:spcPts val="30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	E = effort in person-months or person-years</a:t>
            </a:r>
            <a:endParaRPr/>
          </a:p>
          <a:p>
            <a:pPr marL="0" marR="0" lvl="0" indent="0" algn="l" rtl="0">
              <a:lnSpc>
                <a:spcPct val="100000"/>
              </a:lnSpc>
              <a:spcBef>
                <a:spcPts val="30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	t = project duration in months or years</a:t>
            </a:r>
            <a:endParaRPr/>
          </a:p>
          <a:p>
            <a:pPr marL="0" marR="0" lvl="0" indent="0" algn="l" rtl="0">
              <a:lnSpc>
                <a:spcPct val="100000"/>
              </a:lnSpc>
              <a:spcBef>
                <a:spcPts val="300"/>
              </a:spcBef>
              <a:spcAft>
                <a:spcPts val="0"/>
              </a:spcAft>
              <a:buClr>
                <a:srgbClr val="FFFFFF"/>
              </a:buClr>
              <a:buSzPts val="2700"/>
              <a:buFont typeface="Palatino"/>
              <a:buNone/>
            </a:pPr>
            <a:r>
              <a:rPr lang="en-US" sz="2700" b="0" i="0" u="none">
                <a:solidFill>
                  <a:srgbClr val="FFFFFF"/>
                </a:solidFill>
                <a:latin typeface="Palatino"/>
                <a:ea typeface="Palatino"/>
                <a:cs typeface="Palatino"/>
                <a:sym typeface="Palatino"/>
              </a:rPr>
              <a:t>	B = “special skills factor”</a:t>
            </a:r>
            <a:endParaRPr/>
          </a:p>
          <a:p>
            <a:pPr marL="0" marR="0" lvl="0" indent="0" algn="l" rtl="0">
              <a:lnSpc>
                <a:spcPct val="100000"/>
              </a:lnSpc>
              <a:spcBef>
                <a:spcPts val="300"/>
              </a:spcBef>
              <a:spcAft>
                <a:spcPts val="0"/>
              </a:spcAft>
              <a:buClr>
                <a:srgbClr val="FFFFFF"/>
              </a:buClr>
              <a:buSzPts val="2000"/>
              <a:buFont typeface="Palatino"/>
              <a:buNone/>
            </a:pPr>
            <a:r>
              <a:rPr lang="en-US" sz="2000" b="0" i="0" u="none">
                <a:solidFill>
                  <a:srgbClr val="FFFFFF"/>
                </a:solidFill>
                <a:latin typeface="Palatino"/>
                <a:ea typeface="Palatino"/>
                <a:cs typeface="Palatino"/>
                <a:sym typeface="Palatino"/>
              </a:rPr>
              <a:t>	</a:t>
            </a:r>
            <a:r>
              <a:rPr lang="en-US" sz="2700" b="0" i="0" u="none">
                <a:solidFill>
                  <a:srgbClr val="FFFFFF"/>
                </a:solidFill>
                <a:latin typeface="Palatino"/>
                <a:ea typeface="Palatino"/>
                <a:cs typeface="Palatino"/>
                <a:sym typeface="Palatino"/>
              </a:rPr>
              <a:t>P = “productivity parameter”</a:t>
            </a:r>
            <a:endParaRPr/>
          </a:p>
          <a:p>
            <a:pPr marL="0" marR="0" lvl="0" indent="0" algn="l" rtl="0">
              <a:lnSpc>
                <a:spcPct val="100000"/>
              </a:lnSpc>
              <a:spcBef>
                <a:spcPts val="0"/>
              </a:spcBef>
              <a:spcAft>
                <a:spcPts val="0"/>
              </a:spcAft>
              <a:buClr>
                <a:schemeClr val="lt1"/>
              </a:buClr>
              <a:buSzPts val="1600"/>
              <a:buFont typeface="Times New Roman"/>
              <a:buNone/>
            </a:pPr>
            <a:endParaRPr sz="1600" b="0" i="0" u="none">
              <a:solidFill>
                <a:srgbClr val="FFFFFF"/>
              </a:solidFill>
              <a:latin typeface="Times"/>
              <a:ea typeface="Times"/>
              <a:cs typeface="Times"/>
              <a:sym typeface="Times"/>
            </a:endParaRPr>
          </a:p>
          <a:p>
            <a:pPr marL="0" marR="0" lvl="0" indent="0" algn="ctr" rtl="0">
              <a:lnSpc>
                <a:spcPct val="100000"/>
              </a:lnSpc>
              <a:spcBef>
                <a:spcPts val="0"/>
              </a:spcBef>
              <a:spcAft>
                <a:spcPts val="0"/>
              </a:spcAft>
              <a:buNone/>
            </a:pPr>
            <a:endParaRPr sz="1600" b="0" i="0" u="none">
              <a:solidFill>
                <a:srgbClr val="FFFFFF"/>
              </a:solidFill>
              <a:latin typeface="Times"/>
              <a:ea typeface="Times"/>
              <a:cs typeface="Times"/>
              <a:sym typeface="Times"/>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467"/>
        <p:cNvGrpSpPr/>
        <p:nvPr/>
      </p:nvGrpSpPr>
      <p:grpSpPr>
        <a:xfrm>
          <a:off x="0" y="0"/>
          <a:ext cx="0" cy="0"/>
          <a:chOff x="0" y="0"/>
          <a:chExt cx="0" cy="0"/>
        </a:xfrm>
      </p:grpSpPr>
      <p:sp>
        <p:nvSpPr>
          <p:cNvPr id="1468" name="Google Shape;1468;p18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The Software Equation</a:t>
            </a:r>
            <a:endParaRPr/>
          </a:p>
        </p:txBody>
      </p:sp>
      <p:sp>
        <p:nvSpPr>
          <p:cNvPr id="1469" name="Google Shape;1469;p182"/>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 = 2,000 for development of real-time embedded software.</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 = 10,000 for telecommunication and systems software.</a:t>
            </a:r>
            <a:endParaRPr/>
          </a:p>
          <a:p>
            <a:pPr marL="342900" marR="0" lvl="0" indent="-165100" algn="l" rtl="0">
              <a:lnSpc>
                <a:spcPct val="100000"/>
              </a:lnSpc>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 = 28,000 for business systems applications</a:t>
            </a:r>
            <a:endParaRPr/>
          </a:p>
        </p:txBody>
      </p:sp>
      <p:sp>
        <p:nvSpPr>
          <p:cNvPr id="1470" name="Google Shape;1470;p182"/>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120</a:t>
            </a:fld>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474"/>
        <p:cNvGrpSpPr/>
        <p:nvPr/>
      </p:nvGrpSpPr>
      <p:grpSpPr>
        <a:xfrm>
          <a:off x="0" y="0"/>
          <a:ext cx="0" cy="0"/>
          <a:chOff x="0" y="0"/>
          <a:chExt cx="0" cy="0"/>
        </a:xfrm>
      </p:grpSpPr>
      <p:sp>
        <p:nvSpPr>
          <p:cNvPr id="1475" name="Google Shape;1475;p18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The Software Equation</a:t>
            </a:r>
            <a:endParaRPr/>
          </a:p>
        </p:txBody>
      </p:sp>
      <p:sp>
        <p:nvSpPr>
          <p:cNvPr id="1476" name="Google Shape;1476;p183"/>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B=0.16 for programs with LOC 5 to 15</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B=0.35 for programs with LOC greater than 70</a:t>
            </a:r>
            <a:endParaRPr/>
          </a:p>
        </p:txBody>
      </p:sp>
      <p:sp>
        <p:nvSpPr>
          <p:cNvPr id="1477" name="Google Shape;1477;p18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121</a:t>
            </a:fld>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481"/>
        <p:cNvGrpSpPr/>
        <p:nvPr/>
      </p:nvGrpSpPr>
      <p:grpSpPr>
        <a:xfrm>
          <a:off x="0" y="0"/>
          <a:ext cx="0" cy="0"/>
          <a:chOff x="0" y="0"/>
          <a:chExt cx="0" cy="0"/>
        </a:xfrm>
      </p:grpSpPr>
      <p:sp>
        <p:nvSpPr>
          <p:cNvPr id="1482" name="Google Shape;1482;p18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Estimation</a:t>
            </a:r>
            <a:endParaRPr/>
          </a:p>
        </p:txBody>
      </p:sp>
      <p:sp>
        <p:nvSpPr>
          <p:cNvPr id="1483" name="Google Shape;1483;p18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To simplify the estimation process set of equations derived from the software equation are stated:</a:t>
            </a:r>
            <a:endParaRPr/>
          </a:p>
          <a:p>
            <a:pPr marL="342900" marR="0" lvl="0" indent="-342900" algn="just"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Minimum development time</a:t>
            </a:r>
            <a:endParaRPr/>
          </a:p>
        </p:txBody>
      </p:sp>
      <p:sp>
        <p:nvSpPr>
          <p:cNvPr id="1484" name="Google Shape;1484;p18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122</a:t>
            </a:fld>
            <a:endParaRPr/>
          </a:p>
        </p:txBody>
      </p:sp>
      <p:pic>
        <p:nvPicPr>
          <p:cNvPr id="1485" name="Google Shape;1485;p184"/>
          <p:cNvPicPr preferRelativeResize="0"/>
          <p:nvPr/>
        </p:nvPicPr>
        <p:blipFill rotWithShape="1">
          <a:blip r:embed="rId3">
            <a:alphaModFix/>
          </a:blip>
          <a:srcRect/>
          <a:stretch/>
        </p:blipFill>
        <p:spPr>
          <a:xfrm>
            <a:off x="1649412" y="4724400"/>
            <a:ext cx="5864225" cy="846137"/>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489"/>
        <p:cNvGrpSpPr/>
        <p:nvPr/>
      </p:nvGrpSpPr>
      <p:grpSpPr>
        <a:xfrm>
          <a:off x="0" y="0"/>
          <a:ext cx="0" cy="0"/>
          <a:chOff x="0" y="0"/>
          <a:chExt cx="0" cy="0"/>
        </a:xfrm>
      </p:grpSpPr>
      <p:sp>
        <p:nvSpPr>
          <p:cNvPr id="1490" name="Google Shape;1490;p185"/>
          <p:cNvSpPr txBox="1">
            <a:spLocks noGrp="1"/>
          </p:cNvSpPr>
          <p:nvPr>
            <p:ph type="title"/>
          </p:nvPr>
        </p:nvSpPr>
        <p:spPr>
          <a:xfrm>
            <a:off x="685800" y="609600"/>
            <a:ext cx="7772400" cy="9144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Estimation</a:t>
            </a:r>
            <a:endParaRPr/>
          </a:p>
        </p:txBody>
      </p:sp>
      <p:sp>
        <p:nvSpPr>
          <p:cNvPr id="1491" name="Google Shape;1491;p185"/>
          <p:cNvSpPr txBox="1">
            <a:spLocks noGrp="1"/>
          </p:cNvSpPr>
          <p:nvPr>
            <p:ph type="body" idx="1"/>
          </p:nvPr>
        </p:nvSpPr>
        <p:spPr>
          <a:xfrm>
            <a:off x="685800" y="1524000"/>
            <a:ext cx="7772400" cy="4572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Estimated Effort</a:t>
            </a:r>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492" name="Google Shape;1492;p18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123</a:t>
            </a:fld>
            <a:endParaRPr/>
          </a:p>
        </p:txBody>
      </p:sp>
      <p:pic>
        <p:nvPicPr>
          <p:cNvPr id="1493" name="Google Shape;1493;p185"/>
          <p:cNvPicPr preferRelativeResize="0"/>
          <p:nvPr/>
        </p:nvPicPr>
        <p:blipFill rotWithShape="1">
          <a:blip r:embed="rId3">
            <a:alphaModFix/>
          </a:blip>
          <a:srcRect/>
          <a:stretch/>
        </p:blipFill>
        <p:spPr>
          <a:xfrm>
            <a:off x="914400" y="2362200"/>
            <a:ext cx="7391399" cy="930275"/>
          </a:xfrm>
          <a:prstGeom prst="rect">
            <a:avLst/>
          </a:prstGeom>
          <a:noFill/>
          <a:ln>
            <a:noFill/>
          </a:ln>
        </p:spPr>
      </p:pic>
      <p:pic>
        <p:nvPicPr>
          <p:cNvPr id="1494" name="Google Shape;1494;p185"/>
          <p:cNvPicPr preferRelativeResize="0"/>
          <p:nvPr/>
        </p:nvPicPr>
        <p:blipFill rotWithShape="1">
          <a:blip r:embed="rId4">
            <a:alphaModFix/>
          </a:blip>
          <a:srcRect/>
          <a:stretch/>
        </p:blipFill>
        <p:spPr>
          <a:xfrm>
            <a:off x="1828800" y="3581400"/>
            <a:ext cx="5943600" cy="228600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498"/>
        <p:cNvGrpSpPr/>
        <p:nvPr/>
      </p:nvGrpSpPr>
      <p:grpSpPr>
        <a:xfrm>
          <a:off x="0" y="0"/>
          <a:ext cx="0" cy="0"/>
          <a:chOff x="0" y="0"/>
          <a:chExt cx="0" cy="0"/>
        </a:xfrm>
      </p:grpSpPr>
      <p:sp>
        <p:nvSpPr>
          <p:cNvPr id="1499" name="Google Shape;1499;p186"/>
          <p:cNvSpPr txBox="1">
            <a:spLocks noGrp="1"/>
          </p:cNvSpPr>
          <p:nvPr>
            <p:ph type="title"/>
          </p:nvPr>
        </p:nvSpPr>
        <p:spPr>
          <a:xfrm>
            <a:off x="685800" y="609600"/>
            <a:ext cx="7772400" cy="762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Why Are Projects Late?</a:t>
            </a:r>
            <a:endParaRPr/>
          </a:p>
        </p:txBody>
      </p:sp>
      <p:sp>
        <p:nvSpPr>
          <p:cNvPr id="1500" name="Google Shape;1500;p186"/>
          <p:cNvSpPr txBox="1">
            <a:spLocks noGrp="1"/>
          </p:cNvSpPr>
          <p:nvPr>
            <p:ph type="body" idx="1"/>
          </p:nvPr>
        </p:nvSpPr>
        <p:spPr>
          <a:xfrm>
            <a:off x="685800" y="1676400"/>
            <a:ext cx="7772400" cy="49530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80000"/>
              </a:lnSpc>
              <a:spcBef>
                <a:spcPts val="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an </a:t>
            </a:r>
            <a:r>
              <a:rPr lang="en-US" sz="2200" b="1" i="0" u="none">
                <a:solidFill>
                  <a:schemeClr val="dk1"/>
                </a:solidFill>
                <a:latin typeface="Times New Roman"/>
                <a:ea typeface="Times New Roman"/>
                <a:cs typeface="Times New Roman"/>
                <a:sym typeface="Times New Roman"/>
              </a:rPr>
              <a:t>unrealistic deadline</a:t>
            </a:r>
            <a:r>
              <a:rPr lang="en-US" sz="2200" b="0" i="0" u="none">
                <a:solidFill>
                  <a:schemeClr val="dk1"/>
                </a:solidFill>
                <a:latin typeface="Times New Roman"/>
                <a:ea typeface="Times New Roman"/>
                <a:cs typeface="Times New Roman"/>
                <a:sym typeface="Times New Roman"/>
              </a:rPr>
              <a:t> established by someone outside the software development group</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1" i="0" u="none">
                <a:solidFill>
                  <a:schemeClr val="dk1"/>
                </a:solidFill>
                <a:latin typeface="Times New Roman"/>
                <a:ea typeface="Times New Roman"/>
                <a:cs typeface="Times New Roman"/>
                <a:sym typeface="Times New Roman"/>
              </a:rPr>
              <a:t>changing customer requirements</a:t>
            </a:r>
            <a:r>
              <a:rPr lang="en-US" sz="2200" b="0" i="0" u="none">
                <a:solidFill>
                  <a:schemeClr val="dk1"/>
                </a:solidFill>
                <a:latin typeface="Times New Roman"/>
                <a:ea typeface="Times New Roman"/>
                <a:cs typeface="Times New Roman"/>
                <a:sym typeface="Times New Roman"/>
              </a:rPr>
              <a:t> that are not reflected in schedule changes</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an honest </a:t>
            </a:r>
            <a:r>
              <a:rPr lang="en-US" sz="2200" b="1" i="0" u="none">
                <a:solidFill>
                  <a:schemeClr val="dk1"/>
                </a:solidFill>
                <a:latin typeface="Times New Roman"/>
                <a:ea typeface="Times New Roman"/>
                <a:cs typeface="Times New Roman"/>
                <a:sym typeface="Times New Roman"/>
              </a:rPr>
              <a:t>underestimate</a:t>
            </a:r>
            <a:r>
              <a:rPr lang="en-US" sz="2200" b="0" i="0" u="none">
                <a:solidFill>
                  <a:schemeClr val="dk1"/>
                </a:solidFill>
                <a:latin typeface="Times New Roman"/>
                <a:ea typeface="Times New Roman"/>
                <a:cs typeface="Times New Roman"/>
                <a:sym typeface="Times New Roman"/>
              </a:rPr>
              <a:t> of the amount of effort and/or the number of resources that will be required to do the job</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predictable and/or unpredictable </a:t>
            </a:r>
            <a:r>
              <a:rPr lang="en-US" sz="2200" b="1" i="0" u="none">
                <a:solidFill>
                  <a:schemeClr val="dk1"/>
                </a:solidFill>
                <a:latin typeface="Times New Roman"/>
                <a:ea typeface="Times New Roman"/>
                <a:cs typeface="Times New Roman"/>
                <a:sym typeface="Times New Roman"/>
              </a:rPr>
              <a:t>risks that were not considered </a:t>
            </a:r>
            <a:r>
              <a:rPr lang="en-US" sz="2200" b="0" i="0" u="none">
                <a:solidFill>
                  <a:schemeClr val="dk1"/>
                </a:solidFill>
                <a:latin typeface="Times New Roman"/>
                <a:ea typeface="Times New Roman"/>
                <a:cs typeface="Times New Roman"/>
                <a:sym typeface="Times New Roman"/>
              </a:rPr>
              <a:t>when the project commenced</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1" i="0" u="none">
                <a:solidFill>
                  <a:schemeClr val="dk1"/>
                </a:solidFill>
                <a:latin typeface="Times New Roman"/>
                <a:ea typeface="Times New Roman"/>
                <a:cs typeface="Times New Roman"/>
                <a:sym typeface="Times New Roman"/>
              </a:rPr>
              <a:t>technical difficulties </a:t>
            </a:r>
            <a:r>
              <a:rPr lang="en-US" sz="2200" b="0" i="0" u="none">
                <a:solidFill>
                  <a:schemeClr val="dk1"/>
                </a:solidFill>
                <a:latin typeface="Times New Roman"/>
                <a:ea typeface="Times New Roman"/>
                <a:cs typeface="Times New Roman"/>
                <a:sym typeface="Times New Roman"/>
              </a:rPr>
              <a:t>that could not have been foreseen in advance</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1" i="0" u="none">
                <a:solidFill>
                  <a:schemeClr val="dk1"/>
                </a:solidFill>
                <a:latin typeface="Times New Roman"/>
                <a:ea typeface="Times New Roman"/>
                <a:cs typeface="Times New Roman"/>
                <a:sym typeface="Times New Roman"/>
              </a:rPr>
              <a:t>human difficulties </a:t>
            </a:r>
            <a:r>
              <a:rPr lang="en-US" sz="2200" b="0" i="0" u="none">
                <a:solidFill>
                  <a:schemeClr val="dk1"/>
                </a:solidFill>
                <a:latin typeface="Times New Roman"/>
                <a:ea typeface="Times New Roman"/>
                <a:cs typeface="Times New Roman"/>
                <a:sym typeface="Times New Roman"/>
              </a:rPr>
              <a:t>that could not have been foreseen in advance</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1" i="0" u="none">
                <a:solidFill>
                  <a:schemeClr val="dk1"/>
                </a:solidFill>
                <a:latin typeface="Times New Roman"/>
                <a:ea typeface="Times New Roman"/>
                <a:cs typeface="Times New Roman"/>
                <a:sym typeface="Times New Roman"/>
              </a:rPr>
              <a:t>miscommunication </a:t>
            </a:r>
            <a:r>
              <a:rPr lang="en-US" sz="2200" b="0" i="0" u="none">
                <a:solidFill>
                  <a:schemeClr val="dk1"/>
                </a:solidFill>
                <a:latin typeface="Times New Roman"/>
                <a:ea typeface="Times New Roman"/>
                <a:cs typeface="Times New Roman"/>
                <a:sym typeface="Times New Roman"/>
              </a:rPr>
              <a:t>among project staff that results in delays</a:t>
            </a:r>
            <a:endParaRPr/>
          </a:p>
          <a:p>
            <a:pPr marL="342900" marR="0" lvl="0" indent="-342900" algn="just" rtl="0">
              <a:lnSpc>
                <a:spcPct val="80000"/>
              </a:lnSpc>
              <a:spcBef>
                <a:spcPts val="440"/>
              </a:spcBef>
              <a:spcAft>
                <a:spcPts val="0"/>
              </a:spcAft>
              <a:buClr>
                <a:schemeClr val="dk1"/>
              </a:buClr>
              <a:buSzPts val="2200"/>
              <a:buFont typeface="Times New Roman"/>
              <a:buChar char="•"/>
            </a:pPr>
            <a:r>
              <a:rPr lang="en-US" sz="2200" b="0" i="0" u="none">
                <a:solidFill>
                  <a:schemeClr val="dk1"/>
                </a:solidFill>
                <a:latin typeface="Times New Roman"/>
                <a:ea typeface="Times New Roman"/>
                <a:cs typeface="Times New Roman"/>
                <a:sym typeface="Times New Roman"/>
              </a:rPr>
              <a:t>a failure by project management to recognize that the project is falling </a:t>
            </a:r>
            <a:r>
              <a:rPr lang="en-US" sz="2200" b="1" i="0" u="none">
                <a:solidFill>
                  <a:schemeClr val="dk1"/>
                </a:solidFill>
                <a:latin typeface="Times New Roman"/>
                <a:ea typeface="Times New Roman"/>
                <a:cs typeface="Times New Roman"/>
                <a:sym typeface="Times New Roman"/>
              </a:rPr>
              <a:t>behind schedule </a:t>
            </a:r>
            <a:r>
              <a:rPr lang="en-US" sz="2200" b="0" i="0" u="none">
                <a:solidFill>
                  <a:schemeClr val="dk1"/>
                </a:solidFill>
                <a:latin typeface="Times New Roman"/>
                <a:ea typeface="Times New Roman"/>
                <a:cs typeface="Times New Roman"/>
                <a:sym typeface="Times New Roman"/>
              </a:rPr>
              <a:t>and a </a:t>
            </a:r>
            <a:r>
              <a:rPr lang="en-US" sz="2200" b="1" i="0" u="none">
                <a:solidFill>
                  <a:schemeClr val="dk1"/>
                </a:solidFill>
                <a:latin typeface="Times New Roman"/>
                <a:ea typeface="Times New Roman"/>
                <a:cs typeface="Times New Roman"/>
                <a:sym typeface="Times New Roman"/>
              </a:rPr>
              <a:t>lack of action </a:t>
            </a:r>
            <a:r>
              <a:rPr lang="en-US" sz="2200" b="0" i="0" u="none">
                <a:solidFill>
                  <a:schemeClr val="dk1"/>
                </a:solidFill>
                <a:latin typeface="Times New Roman"/>
                <a:ea typeface="Times New Roman"/>
                <a:cs typeface="Times New Roman"/>
                <a:sym typeface="Times New Roman"/>
              </a:rPr>
              <a:t>to correct the </a:t>
            </a:r>
            <a:r>
              <a:rPr lang="en-US" sz="2200" b="1" i="0" u="none">
                <a:solidFill>
                  <a:schemeClr val="dk1"/>
                </a:solidFill>
                <a:latin typeface="Times New Roman"/>
                <a:ea typeface="Times New Roman"/>
                <a:cs typeface="Times New Roman"/>
                <a:sym typeface="Times New Roman"/>
              </a:rPr>
              <a:t>problem</a:t>
            </a:r>
            <a:endParaRPr/>
          </a:p>
          <a:p>
            <a:pPr marL="342900" marR="0" lvl="0" indent="-203200" algn="l" rtl="0">
              <a:spcBef>
                <a:spcPts val="440"/>
              </a:spcBef>
              <a:spcAft>
                <a:spcPts val="0"/>
              </a:spcAft>
              <a:buClr>
                <a:schemeClr val="dk1"/>
              </a:buClr>
              <a:buSzPts val="2200"/>
              <a:buFont typeface="Times New Roman"/>
              <a:buNone/>
            </a:pPr>
            <a:endParaRPr sz="2200" b="1" i="0" u="none">
              <a:solidFill>
                <a:schemeClr val="dk1"/>
              </a:solidFill>
              <a:latin typeface="Times New Roman"/>
              <a:ea typeface="Times New Roman"/>
              <a:cs typeface="Times New Roman"/>
              <a:sym typeface="Times New Roman"/>
            </a:endParaRPr>
          </a:p>
        </p:txBody>
      </p:sp>
      <p:sp>
        <p:nvSpPr>
          <p:cNvPr id="1501" name="Google Shape;1501;p18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124</a:t>
            </a:fld>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1506" name="Google Shape;1506;p187"/>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Scheduling</a:t>
            </a:r>
            <a:endParaRPr/>
          </a:p>
        </p:txBody>
      </p:sp>
      <p:sp>
        <p:nvSpPr>
          <p:cNvPr id="1507" name="Google Shape;1507;p187"/>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just"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Software project scheduling is an action that </a:t>
            </a:r>
            <a:r>
              <a:rPr lang="en-US" sz="2800" b="1" i="0" u="none">
                <a:solidFill>
                  <a:schemeClr val="dk1"/>
                </a:solidFill>
                <a:latin typeface="Times New Roman"/>
                <a:ea typeface="Times New Roman"/>
                <a:cs typeface="Times New Roman"/>
                <a:sym typeface="Times New Roman"/>
              </a:rPr>
              <a:t>distributes estimated effort across the planned project duration </a:t>
            </a:r>
            <a:r>
              <a:rPr lang="en-US" sz="2800" b="0" i="0" u="none">
                <a:solidFill>
                  <a:schemeClr val="dk1"/>
                </a:solidFill>
                <a:latin typeface="Times New Roman"/>
                <a:ea typeface="Times New Roman"/>
                <a:cs typeface="Times New Roman"/>
                <a:sym typeface="Times New Roman"/>
              </a:rPr>
              <a:t>by allocating the effort to specific software engineering tasks.</a:t>
            </a:r>
            <a:endParaRPr/>
          </a:p>
          <a:p>
            <a:pPr marL="342900" marR="0" lvl="0" indent="-165100" algn="l" rtl="0">
              <a:spcBef>
                <a:spcPts val="560"/>
              </a:spcBef>
              <a:spcAft>
                <a:spcPts val="0"/>
              </a:spcAft>
              <a:buClr>
                <a:schemeClr val="dk1"/>
              </a:buClr>
              <a:buSzPts val="2800"/>
              <a:buFont typeface="Times New Roman"/>
              <a:buNone/>
            </a:pPr>
            <a:endParaRPr sz="2800" b="0" i="0" u="none">
              <a:solidFill>
                <a:schemeClr val="dk1"/>
              </a:solidFill>
              <a:latin typeface="Times New Roman"/>
              <a:ea typeface="Times New Roman"/>
              <a:cs typeface="Times New Roman"/>
              <a:sym typeface="Times New Roman"/>
            </a:endParaRPr>
          </a:p>
        </p:txBody>
      </p:sp>
      <p:sp>
        <p:nvSpPr>
          <p:cNvPr id="1508" name="Google Shape;1508;p187"/>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125</a:t>
            </a:fld>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512"/>
        <p:cNvGrpSpPr/>
        <p:nvPr/>
      </p:nvGrpSpPr>
      <p:grpSpPr>
        <a:xfrm>
          <a:off x="0" y="0"/>
          <a:ext cx="0" cy="0"/>
          <a:chOff x="0" y="0"/>
          <a:chExt cx="0" cy="0"/>
        </a:xfrm>
      </p:grpSpPr>
      <p:sp>
        <p:nvSpPr>
          <p:cNvPr id="1513" name="Google Shape;1513;p18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Scheduling Principles</a:t>
            </a:r>
            <a:endParaRPr/>
          </a:p>
        </p:txBody>
      </p:sp>
      <p:sp>
        <p:nvSpPr>
          <p:cNvPr id="1514" name="Google Shape;1514;p188"/>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compartmentalization—define distinct tasks</a:t>
            </a:r>
            <a:endParaRPr/>
          </a:p>
          <a:p>
            <a:pPr marL="342900" marR="0" lvl="0" indent="-342900" algn="l" rtl="0">
              <a:lnSpc>
                <a:spcPct val="100000"/>
              </a:lnSpc>
              <a:spcBef>
                <a:spcPts val="56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interdependency—indicate task interrelationship </a:t>
            </a:r>
            <a:endParaRPr/>
          </a:p>
          <a:p>
            <a:pPr marL="342900" marR="0" lvl="0" indent="-342900" algn="l" rtl="0">
              <a:lnSpc>
                <a:spcPct val="100000"/>
              </a:lnSpc>
              <a:spcBef>
                <a:spcPts val="56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effort validation—be sure resources are available</a:t>
            </a:r>
            <a:endParaRPr/>
          </a:p>
          <a:p>
            <a:pPr marL="342900" marR="0" lvl="0" indent="-342900" algn="l" rtl="0">
              <a:lnSpc>
                <a:spcPct val="100000"/>
              </a:lnSpc>
              <a:spcBef>
                <a:spcPts val="56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defined responsibilities—people must be assigned</a:t>
            </a:r>
            <a:endParaRPr/>
          </a:p>
          <a:p>
            <a:pPr marL="342900" marR="0" lvl="0" indent="-342900" algn="l" rtl="0">
              <a:lnSpc>
                <a:spcPct val="100000"/>
              </a:lnSpc>
              <a:spcBef>
                <a:spcPts val="56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defined outcomes—each task must have an output</a:t>
            </a:r>
            <a:endParaRPr/>
          </a:p>
          <a:p>
            <a:pPr marL="342900" marR="0" lvl="0" indent="-342900" algn="l" rtl="0">
              <a:lnSpc>
                <a:spcPct val="100000"/>
              </a:lnSpc>
              <a:spcBef>
                <a:spcPts val="560"/>
              </a:spcBef>
              <a:spcAft>
                <a:spcPts val="0"/>
              </a:spcAft>
              <a:buClr>
                <a:srgbClr val="0D0D0D"/>
              </a:buClr>
              <a:buSzPts val="2800"/>
              <a:buFont typeface="Times New Roman"/>
              <a:buChar char="•"/>
            </a:pPr>
            <a:r>
              <a:rPr lang="en-US" sz="2800" b="0" i="0" u="none">
                <a:solidFill>
                  <a:srgbClr val="0D0D0D"/>
                </a:solidFill>
                <a:latin typeface="Times New Roman"/>
                <a:ea typeface="Times New Roman"/>
                <a:cs typeface="Times New Roman"/>
                <a:sym typeface="Times New Roman"/>
              </a:rPr>
              <a:t>defined milestones—review for quality</a:t>
            </a:r>
            <a:endParaRPr/>
          </a:p>
          <a:p>
            <a:pPr marL="342900" marR="0" lvl="0" indent="-165100" algn="l" rtl="0">
              <a:spcBef>
                <a:spcPts val="560"/>
              </a:spcBef>
              <a:spcAft>
                <a:spcPts val="0"/>
              </a:spcAft>
              <a:buClr>
                <a:schemeClr val="dk1"/>
              </a:buClr>
              <a:buSzPts val="2800"/>
              <a:buFont typeface="Times New Roman"/>
              <a:buNone/>
            </a:pPr>
            <a:endParaRPr sz="2800" b="0" i="0" u="none">
              <a:solidFill>
                <a:srgbClr val="0D0D0D"/>
              </a:solidFill>
              <a:latin typeface="Times New Roman"/>
              <a:ea typeface="Times New Roman"/>
              <a:cs typeface="Times New Roman"/>
              <a:sym typeface="Times New Roman"/>
            </a:endParaRPr>
          </a:p>
        </p:txBody>
      </p:sp>
      <p:sp>
        <p:nvSpPr>
          <p:cNvPr id="1515" name="Google Shape;1515;p18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126</a:t>
            </a:fld>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519"/>
        <p:cNvGrpSpPr/>
        <p:nvPr/>
      </p:nvGrpSpPr>
      <p:grpSpPr>
        <a:xfrm>
          <a:off x="0" y="0"/>
          <a:ext cx="0" cy="0"/>
          <a:chOff x="0" y="0"/>
          <a:chExt cx="0" cy="0"/>
        </a:xfrm>
      </p:grpSpPr>
      <p:sp>
        <p:nvSpPr>
          <p:cNvPr id="1520" name="Google Shape;1520;p18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Effort Allocation (40-20-40 rule)</a:t>
            </a:r>
            <a:endParaRPr/>
          </a:p>
        </p:txBody>
      </p:sp>
      <p:sp>
        <p:nvSpPr>
          <p:cNvPr id="1521" name="Google Shape;1521;p189"/>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marR="0" lvl="0" indent="-139700" algn="l" rtl="0">
              <a:spcBef>
                <a:spcPts val="0"/>
              </a:spcBef>
              <a:spcAft>
                <a:spcPts val="0"/>
              </a:spcAft>
              <a:buClr>
                <a:schemeClr val="dk1"/>
              </a:buClr>
              <a:buSzPts val="3200"/>
              <a:buFont typeface="Times New Roman"/>
              <a:buNone/>
            </a:pPr>
            <a:endParaRPr sz="3200">
              <a:solidFill>
                <a:schemeClr val="dk1"/>
              </a:solidFill>
              <a:latin typeface="Times New Roman"/>
              <a:ea typeface="Times New Roman"/>
              <a:cs typeface="Times New Roman"/>
              <a:sym typeface="Times New Roman"/>
            </a:endParaRPr>
          </a:p>
        </p:txBody>
      </p:sp>
      <p:sp>
        <p:nvSpPr>
          <p:cNvPr id="1522" name="Google Shape;1522;p18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127</a:t>
            </a:fld>
            <a:endParaRPr/>
          </a:p>
        </p:txBody>
      </p:sp>
      <p:pic>
        <p:nvPicPr>
          <p:cNvPr id="1523" name="Google Shape;1523;p189"/>
          <p:cNvPicPr preferRelativeResize="0"/>
          <p:nvPr/>
        </p:nvPicPr>
        <p:blipFill rotWithShape="1">
          <a:blip r:embed="rId3">
            <a:alphaModFix/>
          </a:blip>
          <a:srcRect/>
          <a:stretch/>
        </p:blipFill>
        <p:spPr>
          <a:xfrm>
            <a:off x="685800" y="1905000"/>
            <a:ext cx="7848600" cy="4276725"/>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527"/>
        <p:cNvGrpSpPr/>
        <p:nvPr/>
      </p:nvGrpSpPr>
      <p:grpSpPr>
        <a:xfrm>
          <a:off x="0" y="0"/>
          <a:ext cx="0" cy="0"/>
          <a:chOff x="0" y="0"/>
          <a:chExt cx="0" cy="0"/>
        </a:xfrm>
      </p:grpSpPr>
      <p:sp>
        <p:nvSpPr>
          <p:cNvPr id="1528" name="Google Shape;1528;p19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Defining Task Network</a:t>
            </a:r>
            <a:endParaRPr/>
          </a:p>
        </p:txBody>
      </p:sp>
      <p:sp>
        <p:nvSpPr>
          <p:cNvPr id="1529" name="Google Shape;1529;p190"/>
          <p:cNvSpPr txBox="1">
            <a:spLocks noGrp="1"/>
          </p:cNvSpPr>
          <p:nvPr>
            <p:ph type="body" idx="1"/>
          </p:nvPr>
        </p:nvSpPr>
        <p:spPr>
          <a:xfrm>
            <a:off x="685800" y="1981200"/>
            <a:ext cx="7772400" cy="4648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1" i="0" u="none">
                <a:solidFill>
                  <a:schemeClr val="dk1"/>
                </a:solidFill>
                <a:latin typeface="Times New Roman"/>
                <a:ea typeface="Times New Roman"/>
                <a:cs typeface="Times New Roman"/>
                <a:sym typeface="Times New Roman"/>
              </a:rPr>
              <a:t>Task Network: </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also called an activity network.</a:t>
            </a:r>
            <a:endParaRPr/>
          </a:p>
          <a:p>
            <a:pPr marL="342900" marR="0" lvl="0" indent="-165100" algn="l" rtl="0">
              <a:lnSpc>
                <a:spcPct val="100000"/>
              </a:lnSpc>
              <a:spcBef>
                <a:spcPts val="560"/>
              </a:spcBef>
              <a:spcAft>
                <a:spcPts val="0"/>
              </a:spcAft>
              <a:buClr>
                <a:schemeClr val="dk1"/>
              </a:buClr>
              <a:buSzPts val="2800"/>
              <a:buFont typeface="Noto Sans Symbols"/>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Graphic representation of the task flow for the project.</a:t>
            </a:r>
            <a:endParaRPr/>
          </a:p>
          <a:p>
            <a:pPr marL="342900" marR="0" lvl="0" indent="-165100" algn="l" rtl="0">
              <a:lnSpc>
                <a:spcPct val="100000"/>
              </a:lnSpc>
              <a:spcBef>
                <a:spcPts val="560"/>
              </a:spcBef>
              <a:spcAft>
                <a:spcPts val="0"/>
              </a:spcAft>
              <a:buClr>
                <a:schemeClr val="dk1"/>
              </a:buClr>
              <a:buSzPts val="2800"/>
              <a:buFont typeface="Noto Sans Symbols"/>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It is also used as a mechanism through which task sequence and project dependencies are input to an automated project scheduling tool</a:t>
            </a:r>
            <a:endParaRPr/>
          </a:p>
        </p:txBody>
      </p:sp>
      <p:sp>
        <p:nvSpPr>
          <p:cNvPr id="1530" name="Google Shape;1530;p190"/>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128</a:t>
            </a:fld>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534"/>
        <p:cNvGrpSpPr/>
        <p:nvPr/>
      </p:nvGrpSpPr>
      <p:grpSpPr>
        <a:xfrm>
          <a:off x="0" y="0"/>
          <a:ext cx="0" cy="0"/>
          <a:chOff x="0" y="0"/>
          <a:chExt cx="0" cy="0"/>
        </a:xfrm>
      </p:grpSpPr>
      <p:sp>
        <p:nvSpPr>
          <p:cNvPr id="1535" name="Google Shape;1535;p191"/>
          <p:cNvSpPr txBox="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FFFFFF"/>
              </a:buClr>
              <a:buSzPts val="1000"/>
              <a:buFont typeface="Questrial"/>
              <a:buNone/>
            </a:pPr>
            <a:r>
              <a:rPr lang="en-US" sz="1000" b="0" i="0" u="sng">
                <a:solidFill>
                  <a:srgbClr val="FFFFFF"/>
                </a:solidFill>
                <a:latin typeface="Questrial"/>
                <a:ea typeface="Questrial"/>
                <a:cs typeface="Questrial"/>
                <a:sym typeface="Questrial"/>
              </a:rPr>
              <a:t>These courseware materials are to be used in conjunction with </a:t>
            </a:r>
            <a:r>
              <a:rPr lang="en-US" sz="1000" b="0" i="1" u="sng">
                <a:solidFill>
                  <a:srgbClr val="FFFFFF"/>
                </a:solidFill>
                <a:latin typeface="Questrial"/>
                <a:ea typeface="Questrial"/>
                <a:cs typeface="Questrial"/>
                <a:sym typeface="Questrial"/>
              </a:rPr>
              <a:t>Software Engineering: A Practitioner’s Approach,</a:t>
            </a:r>
            <a:r>
              <a:rPr lang="en-US" sz="1000" b="0" i="0" u="sng">
                <a:solidFill>
                  <a:srgbClr val="FFFFFF"/>
                </a:solidFill>
                <a:latin typeface="Questrial"/>
                <a:ea typeface="Questrial"/>
                <a:cs typeface="Questrial"/>
                <a:sym typeface="Questrial"/>
              </a:rPr>
              <a:t> 6/e and are provided with permission by R.S. Pressman &amp; Associates, Inc., copyright © 1996, 2001, 2005</a:t>
            </a:r>
            <a:endParaRPr/>
          </a:p>
        </p:txBody>
      </p:sp>
      <p:sp>
        <p:nvSpPr>
          <p:cNvPr id="1536" name="Google Shape;1536;p191"/>
          <p:cNvSpPr txBox="1"/>
          <p:nvPr/>
        </p:nvSpPr>
        <p:spPr>
          <a:xfrm>
            <a:off x="8239125" y="6248400"/>
            <a:ext cx="631800" cy="476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FFFFFF"/>
              </a:buClr>
              <a:buSzPts val="1200"/>
              <a:buFont typeface="Arial"/>
              <a:buNone/>
            </a:pPr>
            <a:fld id="{00000000-1234-1234-1234-123412341234}" type="slidenum">
              <a:rPr lang="en-US" sz="1200" b="0" i="0" u="sng">
                <a:solidFill>
                  <a:srgbClr val="FFFFFF"/>
                </a:solidFill>
                <a:latin typeface="Arial"/>
                <a:ea typeface="Arial"/>
                <a:cs typeface="Arial"/>
                <a:sym typeface="Arial"/>
              </a:rPr>
              <a:t>129</a:t>
            </a:fld>
            <a:endParaRPr/>
          </a:p>
        </p:txBody>
      </p:sp>
      <p:sp>
        <p:nvSpPr>
          <p:cNvPr id="1537" name="Google Shape;1537;p191"/>
          <p:cNvSpPr txBox="1"/>
          <p:nvPr/>
        </p:nvSpPr>
        <p:spPr>
          <a:xfrm>
            <a:off x="407987" y="1069975"/>
            <a:ext cx="8375700" cy="4349700"/>
          </a:xfrm>
          <a:prstGeom prst="rect">
            <a:avLst/>
          </a:prstGeom>
          <a:solidFill>
            <a:srgbClr val="96E3FE"/>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38" name="Google Shape;1538;p191"/>
          <p:cNvSpPr txBox="1">
            <a:spLocks noGrp="1"/>
          </p:cNvSpPr>
          <p:nvPr>
            <p:ph type="title"/>
          </p:nvPr>
        </p:nvSpPr>
        <p:spPr>
          <a:xfrm>
            <a:off x="2044700" y="274637"/>
            <a:ext cx="5052900" cy="606300"/>
          </a:xfrm>
          <a:prstGeom prst="rect">
            <a:avLst/>
          </a:prstGeom>
          <a:noFill/>
          <a:ln>
            <a:noFill/>
          </a:ln>
        </p:spPr>
        <p:txBody>
          <a:bodyPr spcFirstLastPara="1" wrap="square" lIns="63500" tIns="25400" rIns="63500" bIns="25400" anchor="t" anchorCtr="0">
            <a:spAutoFit/>
          </a:bodyPr>
          <a:lstStyle/>
          <a:p>
            <a:pPr marL="0" lvl="0" indent="0" algn="ctr" rtl="0">
              <a:lnSpc>
                <a:spcPct val="100000"/>
              </a:lnSpc>
              <a:spcBef>
                <a:spcPts val="0"/>
              </a:spcBef>
              <a:spcAft>
                <a:spcPts val="0"/>
              </a:spcAft>
              <a:buClr>
                <a:srgbClr val="F3FF07"/>
              </a:buClr>
              <a:buSzPts val="3600"/>
              <a:buFont typeface="Palatino"/>
              <a:buNone/>
            </a:pPr>
            <a:r>
              <a:rPr lang="en-US" sz="3600" b="1" i="0" u="none">
                <a:solidFill>
                  <a:srgbClr val="F3FF07"/>
                </a:solidFill>
                <a:latin typeface="Palatino"/>
                <a:ea typeface="Palatino"/>
                <a:cs typeface="Palatino"/>
                <a:sym typeface="Palatino"/>
              </a:rPr>
              <a:t>Define a Task Network</a:t>
            </a:r>
            <a:endParaRPr/>
          </a:p>
        </p:txBody>
      </p:sp>
      <p:pic>
        <p:nvPicPr>
          <p:cNvPr id="1539" name="Google Shape;1539;p191"/>
          <p:cNvPicPr preferRelativeResize="0"/>
          <p:nvPr/>
        </p:nvPicPr>
        <p:blipFill rotWithShape="1">
          <a:blip r:embed="rId3">
            <a:alphaModFix/>
          </a:blip>
          <a:srcRect/>
          <a:stretch/>
        </p:blipFill>
        <p:spPr>
          <a:xfrm>
            <a:off x="482600" y="1414462"/>
            <a:ext cx="8166099" cy="365760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543"/>
        <p:cNvGrpSpPr/>
        <p:nvPr/>
      </p:nvGrpSpPr>
      <p:grpSpPr>
        <a:xfrm>
          <a:off x="0" y="0"/>
          <a:ext cx="0" cy="0"/>
          <a:chOff x="0" y="0"/>
          <a:chExt cx="0" cy="0"/>
        </a:xfrm>
      </p:grpSpPr>
      <p:sp>
        <p:nvSpPr>
          <p:cNvPr id="1544" name="Google Shape;1544;p192"/>
          <p:cNvSpPr txBox="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FFFFFF"/>
              </a:buClr>
              <a:buSzPts val="1000"/>
              <a:buFont typeface="Questrial"/>
              <a:buNone/>
            </a:pPr>
            <a:r>
              <a:rPr lang="en-US" sz="1000" b="0" i="0" u="sng">
                <a:solidFill>
                  <a:srgbClr val="FFFFFF"/>
                </a:solidFill>
                <a:latin typeface="Questrial"/>
                <a:ea typeface="Questrial"/>
                <a:cs typeface="Questrial"/>
                <a:sym typeface="Questrial"/>
              </a:rPr>
              <a:t>These courseware materials are to be used in conjunction with </a:t>
            </a:r>
            <a:r>
              <a:rPr lang="en-US" sz="1000" b="0" i="1" u="sng">
                <a:solidFill>
                  <a:srgbClr val="FFFFFF"/>
                </a:solidFill>
                <a:latin typeface="Questrial"/>
                <a:ea typeface="Questrial"/>
                <a:cs typeface="Questrial"/>
                <a:sym typeface="Questrial"/>
              </a:rPr>
              <a:t>Software Engineering: A Practitioner’s Approach,</a:t>
            </a:r>
            <a:r>
              <a:rPr lang="en-US" sz="1000" b="0" i="0" u="sng">
                <a:solidFill>
                  <a:srgbClr val="FFFFFF"/>
                </a:solidFill>
                <a:latin typeface="Questrial"/>
                <a:ea typeface="Questrial"/>
                <a:cs typeface="Questrial"/>
                <a:sym typeface="Questrial"/>
              </a:rPr>
              <a:t> 6/e and are provided with permission by R.S. Pressman &amp; Associates, Inc., copyright © 1996, 2001, 2005</a:t>
            </a:r>
            <a:endParaRPr/>
          </a:p>
        </p:txBody>
      </p:sp>
      <p:sp>
        <p:nvSpPr>
          <p:cNvPr id="1545" name="Google Shape;1545;p192"/>
          <p:cNvSpPr txBox="1"/>
          <p:nvPr/>
        </p:nvSpPr>
        <p:spPr>
          <a:xfrm>
            <a:off x="8239125" y="6248400"/>
            <a:ext cx="631800" cy="476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FFFFFF"/>
              </a:buClr>
              <a:buSzPts val="1200"/>
              <a:buFont typeface="Arial"/>
              <a:buNone/>
            </a:pPr>
            <a:fld id="{00000000-1234-1234-1234-123412341234}" type="slidenum">
              <a:rPr lang="en-US" sz="1200" b="0" i="0" u="sng">
                <a:solidFill>
                  <a:srgbClr val="FFFFFF"/>
                </a:solidFill>
                <a:latin typeface="Arial"/>
                <a:ea typeface="Arial"/>
                <a:cs typeface="Arial"/>
                <a:sym typeface="Arial"/>
              </a:rPr>
              <a:t>130</a:t>
            </a:fld>
            <a:endParaRPr/>
          </a:p>
        </p:txBody>
      </p:sp>
      <p:sp>
        <p:nvSpPr>
          <p:cNvPr id="1546" name="Google Shape;1546;p192"/>
          <p:cNvSpPr txBox="1">
            <a:spLocks noGrp="1"/>
          </p:cNvSpPr>
          <p:nvPr>
            <p:ph type="title"/>
          </p:nvPr>
        </p:nvSpPr>
        <p:spPr>
          <a:xfrm>
            <a:off x="2241550" y="274637"/>
            <a:ext cx="4668900" cy="606300"/>
          </a:xfrm>
          <a:prstGeom prst="rect">
            <a:avLst/>
          </a:prstGeom>
          <a:noFill/>
          <a:ln>
            <a:noFill/>
          </a:ln>
        </p:spPr>
        <p:txBody>
          <a:bodyPr spcFirstLastPara="1" wrap="square" lIns="63500" tIns="25400" rIns="63500" bIns="25400" anchor="t" anchorCtr="0">
            <a:spAutoFit/>
          </a:bodyPr>
          <a:lstStyle/>
          <a:p>
            <a:pPr marL="0" lvl="0" indent="0" algn="ctr" rtl="0">
              <a:lnSpc>
                <a:spcPct val="100000"/>
              </a:lnSpc>
              <a:spcBef>
                <a:spcPts val="0"/>
              </a:spcBef>
              <a:spcAft>
                <a:spcPts val="0"/>
              </a:spcAft>
              <a:buClr>
                <a:srgbClr val="F3FF07"/>
              </a:buClr>
              <a:buSzPts val="3600"/>
              <a:buFont typeface="Palatino"/>
              <a:buNone/>
            </a:pPr>
            <a:r>
              <a:rPr lang="en-US" sz="3600" b="1" i="0" u="none">
                <a:solidFill>
                  <a:srgbClr val="F3FF07"/>
                </a:solidFill>
                <a:latin typeface="Palatino"/>
                <a:ea typeface="Palatino"/>
                <a:cs typeface="Palatino"/>
                <a:sym typeface="Palatino"/>
              </a:rPr>
              <a:t>Task Set Refinement</a:t>
            </a:r>
            <a:endParaRPr/>
          </a:p>
        </p:txBody>
      </p:sp>
      <p:sp>
        <p:nvSpPr>
          <p:cNvPr id="1547" name="Google Shape;1547;p192"/>
          <p:cNvSpPr txBox="1"/>
          <p:nvPr/>
        </p:nvSpPr>
        <p:spPr>
          <a:xfrm>
            <a:off x="1670050" y="1252537"/>
            <a:ext cx="5722800" cy="830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FFFF"/>
              </a:buClr>
              <a:buSzPts val="2400"/>
              <a:buFont typeface="Palatino"/>
              <a:buNone/>
            </a:pPr>
            <a:r>
              <a:rPr lang="en-US" sz="2400" b="1" i="0" u="none">
                <a:solidFill>
                  <a:srgbClr val="FFFFFF"/>
                </a:solidFill>
                <a:latin typeface="Palatino"/>
                <a:ea typeface="Palatino"/>
                <a:cs typeface="Palatino"/>
                <a:sym typeface="Palatino"/>
              </a:rPr>
              <a:t>1.1	</a:t>
            </a:r>
            <a:r>
              <a:rPr lang="en-US" sz="2400" b="1" i="0" u="none">
                <a:solidFill>
                  <a:srgbClr val="F3FF07"/>
                </a:solidFill>
                <a:latin typeface="Palatino"/>
                <a:ea typeface="Palatino"/>
                <a:cs typeface="Palatino"/>
                <a:sym typeface="Palatino"/>
              </a:rPr>
              <a:t>Concept scoping</a:t>
            </a:r>
            <a:r>
              <a:rPr lang="en-US" sz="2400" b="0" i="0" u="none">
                <a:solidFill>
                  <a:srgbClr val="FFFFFF"/>
                </a:solidFill>
                <a:latin typeface="Palatino"/>
                <a:ea typeface="Palatino"/>
                <a:cs typeface="Palatino"/>
                <a:sym typeface="Palatino"/>
              </a:rPr>
              <a:t> determines the overall scope of the project.</a:t>
            </a:r>
            <a:endParaRPr/>
          </a:p>
        </p:txBody>
      </p:sp>
      <p:sp>
        <p:nvSpPr>
          <p:cNvPr id="1548" name="Google Shape;1548;p192"/>
          <p:cNvSpPr txBox="1"/>
          <p:nvPr/>
        </p:nvSpPr>
        <p:spPr>
          <a:xfrm>
            <a:off x="2668587" y="2198687"/>
            <a:ext cx="5767500" cy="3692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Task definition:  Task 1.1  Concept Scoping  </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1.1.1	Identify need, benefits and potential customers;</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1.1.2	Define desired output/control and input events that drive the application;</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Begin Task 1.1.2</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1.1.2.1	FTR:  Review written description of need</a:t>
            </a:r>
            <a:endParaRPr/>
          </a:p>
          <a:p>
            <a:pPr marL="457200" marR="0" lvl="1" indent="0" algn="l" rtl="0">
              <a:lnSpc>
                <a:spcPct val="100000"/>
              </a:lnSpc>
              <a:spcBef>
                <a:spcPts val="0"/>
              </a:spcBef>
              <a:spcAft>
                <a:spcPts val="0"/>
              </a:spcAft>
              <a:buClr>
                <a:srgbClr val="FFFFFF"/>
              </a:buClr>
              <a:buSzPts val="900"/>
              <a:buFont typeface="Times"/>
              <a:buNone/>
            </a:pPr>
            <a:r>
              <a:rPr lang="en-US" sz="900" b="0" i="0" u="none" strike="noStrike" cap="none">
                <a:solidFill>
                  <a:srgbClr val="FFFFFF"/>
                </a:solidFill>
                <a:latin typeface="Times"/>
                <a:ea typeface="Times"/>
                <a:cs typeface="Times"/>
                <a:sym typeface="Times"/>
              </a:rPr>
              <a:t> FTR indicates that a formal technical review (Chapter 26) is to be conducted.</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1.1.2.2	Derive a list of customer visible outputs/inputs</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1.1.2.3	FTR:  Review outputs/inputs with customer and revise as required;</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endtask Task 1.1.2</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1.1.3	Define the functionality/behavior for each major function;</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Begin Task 1.1.3</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1.1.3.1	FTR:  Review output and input data objects derived in task 1.1.2;</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1.1.3.2	Derive a model of functions/behaviors;</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1.1.3.3	FTR:  Review functions/behaviors with customer and revise as required;</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	endtask Task 1.1.3</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1.1.4	Isolate those elements of the technology to be implemented in software; </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1.1.5	Research availability of existing software;</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1.1.6	Define technical feasibility;</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1.1.7	Make quick estimate of size;</a:t>
            </a:r>
            <a:endParaRPr/>
          </a:p>
          <a:p>
            <a:pPr marL="0" marR="0" lvl="0" indent="0" algn="l" rtl="0">
              <a:lnSpc>
                <a:spcPct val="100000"/>
              </a:lnSpc>
              <a:spcBef>
                <a:spcPts val="30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1.1.8	Create a Scope Definition;</a:t>
            </a:r>
            <a:endParaRPr/>
          </a:p>
          <a:p>
            <a:pPr marL="0" marR="0" lvl="0" indent="0" algn="l" rtl="0">
              <a:lnSpc>
                <a:spcPct val="100000"/>
              </a:lnSpc>
              <a:spcBef>
                <a:spcPts val="0"/>
              </a:spcBef>
              <a:spcAft>
                <a:spcPts val="0"/>
              </a:spcAft>
              <a:buClr>
                <a:srgbClr val="FFFFFF"/>
              </a:buClr>
              <a:buSzPts val="900"/>
              <a:buFont typeface="Arial"/>
              <a:buNone/>
            </a:pPr>
            <a:r>
              <a:rPr lang="en-US" sz="900" b="0" i="0" u="none">
                <a:solidFill>
                  <a:srgbClr val="FFFFFF"/>
                </a:solidFill>
                <a:latin typeface="Arial"/>
                <a:ea typeface="Arial"/>
                <a:cs typeface="Arial"/>
                <a:sym typeface="Arial"/>
              </a:rPr>
              <a:t>endTask definition:   Task 1.1</a:t>
            </a:r>
            <a:endParaRPr/>
          </a:p>
        </p:txBody>
      </p:sp>
      <p:sp>
        <p:nvSpPr>
          <p:cNvPr id="1549" name="Google Shape;1549;p192"/>
          <p:cNvSpPr/>
          <p:nvPr/>
        </p:nvSpPr>
        <p:spPr>
          <a:xfrm>
            <a:off x="785812" y="1430337"/>
            <a:ext cx="841500" cy="3514800"/>
          </a:xfrm>
          <a:prstGeom prst="curvedRightArrow">
            <a:avLst>
              <a:gd name="adj1" fmla="val 13920"/>
              <a:gd name="adj2" fmla="val 19680"/>
              <a:gd name="adj3" fmla="val 25000"/>
            </a:avLst>
          </a:prstGeom>
          <a:solidFill>
            <a:srgbClr val="AD278D"/>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50" name="Google Shape;1550;p192"/>
          <p:cNvSpPr txBox="1"/>
          <p:nvPr/>
        </p:nvSpPr>
        <p:spPr>
          <a:xfrm>
            <a:off x="571500" y="4895850"/>
            <a:ext cx="1768500" cy="341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800"/>
              <a:buFont typeface="Helvetica Neue"/>
              <a:buNone/>
            </a:pPr>
            <a:r>
              <a:rPr lang="en-US" sz="1800" b="1" i="0" u="none">
                <a:solidFill>
                  <a:srgbClr val="FFFFFF"/>
                </a:solidFill>
                <a:latin typeface="Helvetica Neue"/>
                <a:ea typeface="Helvetica Neue"/>
                <a:cs typeface="Helvetica Neue"/>
                <a:sym typeface="Helvetica Neue"/>
              </a:rPr>
              <a:t>is refined to</a:t>
            </a:r>
            <a:endParaRPr/>
          </a:p>
        </p:txBody>
      </p:sp>
      <p:sp>
        <p:nvSpPr>
          <p:cNvPr id="1551" name="Google Shape;1551;p192"/>
          <p:cNvSpPr/>
          <p:nvPr/>
        </p:nvSpPr>
        <p:spPr>
          <a:xfrm>
            <a:off x="2154237" y="2279650"/>
            <a:ext cx="414300" cy="3932100"/>
          </a:xfrm>
          <a:prstGeom prst="leftBrace">
            <a:avLst>
              <a:gd name="adj1" fmla="val 1600"/>
              <a:gd name="adj2" fmla="val 50000"/>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555"/>
        <p:cNvGrpSpPr/>
        <p:nvPr/>
      </p:nvGrpSpPr>
      <p:grpSpPr>
        <a:xfrm>
          <a:off x="0" y="0"/>
          <a:ext cx="0" cy="0"/>
          <a:chOff x="0" y="0"/>
          <a:chExt cx="0" cy="0"/>
        </a:xfrm>
      </p:grpSpPr>
      <p:sp>
        <p:nvSpPr>
          <p:cNvPr id="1556" name="Google Shape;1556;p19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Scheduling </a:t>
            </a:r>
            <a:endParaRPr/>
          </a:p>
        </p:txBody>
      </p:sp>
      <p:sp>
        <p:nvSpPr>
          <p:cNvPr id="1557" name="Google Shape;1557;p193"/>
          <p:cNvSpPr txBox="1">
            <a:spLocks noGrp="1"/>
          </p:cNvSpPr>
          <p:nvPr>
            <p:ph type="body" idx="1"/>
          </p:nvPr>
        </p:nvSpPr>
        <p:spPr>
          <a:xfrm>
            <a:off x="685800" y="1828800"/>
            <a:ext cx="7772400" cy="48006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1" i="0" u="none">
                <a:solidFill>
                  <a:schemeClr val="dk1"/>
                </a:solidFill>
                <a:latin typeface="Times New Roman"/>
                <a:ea typeface="Times New Roman"/>
                <a:cs typeface="Times New Roman"/>
                <a:sym typeface="Times New Roman"/>
              </a:rPr>
              <a:t>Objective of project scheduling </a:t>
            </a:r>
            <a:r>
              <a:rPr lang="en-US" sz="3200" b="0" i="0" u="none">
                <a:solidFill>
                  <a:schemeClr val="dk1"/>
                </a:solidFill>
                <a:latin typeface="Times New Roman"/>
                <a:ea typeface="Times New Roman"/>
                <a:cs typeface="Times New Roman"/>
                <a:sym typeface="Times New Roman"/>
              </a:rPr>
              <a:t>tool is to enable a project manager to define work tasks , establish their dependencies , assign human resources, develop of variety of graphs and charts that aid in tracking and control of the software project.</a:t>
            </a:r>
            <a:endParaRPr/>
          </a:p>
        </p:txBody>
      </p:sp>
      <p:sp>
        <p:nvSpPr>
          <p:cNvPr id="1558" name="Google Shape;1558;p19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FFFFFF"/>
              </a:buClr>
              <a:buSzPts val="1400"/>
              <a:buFont typeface="Times New Roman"/>
              <a:buNone/>
            </a:pPr>
            <a:fld id="{00000000-1234-1234-1234-123412341234}" type="slidenum">
              <a:rPr lang="en-US" sz="1400" b="0" i="0" u="none">
                <a:solidFill>
                  <a:srgbClr val="FFFFFF"/>
                </a:solidFill>
                <a:latin typeface="Times New Roman"/>
                <a:ea typeface="Times New Roman"/>
                <a:cs typeface="Times New Roman"/>
                <a:sym typeface="Times New Roman"/>
              </a:rPr>
              <a:t>131</a:t>
            </a:fld>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562"/>
        <p:cNvGrpSpPr/>
        <p:nvPr/>
      </p:nvGrpSpPr>
      <p:grpSpPr>
        <a:xfrm>
          <a:off x="0" y="0"/>
          <a:ext cx="0" cy="0"/>
          <a:chOff x="0" y="0"/>
          <a:chExt cx="0" cy="0"/>
        </a:xfrm>
      </p:grpSpPr>
      <p:sp>
        <p:nvSpPr>
          <p:cNvPr id="1563" name="Google Shape;1563;p19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Scheduling </a:t>
            </a:r>
            <a:endParaRPr/>
          </a:p>
        </p:txBody>
      </p:sp>
      <p:sp>
        <p:nvSpPr>
          <p:cNvPr id="1564" name="Google Shape;1564;p194"/>
          <p:cNvSpPr txBox="1">
            <a:spLocks noGrp="1"/>
          </p:cNvSpPr>
          <p:nvPr>
            <p:ph type="body" idx="1"/>
          </p:nvPr>
        </p:nvSpPr>
        <p:spPr>
          <a:xfrm>
            <a:off x="685800" y="1752600"/>
            <a:ext cx="7772400" cy="49530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Program evaluation and review technique (PERT) and Critical path method (CPM) are two project scheduling methods that can be applied to software development.</a:t>
            </a:r>
            <a:endParaRPr/>
          </a:p>
          <a:p>
            <a:pPr marL="342900" marR="0" lvl="0" indent="-190500" algn="l" rtl="0">
              <a:lnSpc>
                <a:spcPct val="100000"/>
              </a:lnSpc>
              <a:spcBef>
                <a:spcPts val="480"/>
              </a:spcBef>
              <a:spcAft>
                <a:spcPts val="0"/>
              </a:spcAft>
              <a:buClr>
                <a:schemeClr val="dk1"/>
              </a:buClr>
              <a:buSzPts val="2400"/>
              <a:buFont typeface="Times New Roman"/>
              <a:buNone/>
            </a:pPr>
            <a:endParaRPr sz="24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480"/>
              </a:spcBef>
              <a:spcAft>
                <a:spcPts val="0"/>
              </a:spcAft>
              <a:buClr>
                <a:schemeClr val="dk1"/>
              </a:buClr>
              <a:buSzPts val="2400"/>
              <a:buFont typeface="Times New Roman"/>
              <a:buChar char="•"/>
            </a:pPr>
            <a:r>
              <a:rPr lang="en-US" sz="2400" b="0" i="0" u="none">
                <a:solidFill>
                  <a:schemeClr val="dk1"/>
                </a:solidFill>
                <a:latin typeface="Times New Roman"/>
                <a:ea typeface="Times New Roman"/>
                <a:cs typeface="Times New Roman"/>
                <a:sym typeface="Times New Roman"/>
              </a:rPr>
              <a:t>PERT and CPM are driven by information from earlier projects:</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Estimates effort </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A decomposition of product function</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Selection of appropriate process model and task set</a:t>
            </a:r>
            <a:endParaRPr/>
          </a:p>
          <a:p>
            <a:pPr marL="342900" marR="0" lvl="0" indent="-342900" algn="l" rtl="0">
              <a:lnSpc>
                <a:spcPct val="100000"/>
              </a:lnSpc>
              <a:spcBef>
                <a:spcPts val="480"/>
              </a:spcBef>
              <a:spcAft>
                <a:spcPts val="0"/>
              </a:spcAft>
              <a:buClr>
                <a:schemeClr val="dk1"/>
              </a:buClr>
              <a:buSzPts val="2400"/>
              <a:buFont typeface="Noto Sans Symbols"/>
              <a:buChar char="✔"/>
            </a:pPr>
            <a:r>
              <a:rPr lang="en-US" sz="2400" b="0" i="0" u="none">
                <a:solidFill>
                  <a:schemeClr val="dk1"/>
                </a:solidFill>
                <a:latin typeface="Times New Roman"/>
                <a:ea typeface="Times New Roman"/>
                <a:cs typeface="Times New Roman"/>
                <a:sym typeface="Times New Roman"/>
              </a:rPr>
              <a:t>Decomposition of tasks</a:t>
            </a:r>
            <a:endParaRPr/>
          </a:p>
        </p:txBody>
      </p:sp>
      <p:sp>
        <p:nvSpPr>
          <p:cNvPr id="1565" name="Google Shape;1565;p19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132</a:t>
            </a:fld>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569"/>
        <p:cNvGrpSpPr/>
        <p:nvPr/>
      </p:nvGrpSpPr>
      <p:grpSpPr>
        <a:xfrm>
          <a:off x="0" y="0"/>
          <a:ext cx="0" cy="0"/>
          <a:chOff x="0" y="0"/>
          <a:chExt cx="0" cy="0"/>
        </a:xfrm>
      </p:grpSpPr>
      <p:sp>
        <p:nvSpPr>
          <p:cNvPr id="1570" name="Google Shape;1570;p19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Scheduling</a:t>
            </a:r>
            <a:endParaRPr/>
          </a:p>
        </p:txBody>
      </p:sp>
      <p:sp>
        <p:nvSpPr>
          <p:cNvPr id="1571" name="Google Shape;1571;p195"/>
          <p:cNvSpPr txBox="1">
            <a:spLocks noGrp="1"/>
          </p:cNvSpPr>
          <p:nvPr>
            <p:ph type="body" idx="1"/>
          </p:nvPr>
        </p:nvSpPr>
        <p:spPr>
          <a:xfrm>
            <a:off x="228600" y="1676400"/>
            <a:ext cx="8763000" cy="54102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PERT and CPM are quantitative tools which allow planner to :</a:t>
            </a:r>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 determine </a:t>
            </a:r>
            <a:r>
              <a:rPr lang="en-US" sz="2800" b="1" i="0" u="none">
                <a:solidFill>
                  <a:schemeClr val="dk1"/>
                </a:solidFill>
                <a:latin typeface="Times New Roman"/>
                <a:ea typeface="Times New Roman"/>
                <a:cs typeface="Times New Roman"/>
                <a:sym typeface="Times New Roman"/>
              </a:rPr>
              <a:t>critical path- </a:t>
            </a:r>
            <a:r>
              <a:rPr lang="en-US" sz="2800" b="0" i="0" u="none">
                <a:solidFill>
                  <a:schemeClr val="dk1"/>
                </a:solidFill>
                <a:latin typeface="Times New Roman"/>
                <a:ea typeface="Times New Roman"/>
                <a:cs typeface="Times New Roman"/>
                <a:sym typeface="Times New Roman"/>
              </a:rPr>
              <a:t>chain of tasks that determine duration of tasks.</a:t>
            </a:r>
            <a:endParaRPr/>
          </a:p>
          <a:p>
            <a:pPr marL="342900" marR="0" lvl="0" indent="-165100" algn="l" rtl="0">
              <a:lnSpc>
                <a:spcPct val="100000"/>
              </a:lnSpc>
              <a:spcBef>
                <a:spcPts val="560"/>
              </a:spcBef>
              <a:spcAft>
                <a:spcPts val="0"/>
              </a:spcAft>
              <a:buClr>
                <a:schemeClr val="dk1"/>
              </a:buClr>
              <a:buSzPts val="2800"/>
              <a:buFont typeface="Noto Sans Symbols"/>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0" i="0" u="none">
                <a:solidFill>
                  <a:schemeClr val="dk1"/>
                </a:solidFill>
                <a:latin typeface="Times New Roman"/>
                <a:ea typeface="Times New Roman"/>
                <a:cs typeface="Times New Roman"/>
                <a:sym typeface="Times New Roman"/>
              </a:rPr>
              <a:t>Most likely </a:t>
            </a:r>
            <a:r>
              <a:rPr lang="en-US" sz="2800" b="1" i="0" u="none">
                <a:solidFill>
                  <a:schemeClr val="dk1"/>
                </a:solidFill>
                <a:latin typeface="Times New Roman"/>
                <a:ea typeface="Times New Roman"/>
                <a:cs typeface="Times New Roman"/>
                <a:sym typeface="Times New Roman"/>
              </a:rPr>
              <a:t>time estimates </a:t>
            </a:r>
            <a:r>
              <a:rPr lang="en-US" sz="2800" b="0" i="0" u="none">
                <a:solidFill>
                  <a:schemeClr val="dk1"/>
                </a:solidFill>
                <a:latin typeface="Times New Roman"/>
                <a:ea typeface="Times New Roman"/>
                <a:cs typeface="Times New Roman"/>
                <a:sym typeface="Times New Roman"/>
              </a:rPr>
              <a:t>for individual tasks by applying statistical models.</a:t>
            </a:r>
            <a:endParaRPr/>
          </a:p>
          <a:p>
            <a:pPr marL="342900" marR="0" lvl="0" indent="-165100" algn="l" rtl="0">
              <a:lnSpc>
                <a:spcPct val="100000"/>
              </a:lnSpc>
              <a:spcBef>
                <a:spcPts val="560"/>
              </a:spcBef>
              <a:spcAft>
                <a:spcPts val="0"/>
              </a:spcAft>
              <a:buClr>
                <a:schemeClr val="dk1"/>
              </a:buClr>
              <a:buSzPts val="2800"/>
              <a:buFont typeface="Noto Sans Symbols"/>
              <a:buNone/>
            </a:pPr>
            <a:endParaRPr sz="28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560"/>
              </a:spcBef>
              <a:spcAft>
                <a:spcPts val="0"/>
              </a:spcAft>
              <a:buClr>
                <a:schemeClr val="dk1"/>
              </a:buClr>
              <a:buSzPts val="2800"/>
              <a:buFont typeface="Noto Sans Symbols"/>
              <a:buChar char="✔"/>
            </a:pPr>
            <a:r>
              <a:rPr lang="en-US" sz="2800" b="1" i="0" u="none">
                <a:solidFill>
                  <a:schemeClr val="dk1"/>
                </a:solidFill>
                <a:latin typeface="Times New Roman"/>
                <a:ea typeface="Times New Roman"/>
                <a:cs typeface="Times New Roman"/>
                <a:sym typeface="Times New Roman"/>
              </a:rPr>
              <a:t>Boundary window</a:t>
            </a:r>
            <a:r>
              <a:rPr lang="en-US" sz="2800" b="0" i="0" u="none">
                <a:solidFill>
                  <a:schemeClr val="dk1"/>
                </a:solidFill>
                <a:latin typeface="Times New Roman"/>
                <a:ea typeface="Times New Roman"/>
                <a:cs typeface="Times New Roman"/>
                <a:sym typeface="Times New Roman"/>
              </a:rPr>
              <a:t>-time window for a particular task.</a:t>
            </a:r>
            <a:endParaRPr/>
          </a:p>
          <a:p>
            <a:pPr marL="342900" marR="0" lvl="0" indent="-139700" algn="l" rtl="0">
              <a:lnSpc>
                <a:spcPct val="100000"/>
              </a:lnSpc>
              <a:spcBef>
                <a:spcPts val="640"/>
              </a:spcBef>
              <a:spcAft>
                <a:spcPts val="0"/>
              </a:spcAft>
              <a:buClr>
                <a:schemeClr val="dk1"/>
              </a:buClr>
              <a:buSzPts val="3200"/>
              <a:buFont typeface="Noto Sans Symbols"/>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Noto Sans Symbols"/>
              <a:buNone/>
            </a:pP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572" name="Google Shape;1572;p19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133</a:t>
            </a:fld>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1576"/>
        <p:cNvGrpSpPr/>
        <p:nvPr/>
      </p:nvGrpSpPr>
      <p:grpSpPr>
        <a:xfrm>
          <a:off x="0" y="0"/>
          <a:ext cx="0" cy="0"/>
          <a:chOff x="0" y="0"/>
          <a:chExt cx="0" cy="0"/>
        </a:xfrm>
      </p:grpSpPr>
      <p:sp>
        <p:nvSpPr>
          <p:cNvPr id="1577" name="Google Shape;1577;p196"/>
          <p:cNvSpPr txBox="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FFFFFF"/>
              </a:buClr>
              <a:buSzPts val="1000"/>
              <a:buFont typeface="Questrial"/>
              <a:buNone/>
            </a:pPr>
            <a:r>
              <a:rPr lang="en-US" sz="1000" b="0" i="0" u="sng">
                <a:solidFill>
                  <a:srgbClr val="FFFFFF"/>
                </a:solidFill>
                <a:latin typeface="Questrial"/>
                <a:ea typeface="Questrial"/>
                <a:cs typeface="Questrial"/>
                <a:sym typeface="Questrial"/>
              </a:rPr>
              <a:t>These courseware materials are to be used in conjunction with </a:t>
            </a:r>
            <a:r>
              <a:rPr lang="en-US" sz="1000" b="0" i="1" u="sng">
                <a:solidFill>
                  <a:srgbClr val="FFFFFF"/>
                </a:solidFill>
                <a:latin typeface="Questrial"/>
                <a:ea typeface="Questrial"/>
                <a:cs typeface="Questrial"/>
                <a:sym typeface="Questrial"/>
              </a:rPr>
              <a:t>Software Engineering: A Practitioner’s Approach,</a:t>
            </a:r>
            <a:r>
              <a:rPr lang="en-US" sz="1000" b="0" i="0" u="sng">
                <a:solidFill>
                  <a:srgbClr val="FFFFFF"/>
                </a:solidFill>
                <a:latin typeface="Questrial"/>
                <a:ea typeface="Questrial"/>
                <a:cs typeface="Questrial"/>
                <a:sym typeface="Questrial"/>
              </a:rPr>
              <a:t> 6/e and are provided with permission by R.S. Pressman &amp; Associates, Inc., copyright © 1996, 2001, 2005</a:t>
            </a:r>
            <a:endParaRPr/>
          </a:p>
        </p:txBody>
      </p:sp>
      <p:sp>
        <p:nvSpPr>
          <p:cNvPr id="1578" name="Google Shape;1578;p196"/>
          <p:cNvSpPr txBox="1"/>
          <p:nvPr/>
        </p:nvSpPr>
        <p:spPr>
          <a:xfrm>
            <a:off x="8239125" y="6248400"/>
            <a:ext cx="631800" cy="476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FFFFFF"/>
              </a:buClr>
              <a:buSzPts val="1200"/>
              <a:buFont typeface="Arial"/>
              <a:buNone/>
            </a:pPr>
            <a:fld id="{00000000-1234-1234-1234-123412341234}" type="slidenum">
              <a:rPr lang="en-US" sz="1200" b="0" i="0" u="sng">
                <a:solidFill>
                  <a:srgbClr val="FFFFFF"/>
                </a:solidFill>
                <a:latin typeface="Arial"/>
                <a:ea typeface="Arial"/>
                <a:cs typeface="Arial"/>
                <a:sym typeface="Arial"/>
              </a:rPr>
              <a:t>134</a:t>
            </a:fld>
            <a:endParaRPr/>
          </a:p>
        </p:txBody>
      </p:sp>
      <p:sp>
        <p:nvSpPr>
          <p:cNvPr id="1579" name="Google Shape;1579;p196"/>
          <p:cNvSpPr txBox="1">
            <a:spLocks noGrp="1"/>
          </p:cNvSpPr>
          <p:nvPr>
            <p:ph type="title"/>
          </p:nvPr>
        </p:nvSpPr>
        <p:spPr>
          <a:xfrm>
            <a:off x="457200" y="274637"/>
            <a:ext cx="82296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rgbClr val="F3FF07"/>
              </a:buClr>
              <a:buSzPts val="3600"/>
              <a:buFont typeface="Palatino"/>
              <a:buNone/>
            </a:pPr>
            <a:r>
              <a:rPr lang="en-US" sz="3600" b="1" i="0" u="none">
                <a:solidFill>
                  <a:srgbClr val="F3FF07"/>
                </a:solidFill>
                <a:latin typeface="Palatino"/>
                <a:ea typeface="Palatino"/>
                <a:cs typeface="Palatino"/>
                <a:sym typeface="Palatino"/>
              </a:rPr>
              <a:t>Timeline Charts</a:t>
            </a:r>
            <a:endParaRPr/>
          </a:p>
        </p:txBody>
      </p:sp>
      <p:sp>
        <p:nvSpPr>
          <p:cNvPr id="1580" name="Google Shape;1580;p196"/>
          <p:cNvSpPr txBox="1"/>
          <p:nvPr/>
        </p:nvSpPr>
        <p:spPr>
          <a:xfrm>
            <a:off x="1084262" y="1541462"/>
            <a:ext cx="70929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1" name="Google Shape;1581;p196"/>
          <p:cNvSpPr txBox="1"/>
          <p:nvPr/>
        </p:nvSpPr>
        <p:spPr>
          <a:xfrm>
            <a:off x="1084262" y="1541462"/>
            <a:ext cx="7092900" cy="463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2" name="Google Shape;1582;p196"/>
          <p:cNvSpPr txBox="1"/>
          <p:nvPr/>
        </p:nvSpPr>
        <p:spPr>
          <a:xfrm>
            <a:off x="1098550" y="1541462"/>
            <a:ext cx="13842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3" name="Google Shape;1583;p196"/>
          <p:cNvSpPr txBox="1"/>
          <p:nvPr/>
        </p:nvSpPr>
        <p:spPr>
          <a:xfrm>
            <a:off x="2478087" y="1535112"/>
            <a:ext cx="9270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4" name="Google Shape;1584;p196"/>
          <p:cNvSpPr txBox="1"/>
          <p:nvPr/>
        </p:nvSpPr>
        <p:spPr>
          <a:xfrm>
            <a:off x="3414712" y="1546225"/>
            <a:ext cx="9270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5" name="Google Shape;1585;p196"/>
          <p:cNvSpPr txBox="1"/>
          <p:nvPr/>
        </p:nvSpPr>
        <p:spPr>
          <a:xfrm>
            <a:off x="4351337" y="1541462"/>
            <a:ext cx="9270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6" name="Google Shape;1586;p196"/>
          <p:cNvSpPr txBox="1"/>
          <p:nvPr/>
        </p:nvSpPr>
        <p:spPr>
          <a:xfrm>
            <a:off x="5287962" y="1535112"/>
            <a:ext cx="9270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587" name="Google Shape;1587;p196"/>
          <p:cNvSpPr txBox="1"/>
          <p:nvPr/>
        </p:nvSpPr>
        <p:spPr>
          <a:xfrm>
            <a:off x="6238875" y="1546225"/>
            <a:ext cx="927000" cy="4381500"/>
          </a:xfrm>
          <a:prstGeom prst="rect">
            <a:avLst/>
          </a:prstGeom>
          <a:no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cxnSp>
        <p:nvCxnSpPr>
          <p:cNvPr id="1588" name="Google Shape;1588;p196"/>
          <p:cNvCxnSpPr/>
          <p:nvPr/>
        </p:nvCxnSpPr>
        <p:spPr>
          <a:xfrm>
            <a:off x="2425700" y="1557337"/>
            <a:ext cx="0" cy="4365600"/>
          </a:xfrm>
          <a:prstGeom prst="straightConnector1">
            <a:avLst/>
          </a:prstGeom>
          <a:noFill/>
          <a:ln w="12700" cap="flat" cmpd="sng">
            <a:solidFill>
              <a:schemeClr val="lt1"/>
            </a:solidFill>
            <a:prstDash val="solid"/>
            <a:miter lim="800000"/>
            <a:headEnd type="none" w="med" len="med"/>
            <a:tailEnd type="none" w="med" len="med"/>
          </a:ln>
        </p:spPr>
      </p:cxnSp>
      <p:sp>
        <p:nvSpPr>
          <p:cNvPr id="1589" name="Google Shape;1589;p196"/>
          <p:cNvSpPr txBox="1"/>
          <p:nvPr/>
        </p:nvSpPr>
        <p:spPr>
          <a:xfrm>
            <a:off x="1306512" y="1628775"/>
            <a:ext cx="6780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Tasks</a:t>
            </a:r>
            <a:endParaRPr/>
          </a:p>
        </p:txBody>
      </p:sp>
      <p:sp>
        <p:nvSpPr>
          <p:cNvPr id="1590" name="Google Shape;1590;p196"/>
          <p:cNvSpPr txBox="1"/>
          <p:nvPr/>
        </p:nvSpPr>
        <p:spPr>
          <a:xfrm>
            <a:off x="2573337" y="1655762"/>
            <a:ext cx="7986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Week 1</a:t>
            </a:r>
            <a:endParaRPr/>
          </a:p>
        </p:txBody>
      </p:sp>
      <p:sp>
        <p:nvSpPr>
          <p:cNvPr id="1591" name="Google Shape;1591;p196"/>
          <p:cNvSpPr txBox="1"/>
          <p:nvPr/>
        </p:nvSpPr>
        <p:spPr>
          <a:xfrm>
            <a:off x="3495675" y="1666875"/>
            <a:ext cx="7986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Week 2</a:t>
            </a:r>
            <a:endParaRPr/>
          </a:p>
        </p:txBody>
      </p:sp>
      <p:sp>
        <p:nvSpPr>
          <p:cNvPr id="1592" name="Google Shape;1592;p196"/>
          <p:cNvSpPr txBox="1"/>
          <p:nvPr/>
        </p:nvSpPr>
        <p:spPr>
          <a:xfrm>
            <a:off x="4418012" y="1660525"/>
            <a:ext cx="798600" cy="287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Week 3</a:t>
            </a:r>
            <a:endParaRPr/>
          </a:p>
        </p:txBody>
      </p:sp>
      <p:sp>
        <p:nvSpPr>
          <p:cNvPr id="1593" name="Google Shape;1593;p196"/>
          <p:cNvSpPr txBox="1"/>
          <p:nvPr/>
        </p:nvSpPr>
        <p:spPr>
          <a:xfrm>
            <a:off x="5340350" y="1655762"/>
            <a:ext cx="7986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Week 4</a:t>
            </a:r>
            <a:endParaRPr/>
          </a:p>
        </p:txBody>
      </p:sp>
      <p:sp>
        <p:nvSpPr>
          <p:cNvPr id="1594" name="Google Shape;1594;p196"/>
          <p:cNvSpPr txBox="1"/>
          <p:nvPr/>
        </p:nvSpPr>
        <p:spPr>
          <a:xfrm>
            <a:off x="7227887" y="1660525"/>
            <a:ext cx="807900" cy="287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Helvetica Neue"/>
              <a:buNone/>
            </a:pPr>
            <a:r>
              <a:rPr lang="en-US" sz="1400" b="1" i="0" u="none">
                <a:solidFill>
                  <a:srgbClr val="FFFFFF"/>
                </a:solidFill>
                <a:latin typeface="Helvetica Neue"/>
                <a:ea typeface="Helvetica Neue"/>
                <a:cs typeface="Helvetica Neue"/>
                <a:sym typeface="Helvetica Neue"/>
              </a:rPr>
              <a:t>Week n</a:t>
            </a:r>
            <a:endParaRPr/>
          </a:p>
        </p:txBody>
      </p:sp>
      <p:sp>
        <p:nvSpPr>
          <p:cNvPr id="1595" name="Google Shape;1595;p196"/>
          <p:cNvSpPr txBox="1"/>
          <p:nvPr/>
        </p:nvSpPr>
        <p:spPr>
          <a:xfrm>
            <a:off x="1422400" y="2165350"/>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1</a:t>
            </a:r>
            <a:endParaRPr/>
          </a:p>
        </p:txBody>
      </p:sp>
      <p:sp>
        <p:nvSpPr>
          <p:cNvPr id="1596" name="Google Shape;1596;p196"/>
          <p:cNvSpPr txBox="1"/>
          <p:nvPr/>
        </p:nvSpPr>
        <p:spPr>
          <a:xfrm>
            <a:off x="1422400" y="2447925"/>
            <a:ext cx="701700" cy="287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2</a:t>
            </a:r>
            <a:endParaRPr/>
          </a:p>
        </p:txBody>
      </p:sp>
      <p:sp>
        <p:nvSpPr>
          <p:cNvPr id="1597" name="Google Shape;1597;p196"/>
          <p:cNvSpPr txBox="1"/>
          <p:nvPr/>
        </p:nvSpPr>
        <p:spPr>
          <a:xfrm>
            <a:off x="1422400" y="2716212"/>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3</a:t>
            </a:r>
            <a:endParaRPr/>
          </a:p>
        </p:txBody>
      </p:sp>
      <p:sp>
        <p:nvSpPr>
          <p:cNvPr id="1598" name="Google Shape;1598;p196"/>
          <p:cNvSpPr txBox="1"/>
          <p:nvPr/>
        </p:nvSpPr>
        <p:spPr>
          <a:xfrm>
            <a:off x="1422400" y="2984500"/>
            <a:ext cx="689100" cy="479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4</a:t>
            </a:r>
            <a:endParaRPr/>
          </a:p>
        </p:txBody>
      </p:sp>
      <p:sp>
        <p:nvSpPr>
          <p:cNvPr id="1599" name="Google Shape;1599;p196"/>
          <p:cNvSpPr txBox="1"/>
          <p:nvPr/>
        </p:nvSpPr>
        <p:spPr>
          <a:xfrm>
            <a:off x="1422400" y="3252787"/>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5</a:t>
            </a:r>
            <a:endParaRPr/>
          </a:p>
        </p:txBody>
      </p:sp>
      <p:sp>
        <p:nvSpPr>
          <p:cNvPr id="1600" name="Google Shape;1600;p196"/>
          <p:cNvSpPr txBox="1"/>
          <p:nvPr/>
        </p:nvSpPr>
        <p:spPr>
          <a:xfrm>
            <a:off x="1422400" y="3519487"/>
            <a:ext cx="701700" cy="287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6</a:t>
            </a:r>
            <a:endParaRPr/>
          </a:p>
        </p:txBody>
      </p:sp>
      <p:sp>
        <p:nvSpPr>
          <p:cNvPr id="1601" name="Google Shape;1601;p196"/>
          <p:cNvSpPr txBox="1"/>
          <p:nvPr/>
        </p:nvSpPr>
        <p:spPr>
          <a:xfrm>
            <a:off x="1422400" y="3787775"/>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7</a:t>
            </a:r>
            <a:endParaRPr/>
          </a:p>
        </p:txBody>
      </p:sp>
      <p:sp>
        <p:nvSpPr>
          <p:cNvPr id="1602" name="Google Shape;1602;p196"/>
          <p:cNvSpPr txBox="1"/>
          <p:nvPr/>
        </p:nvSpPr>
        <p:spPr>
          <a:xfrm>
            <a:off x="1431925" y="4054475"/>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8</a:t>
            </a:r>
            <a:endParaRPr/>
          </a:p>
        </p:txBody>
      </p:sp>
      <p:sp>
        <p:nvSpPr>
          <p:cNvPr id="1603" name="Google Shape;1603;p196"/>
          <p:cNvSpPr txBox="1"/>
          <p:nvPr/>
        </p:nvSpPr>
        <p:spPr>
          <a:xfrm>
            <a:off x="1431925" y="4338637"/>
            <a:ext cx="7017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9</a:t>
            </a:r>
            <a:endParaRPr/>
          </a:p>
        </p:txBody>
      </p:sp>
      <p:sp>
        <p:nvSpPr>
          <p:cNvPr id="1604" name="Google Shape;1604;p196"/>
          <p:cNvSpPr txBox="1"/>
          <p:nvPr/>
        </p:nvSpPr>
        <p:spPr>
          <a:xfrm>
            <a:off x="1431925" y="4605337"/>
            <a:ext cx="801600" cy="2874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10</a:t>
            </a:r>
            <a:endParaRPr/>
          </a:p>
        </p:txBody>
      </p:sp>
      <p:sp>
        <p:nvSpPr>
          <p:cNvPr id="1605" name="Google Shape;1605;p196"/>
          <p:cNvSpPr txBox="1"/>
          <p:nvPr/>
        </p:nvSpPr>
        <p:spPr>
          <a:xfrm>
            <a:off x="1431925" y="4873625"/>
            <a:ext cx="8175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11</a:t>
            </a:r>
            <a:endParaRPr/>
          </a:p>
        </p:txBody>
      </p:sp>
      <p:sp>
        <p:nvSpPr>
          <p:cNvPr id="1606" name="Google Shape;1606;p196"/>
          <p:cNvSpPr txBox="1"/>
          <p:nvPr/>
        </p:nvSpPr>
        <p:spPr>
          <a:xfrm>
            <a:off x="1431925" y="5141912"/>
            <a:ext cx="801600" cy="285900"/>
          </a:xfrm>
          <a:prstGeom prst="rect">
            <a:avLst/>
          </a:prstGeom>
          <a:noFill/>
          <a:ln>
            <a:noFill/>
          </a:ln>
        </p:spPr>
        <p:txBody>
          <a:bodyPr spcFirstLastPara="1" wrap="square" lIns="91425" tIns="45700" rIns="91425" bIns="45700" anchor="t" anchorCtr="0">
            <a:spAutoFit/>
          </a:bodyPr>
          <a:lstStyle/>
          <a:p>
            <a:pPr marL="0" marR="0" lvl="0" indent="0" algn="l" rtl="0">
              <a:lnSpc>
                <a:spcPct val="90000"/>
              </a:lnSpc>
              <a:spcBef>
                <a:spcPts val="0"/>
              </a:spcBef>
              <a:spcAft>
                <a:spcPts val="0"/>
              </a:spcAft>
              <a:buClr>
                <a:srgbClr val="FFFFFF"/>
              </a:buClr>
              <a:buSzPts val="1400"/>
              <a:buFont typeface="Palatino"/>
              <a:buNone/>
            </a:pPr>
            <a:r>
              <a:rPr lang="en-US" sz="1400" b="0" i="0" u="none">
                <a:solidFill>
                  <a:srgbClr val="FFFFFF"/>
                </a:solidFill>
                <a:latin typeface="Palatino"/>
                <a:ea typeface="Palatino"/>
                <a:cs typeface="Palatino"/>
                <a:sym typeface="Palatino"/>
              </a:rPr>
              <a:t>Task 12</a:t>
            </a:r>
            <a:endParaRPr/>
          </a:p>
        </p:txBody>
      </p:sp>
      <p:sp>
        <p:nvSpPr>
          <p:cNvPr id="1607" name="Google Shape;1607;p196"/>
          <p:cNvSpPr txBox="1"/>
          <p:nvPr/>
        </p:nvSpPr>
        <p:spPr>
          <a:xfrm>
            <a:off x="2540000" y="2230437"/>
            <a:ext cx="1198500" cy="1287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08" name="Google Shape;1608;p196"/>
          <p:cNvSpPr txBox="1"/>
          <p:nvPr/>
        </p:nvSpPr>
        <p:spPr>
          <a:xfrm>
            <a:off x="3048000" y="2498725"/>
            <a:ext cx="1954200" cy="1446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09" name="Google Shape;1609;p196"/>
          <p:cNvSpPr txBox="1"/>
          <p:nvPr/>
        </p:nvSpPr>
        <p:spPr>
          <a:xfrm>
            <a:off x="4625975" y="4403725"/>
            <a:ext cx="1954200" cy="1446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0" name="Google Shape;1610;p196"/>
          <p:cNvSpPr txBox="1"/>
          <p:nvPr/>
        </p:nvSpPr>
        <p:spPr>
          <a:xfrm>
            <a:off x="3406775" y="5202237"/>
            <a:ext cx="1954200" cy="1446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1" name="Google Shape;1611;p196"/>
          <p:cNvSpPr txBox="1"/>
          <p:nvPr/>
        </p:nvSpPr>
        <p:spPr>
          <a:xfrm>
            <a:off x="6240462" y="4732337"/>
            <a:ext cx="1954200" cy="1446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2" name="Google Shape;1612;p196"/>
          <p:cNvSpPr txBox="1"/>
          <p:nvPr/>
        </p:nvSpPr>
        <p:spPr>
          <a:xfrm>
            <a:off x="3414712" y="3008312"/>
            <a:ext cx="3738600" cy="1287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3" name="Google Shape;1613;p196"/>
          <p:cNvSpPr txBox="1"/>
          <p:nvPr/>
        </p:nvSpPr>
        <p:spPr>
          <a:xfrm>
            <a:off x="4348162" y="3284537"/>
            <a:ext cx="1198500" cy="1287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4" name="Google Shape;1614;p196"/>
          <p:cNvSpPr txBox="1"/>
          <p:nvPr/>
        </p:nvSpPr>
        <p:spPr>
          <a:xfrm>
            <a:off x="3759200" y="3582987"/>
            <a:ext cx="728700" cy="1287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5" name="Google Shape;1615;p196"/>
          <p:cNvSpPr txBox="1"/>
          <p:nvPr/>
        </p:nvSpPr>
        <p:spPr>
          <a:xfrm>
            <a:off x="5526087" y="3863975"/>
            <a:ext cx="1441500" cy="1287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16" name="Google Shape;1616;p196"/>
          <p:cNvSpPr txBox="1"/>
          <p:nvPr/>
        </p:nvSpPr>
        <p:spPr>
          <a:xfrm>
            <a:off x="6221412" y="4162425"/>
            <a:ext cx="1984500" cy="112800"/>
          </a:xfrm>
          <a:prstGeom prst="rect">
            <a:avLst/>
          </a:prstGeom>
          <a:solidFill>
            <a:srgbClr val="AD278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620"/>
        <p:cNvGrpSpPr/>
        <p:nvPr/>
      </p:nvGrpSpPr>
      <p:grpSpPr>
        <a:xfrm>
          <a:off x="0" y="0"/>
          <a:ext cx="0" cy="0"/>
          <a:chOff x="0" y="0"/>
          <a:chExt cx="0" cy="0"/>
        </a:xfrm>
      </p:grpSpPr>
      <p:sp>
        <p:nvSpPr>
          <p:cNvPr id="1621" name="Google Shape;1621;p197"/>
          <p:cNvSpPr txBox="1"/>
          <p:nvPr/>
        </p:nvSpPr>
        <p:spPr>
          <a:xfrm>
            <a:off x="476250" y="6248400"/>
            <a:ext cx="7702500" cy="476400"/>
          </a:xfrm>
          <a:prstGeom prst="rect">
            <a:avLst/>
          </a:prstGeom>
          <a:noFill/>
          <a:ln>
            <a:noFill/>
          </a:ln>
        </p:spPr>
        <p:txBody>
          <a:bodyPr spcFirstLastPara="1" wrap="square" lIns="91425" tIns="45700" rIns="91425" bIns="45700" anchor="b" anchorCtr="0">
            <a:noAutofit/>
          </a:bodyPr>
          <a:lstStyle/>
          <a:p>
            <a:pPr marL="0" marR="0" lvl="0" indent="0" algn="ctr" rtl="0">
              <a:lnSpc>
                <a:spcPct val="100000"/>
              </a:lnSpc>
              <a:spcBef>
                <a:spcPts val="0"/>
              </a:spcBef>
              <a:spcAft>
                <a:spcPts val="0"/>
              </a:spcAft>
              <a:buClr>
                <a:srgbClr val="FFFFFF"/>
              </a:buClr>
              <a:buSzPts val="1000"/>
              <a:buFont typeface="Questrial"/>
              <a:buNone/>
            </a:pPr>
            <a:r>
              <a:rPr lang="en-US" sz="1000" b="0" i="0" u="sng">
                <a:solidFill>
                  <a:srgbClr val="FFFFFF"/>
                </a:solidFill>
                <a:latin typeface="Questrial"/>
                <a:ea typeface="Questrial"/>
                <a:cs typeface="Questrial"/>
                <a:sym typeface="Questrial"/>
              </a:rPr>
              <a:t>These courseware materials are to be used in conjunction with </a:t>
            </a:r>
            <a:r>
              <a:rPr lang="en-US" sz="1000" b="0" i="1" u="sng">
                <a:solidFill>
                  <a:srgbClr val="FFFFFF"/>
                </a:solidFill>
                <a:latin typeface="Questrial"/>
                <a:ea typeface="Questrial"/>
                <a:cs typeface="Questrial"/>
                <a:sym typeface="Questrial"/>
              </a:rPr>
              <a:t>Software Engineering: A Practitioner’s Approach,</a:t>
            </a:r>
            <a:r>
              <a:rPr lang="en-US" sz="1000" b="0" i="0" u="sng">
                <a:solidFill>
                  <a:srgbClr val="FFFFFF"/>
                </a:solidFill>
                <a:latin typeface="Questrial"/>
                <a:ea typeface="Questrial"/>
                <a:cs typeface="Questrial"/>
                <a:sym typeface="Questrial"/>
              </a:rPr>
              <a:t> 6/e and are provided with permission by R.S. Pressman &amp; Associates, Inc., copyright © 1996, 2001, 2005</a:t>
            </a:r>
            <a:endParaRPr/>
          </a:p>
        </p:txBody>
      </p:sp>
      <p:sp>
        <p:nvSpPr>
          <p:cNvPr id="1622" name="Google Shape;1622;p197"/>
          <p:cNvSpPr txBox="1"/>
          <p:nvPr/>
        </p:nvSpPr>
        <p:spPr>
          <a:xfrm>
            <a:off x="8239125" y="6248400"/>
            <a:ext cx="631800" cy="4764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FFFFFF"/>
              </a:buClr>
              <a:buSzPts val="1200"/>
              <a:buFont typeface="Arial"/>
              <a:buNone/>
            </a:pPr>
            <a:fld id="{00000000-1234-1234-1234-123412341234}" type="slidenum">
              <a:rPr lang="en-US" sz="1200" b="0" i="0" u="sng">
                <a:solidFill>
                  <a:srgbClr val="FFFFFF"/>
                </a:solidFill>
                <a:latin typeface="Arial"/>
                <a:ea typeface="Arial"/>
                <a:cs typeface="Arial"/>
                <a:sym typeface="Arial"/>
              </a:rPr>
              <a:t>135</a:t>
            </a:fld>
            <a:endParaRPr/>
          </a:p>
        </p:txBody>
      </p:sp>
      <p:sp>
        <p:nvSpPr>
          <p:cNvPr id="1623" name="Google Shape;1623;p197"/>
          <p:cNvSpPr txBox="1"/>
          <p:nvPr/>
        </p:nvSpPr>
        <p:spPr>
          <a:xfrm>
            <a:off x="1668462" y="1643062"/>
            <a:ext cx="5921400" cy="4349700"/>
          </a:xfrm>
          <a:prstGeom prst="rect">
            <a:avLst/>
          </a:prstGeom>
          <a:solidFill>
            <a:srgbClr val="96E3FE"/>
          </a:solidFill>
          <a:ln w="1270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2400" b="0" i="0" u="sng">
              <a:solidFill>
                <a:schemeClr val="lt1"/>
              </a:solidFill>
              <a:latin typeface="Times New Roman"/>
              <a:ea typeface="Times New Roman"/>
              <a:cs typeface="Times New Roman"/>
              <a:sym typeface="Times New Roman"/>
            </a:endParaRPr>
          </a:p>
        </p:txBody>
      </p:sp>
      <p:sp>
        <p:nvSpPr>
          <p:cNvPr id="1624" name="Google Shape;1624;p197"/>
          <p:cNvSpPr txBox="1">
            <a:spLocks noGrp="1"/>
          </p:cNvSpPr>
          <p:nvPr>
            <p:ph type="title"/>
          </p:nvPr>
        </p:nvSpPr>
        <p:spPr>
          <a:xfrm>
            <a:off x="1943100" y="400050"/>
            <a:ext cx="5437200" cy="1158900"/>
          </a:xfrm>
          <a:prstGeom prst="rect">
            <a:avLst/>
          </a:prstGeom>
          <a:noFill/>
          <a:ln>
            <a:noFill/>
          </a:ln>
        </p:spPr>
        <p:txBody>
          <a:bodyPr spcFirstLastPara="1" wrap="square" lIns="63500" tIns="25400" rIns="63500" bIns="25400" anchor="t" anchorCtr="0">
            <a:spAutoFit/>
          </a:bodyPr>
          <a:lstStyle/>
          <a:p>
            <a:pPr marL="0" lvl="0" indent="0" algn="ctr" rtl="0">
              <a:lnSpc>
                <a:spcPct val="100000"/>
              </a:lnSpc>
              <a:spcBef>
                <a:spcPts val="0"/>
              </a:spcBef>
              <a:spcAft>
                <a:spcPts val="0"/>
              </a:spcAft>
              <a:buClr>
                <a:srgbClr val="F3FF07"/>
              </a:buClr>
              <a:buSzPts val="3600"/>
              <a:buFont typeface="Palatino"/>
              <a:buNone/>
            </a:pPr>
            <a:r>
              <a:rPr lang="en-US" sz="3600" b="1" i="0" u="none">
                <a:solidFill>
                  <a:srgbClr val="F3FF07"/>
                </a:solidFill>
                <a:latin typeface="Palatino"/>
                <a:ea typeface="Palatino"/>
                <a:cs typeface="Palatino"/>
                <a:sym typeface="Palatino"/>
              </a:rPr>
              <a:t>Use Automated Tools to</a:t>
            </a:r>
            <a:br>
              <a:rPr lang="en-US" sz="3600" b="1" i="0" u="none">
                <a:solidFill>
                  <a:srgbClr val="F3FF07"/>
                </a:solidFill>
                <a:latin typeface="Palatino"/>
                <a:ea typeface="Palatino"/>
                <a:cs typeface="Palatino"/>
                <a:sym typeface="Palatino"/>
              </a:rPr>
            </a:br>
            <a:r>
              <a:rPr lang="en-US" sz="3600" b="1" i="0" u="none">
                <a:solidFill>
                  <a:srgbClr val="F3FF07"/>
                </a:solidFill>
                <a:latin typeface="Palatino"/>
                <a:ea typeface="Palatino"/>
                <a:cs typeface="Palatino"/>
                <a:sym typeface="Palatino"/>
              </a:rPr>
              <a:t>Derive a Timeline Chart</a:t>
            </a:r>
            <a:endParaRPr/>
          </a:p>
        </p:txBody>
      </p:sp>
      <p:pic>
        <p:nvPicPr>
          <p:cNvPr id="1625" name="Google Shape;1625;p197"/>
          <p:cNvPicPr preferRelativeResize="0"/>
          <p:nvPr/>
        </p:nvPicPr>
        <p:blipFill rotWithShape="1">
          <a:blip r:embed="rId3">
            <a:alphaModFix/>
          </a:blip>
          <a:srcRect/>
          <a:stretch/>
        </p:blipFill>
        <p:spPr>
          <a:xfrm>
            <a:off x="1912937" y="1792287"/>
            <a:ext cx="5443537" cy="410210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629"/>
        <p:cNvGrpSpPr/>
        <p:nvPr/>
      </p:nvGrpSpPr>
      <p:grpSpPr>
        <a:xfrm>
          <a:off x="0" y="0"/>
          <a:ext cx="0" cy="0"/>
          <a:chOff x="0" y="0"/>
          <a:chExt cx="0" cy="0"/>
        </a:xfrm>
      </p:grpSpPr>
      <p:sp>
        <p:nvSpPr>
          <p:cNvPr id="1630" name="Google Shape;1630;p198"/>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Schedule Tracking</a:t>
            </a:r>
            <a:endParaRPr/>
          </a:p>
        </p:txBody>
      </p:sp>
      <p:sp>
        <p:nvSpPr>
          <p:cNvPr id="1631" name="Google Shape;1631;p198"/>
          <p:cNvSpPr txBox="1">
            <a:spLocks noGrp="1"/>
          </p:cNvSpPr>
          <p:nvPr>
            <p:ph type="body" idx="1"/>
          </p:nvPr>
        </p:nvSpPr>
        <p:spPr>
          <a:xfrm>
            <a:off x="152400" y="1600200"/>
            <a:ext cx="8839200" cy="5105400"/>
          </a:xfrm>
          <a:prstGeom prst="rect">
            <a:avLst/>
          </a:prstGeom>
          <a:noFill/>
          <a:ln>
            <a:noFill/>
          </a:ln>
        </p:spPr>
        <p:txBody>
          <a:bodyPr spcFirstLastPara="1" wrap="square" lIns="91425" tIns="45700" rIns="91425" bIns="45700" anchor="t" anchorCtr="0">
            <a:noAutofit/>
          </a:bodyPr>
          <a:lstStyle/>
          <a:p>
            <a:pPr marL="742950" marR="0" lvl="1" indent="-285750" algn="just" rtl="0">
              <a:lnSpc>
                <a:spcPct val="90000"/>
              </a:lnSpc>
              <a:spcBef>
                <a:spcPts val="0"/>
              </a:spcBef>
              <a:spcAft>
                <a:spcPts val="0"/>
              </a:spcAft>
              <a:buClr>
                <a:schemeClr val="dk1"/>
              </a:buClr>
              <a:buSzPts val="3200"/>
              <a:buFont typeface="Times New Roman"/>
              <a:buChar char="–"/>
            </a:pPr>
            <a:r>
              <a:rPr lang="en-US" sz="3200" b="0" i="0" u="none" strike="noStrike" cap="none">
                <a:solidFill>
                  <a:schemeClr val="dk1"/>
                </a:solidFill>
                <a:latin typeface="Times New Roman"/>
                <a:ea typeface="Times New Roman"/>
                <a:cs typeface="Times New Roman"/>
                <a:sym typeface="Times New Roman"/>
              </a:rPr>
              <a:t>conduct </a:t>
            </a:r>
            <a:r>
              <a:rPr lang="en-US" sz="3200" b="1" i="0" u="none" strike="noStrike" cap="none">
                <a:solidFill>
                  <a:schemeClr val="dk1"/>
                </a:solidFill>
                <a:latin typeface="Times New Roman"/>
                <a:ea typeface="Times New Roman"/>
                <a:cs typeface="Times New Roman"/>
                <a:sym typeface="Times New Roman"/>
              </a:rPr>
              <a:t>periodic project status meetings</a:t>
            </a:r>
            <a:r>
              <a:rPr lang="en-US" sz="3200" b="0" i="0" u="none" strike="noStrike" cap="none">
                <a:solidFill>
                  <a:schemeClr val="dk1"/>
                </a:solidFill>
                <a:latin typeface="Times New Roman"/>
                <a:ea typeface="Times New Roman"/>
                <a:cs typeface="Times New Roman"/>
                <a:sym typeface="Times New Roman"/>
              </a:rPr>
              <a:t> in which each team member reports progress and problems.</a:t>
            </a:r>
            <a:endParaRPr/>
          </a:p>
          <a:p>
            <a:pPr marL="742950" marR="0" lvl="1" indent="-82550" algn="just" rtl="0">
              <a:lnSpc>
                <a:spcPct val="90000"/>
              </a:lnSpc>
              <a:spcBef>
                <a:spcPts val="60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a:p>
            <a:pPr marL="742950" marR="0" lvl="1" indent="-285750" algn="just" rtl="0">
              <a:lnSpc>
                <a:spcPct val="90000"/>
              </a:lnSpc>
              <a:spcBef>
                <a:spcPts val="300"/>
              </a:spcBef>
              <a:spcAft>
                <a:spcPts val="0"/>
              </a:spcAft>
              <a:buClr>
                <a:schemeClr val="dk1"/>
              </a:buClr>
              <a:buSzPts val="3200"/>
              <a:buFont typeface="Times New Roman"/>
              <a:buChar char="–"/>
            </a:pPr>
            <a:r>
              <a:rPr lang="en-US" sz="3200" b="0" i="0" u="none" strike="noStrike" cap="none">
                <a:solidFill>
                  <a:schemeClr val="dk1"/>
                </a:solidFill>
                <a:latin typeface="Times New Roman"/>
                <a:ea typeface="Times New Roman"/>
                <a:cs typeface="Times New Roman"/>
                <a:sym typeface="Times New Roman"/>
              </a:rPr>
              <a:t>evaluate the </a:t>
            </a:r>
            <a:r>
              <a:rPr lang="en-US" sz="3200" b="1" i="0" u="none" strike="noStrike" cap="none">
                <a:solidFill>
                  <a:schemeClr val="dk1"/>
                </a:solidFill>
                <a:latin typeface="Times New Roman"/>
                <a:ea typeface="Times New Roman"/>
                <a:cs typeface="Times New Roman"/>
                <a:sym typeface="Times New Roman"/>
              </a:rPr>
              <a:t>results of all reviews conducted </a:t>
            </a:r>
            <a:r>
              <a:rPr lang="en-US" sz="3200" b="0" i="0" u="none" strike="noStrike" cap="none">
                <a:solidFill>
                  <a:schemeClr val="dk1"/>
                </a:solidFill>
                <a:latin typeface="Times New Roman"/>
                <a:ea typeface="Times New Roman"/>
                <a:cs typeface="Times New Roman"/>
                <a:sym typeface="Times New Roman"/>
              </a:rPr>
              <a:t>throughout the software engineering process.</a:t>
            </a:r>
            <a:endParaRPr/>
          </a:p>
          <a:p>
            <a:pPr marL="742950" marR="0" lvl="1" indent="-82550" algn="just" rtl="0">
              <a:lnSpc>
                <a:spcPct val="90000"/>
              </a:lnSpc>
              <a:spcBef>
                <a:spcPts val="30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a:p>
            <a:pPr marL="742950" marR="0" lvl="1" indent="-285750" algn="just" rtl="0">
              <a:lnSpc>
                <a:spcPct val="90000"/>
              </a:lnSpc>
              <a:spcBef>
                <a:spcPts val="640"/>
              </a:spcBef>
              <a:spcAft>
                <a:spcPts val="0"/>
              </a:spcAft>
              <a:buClr>
                <a:schemeClr val="dk1"/>
              </a:buClr>
              <a:buSzPts val="3200"/>
              <a:buFont typeface="Times New Roman"/>
              <a:buChar char="–"/>
            </a:pPr>
            <a:r>
              <a:rPr lang="en-US" sz="3200" b="0" i="0" u="none" strike="noStrike" cap="none">
                <a:solidFill>
                  <a:schemeClr val="dk1"/>
                </a:solidFill>
                <a:latin typeface="Times New Roman"/>
                <a:ea typeface="Times New Roman"/>
                <a:cs typeface="Times New Roman"/>
                <a:sym typeface="Times New Roman"/>
              </a:rPr>
              <a:t>determine whether formal </a:t>
            </a:r>
            <a:r>
              <a:rPr lang="en-US" sz="3200" b="1" i="0" u="none" strike="noStrike" cap="none">
                <a:solidFill>
                  <a:schemeClr val="dk1"/>
                </a:solidFill>
                <a:latin typeface="Times New Roman"/>
                <a:ea typeface="Times New Roman"/>
                <a:cs typeface="Times New Roman"/>
                <a:sym typeface="Times New Roman"/>
              </a:rPr>
              <a:t>project milestones </a:t>
            </a:r>
            <a:r>
              <a:rPr lang="en-US" sz="3200" b="0" i="0" u="none" strike="noStrike" cap="none">
                <a:solidFill>
                  <a:schemeClr val="dk1"/>
                </a:solidFill>
                <a:latin typeface="Times New Roman"/>
                <a:ea typeface="Times New Roman"/>
                <a:cs typeface="Times New Roman"/>
                <a:sym typeface="Times New Roman"/>
              </a:rPr>
              <a:t>have been </a:t>
            </a:r>
            <a:r>
              <a:rPr lang="en-US" sz="3200" b="1" i="0" u="none" strike="noStrike" cap="none">
                <a:solidFill>
                  <a:schemeClr val="dk1"/>
                </a:solidFill>
                <a:latin typeface="Times New Roman"/>
                <a:ea typeface="Times New Roman"/>
                <a:cs typeface="Times New Roman"/>
                <a:sym typeface="Times New Roman"/>
              </a:rPr>
              <a:t>accomplished</a:t>
            </a:r>
            <a:r>
              <a:rPr lang="en-US" sz="3200" b="0" i="0" u="none" strike="noStrike" cap="none">
                <a:solidFill>
                  <a:schemeClr val="dk1"/>
                </a:solidFill>
                <a:latin typeface="Times New Roman"/>
                <a:ea typeface="Times New Roman"/>
                <a:cs typeface="Times New Roman"/>
                <a:sym typeface="Times New Roman"/>
              </a:rPr>
              <a:t> by the scheduled date.</a:t>
            </a:r>
            <a:endParaRPr/>
          </a:p>
          <a:p>
            <a:pPr marL="342900" marR="0" lvl="0" indent="-139700" algn="l" rtl="0">
              <a:spcBef>
                <a:spcPts val="64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p:txBody>
      </p:sp>
      <p:sp>
        <p:nvSpPr>
          <p:cNvPr id="1632" name="Google Shape;1632;p198"/>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136</a:t>
            </a:fld>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636"/>
        <p:cNvGrpSpPr/>
        <p:nvPr/>
      </p:nvGrpSpPr>
      <p:grpSpPr>
        <a:xfrm>
          <a:off x="0" y="0"/>
          <a:ext cx="0" cy="0"/>
          <a:chOff x="0" y="0"/>
          <a:chExt cx="0" cy="0"/>
        </a:xfrm>
      </p:grpSpPr>
      <p:sp>
        <p:nvSpPr>
          <p:cNvPr id="1637" name="Google Shape;1637;p199"/>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Schedule Tracking</a:t>
            </a:r>
            <a:endParaRPr/>
          </a:p>
        </p:txBody>
      </p:sp>
      <p:sp>
        <p:nvSpPr>
          <p:cNvPr id="1638" name="Google Shape;1638;p199"/>
          <p:cNvSpPr txBox="1">
            <a:spLocks noGrp="1"/>
          </p:cNvSpPr>
          <p:nvPr>
            <p:ph type="body" idx="1"/>
          </p:nvPr>
        </p:nvSpPr>
        <p:spPr>
          <a:xfrm>
            <a:off x="381000" y="1676400"/>
            <a:ext cx="8534400" cy="5029200"/>
          </a:xfrm>
          <a:prstGeom prst="rect">
            <a:avLst/>
          </a:prstGeom>
          <a:noFill/>
          <a:ln>
            <a:noFill/>
          </a:ln>
        </p:spPr>
        <p:txBody>
          <a:bodyPr spcFirstLastPara="1" wrap="square" lIns="91425" tIns="45700" rIns="91425" bIns="45700" anchor="t" anchorCtr="0">
            <a:noAutofit/>
          </a:bodyPr>
          <a:lstStyle/>
          <a:p>
            <a:pPr marL="742950" marR="0" lvl="1" indent="-285750" algn="just" rtl="0">
              <a:lnSpc>
                <a:spcPct val="90000"/>
              </a:lnSpc>
              <a:spcBef>
                <a:spcPts val="0"/>
              </a:spcBef>
              <a:spcAft>
                <a:spcPts val="0"/>
              </a:spcAft>
              <a:buClr>
                <a:schemeClr val="dk1"/>
              </a:buClr>
              <a:buSzPts val="3200"/>
              <a:buFont typeface="Times New Roman"/>
              <a:buChar char="–"/>
            </a:pPr>
            <a:r>
              <a:rPr lang="en-US" sz="3200" b="1" i="0" u="none" strike="noStrike" cap="none">
                <a:solidFill>
                  <a:schemeClr val="dk1"/>
                </a:solidFill>
                <a:latin typeface="Times New Roman"/>
                <a:ea typeface="Times New Roman"/>
                <a:cs typeface="Times New Roman"/>
                <a:sym typeface="Times New Roman"/>
              </a:rPr>
              <a:t>compare actual start-date to planned start-date </a:t>
            </a:r>
            <a:r>
              <a:rPr lang="en-US" sz="3200" b="0" i="0" u="none" strike="noStrike" cap="none">
                <a:solidFill>
                  <a:schemeClr val="dk1"/>
                </a:solidFill>
                <a:latin typeface="Times New Roman"/>
                <a:ea typeface="Times New Roman"/>
                <a:cs typeface="Times New Roman"/>
                <a:sym typeface="Times New Roman"/>
              </a:rPr>
              <a:t>for each project task listed in the resource table </a:t>
            </a:r>
            <a:endParaRPr/>
          </a:p>
          <a:p>
            <a:pPr marL="742950" marR="0" lvl="1" indent="-82550" algn="just" rtl="0">
              <a:lnSpc>
                <a:spcPct val="90000"/>
              </a:lnSpc>
              <a:spcBef>
                <a:spcPts val="64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a:p>
            <a:pPr marL="742950" marR="0" lvl="1" indent="-285750" algn="just" rtl="0">
              <a:lnSpc>
                <a:spcPct val="90000"/>
              </a:lnSpc>
              <a:spcBef>
                <a:spcPts val="640"/>
              </a:spcBef>
              <a:spcAft>
                <a:spcPts val="0"/>
              </a:spcAft>
              <a:buClr>
                <a:schemeClr val="dk1"/>
              </a:buClr>
              <a:buSzPts val="3200"/>
              <a:buFont typeface="Times New Roman"/>
              <a:buChar char="–"/>
            </a:pPr>
            <a:r>
              <a:rPr lang="en-US" sz="3200" b="1" i="0" u="none" strike="noStrike" cap="none">
                <a:solidFill>
                  <a:schemeClr val="dk1"/>
                </a:solidFill>
                <a:latin typeface="Times New Roman"/>
                <a:ea typeface="Times New Roman"/>
                <a:cs typeface="Times New Roman"/>
                <a:sym typeface="Times New Roman"/>
              </a:rPr>
              <a:t>meet informally </a:t>
            </a:r>
            <a:r>
              <a:rPr lang="en-US" sz="3200" b="0" i="0" u="none" strike="noStrike" cap="none">
                <a:solidFill>
                  <a:schemeClr val="dk1"/>
                </a:solidFill>
                <a:latin typeface="Times New Roman"/>
                <a:ea typeface="Times New Roman"/>
                <a:cs typeface="Times New Roman"/>
                <a:sym typeface="Times New Roman"/>
              </a:rPr>
              <a:t>with </a:t>
            </a:r>
            <a:r>
              <a:rPr lang="en-US" sz="3200" b="1" i="0" u="none" strike="noStrike" cap="none">
                <a:solidFill>
                  <a:schemeClr val="dk1"/>
                </a:solidFill>
                <a:latin typeface="Times New Roman"/>
                <a:ea typeface="Times New Roman"/>
                <a:cs typeface="Times New Roman"/>
                <a:sym typeface="Times New Roman"/>
              </a:rPr>
              <a:t>practitioners</a:t>
            </a:r>
            <a:r>
              <a:rPr lang="en-US" sz="3200" b="0" i="0" u="none" strike="noStrike" cap="none">
                <a:solidFill>
                  <a:schemeClr val="dk1"/>
                </a:solidFill>
                <a:latin typeface="Times New Roman"/>
                <a:ea typeface="Times New Roman"/>
                <a:cs typeface="Times New Roman"/>
                <a:sym typeface="Times New Roman"/>
              </a:rPr>
              <a:t> to obtain their subjective </a:t>
            </a:r>
            <a:r>
              <a:rPr lang="en-US" sz="3200" b="1" i="0" u="none" strike="noStrike" cap="none">
                <a:solidFill>
                  <a:schemeClr val="dk1"/>
                </a:solidFill>
                <a:latin typeface="Times New Roman"/>
                <a:ea typeface="Times New Roman"/>
                <a:cs typeface="Times New Roman"/>
                <a:sym typeface="Times New Roman"/>
              </a:rPr>
              <a:t>assessment </a:t>
            </a:r>
            <a:r>
              <a:rPr lang="en-US" sz="3200" b="0" i="0" u="none" strike="noStrike" cap="none">
                <a:solidFill>
                  <a:schemeClr val="dk1"/>
                </a:solidFill>
                <a:latin typeface="Times New Roman"/>
                <a:ea typeface="Times New Roman"/>
                <a:cs typeface="Times New Roman"/>
                <a:sym typeface="Times New Roman"/>
              </a:rPr>
              <a:t>of progress to date and problems on the horizon.</a:t>
            </a:r>
            <a:endParaRPr/>
          </a:p>
          <a:p>
            <a:pPr marL="742950" marR="0" lvl="1" indent="-82550" algn="just" rtl="0">
              <a:lnSpc>
                <a:spcPct val="90000"/>
              </a:lnSpc>
              <a:spcBef>
                <a:spcPts val="64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a:p>
            <a:pPr marL="742950" marR="0" lvl="1" indent="-285750" algn="just" rtl="0">
              <a:lnSpc>
                <a:spcPct val="90000"/>
              </a:lnSpc>
              <a:spcBef>
                <a:spcPts val="640"/>
              </a:spcBef>
              <a:spcAft>
                <a:spcPts val="0"/>
              </a:spcAft>
              <a:buClr>
                <a:schemeClr val="dk1"/>
              </a:buClr>
              <a:buSzPts val="3200"/>
              <a:buFont typeface="Times New Roman"/>
              <a:buChar char="–"/>
            </a:pPr>
            <a:r>
              <a:rPr lang="en-US" sz="3200" b="0" i="0" u="none" strike="noStrike" cap="none">
                <a:solidFill>
                  <a:schemeClr val="dk1"/>
                </a:solidFill>
                <a:latin typeface="Times New Roman"/>
                <a:ea typeface="Times New Roman"/>
                <a:cs typeface="Times New Roman"/>
                <a:sym typeface="Times New Roman"/>
              </a:rPr>
              <a:t>use </a:t>
            </a:r>
            <a:r>
              <a:rPr lang="en-US" sz="3200" b="1" i="0" u="none" strike="noStrike" cap="none">
                <a:solidFill>
                  <a:schemeClr val="dk1"/>
                </a:solidFill>
                <a:latin typeface="Times New Roman"/>
                <a:ea typeface="Times New Roman"/>
                <a:cs typeface="Times New Roman"/>
                <a:sym typeface="Times New Roman"/>
              </a:rPr>
              <a:t>earned value analysis</a:t>
            </a:r>
            <a:r>
              <a:rPr lang="en-US" sz="3200" b="0" i="0" u="none" strike="noStrike" cap="none">
                <a:solidFill>
                  <a:schemeClr val="dk1"/>
                </a:solidFill>
                <a:latin typeface="Times New Roman"/>
                <a:ea typeface="Times New Roman"/>
                <a:cs typeface="Times New Roman"/>
                <a:sym typeface="Times New Roman"/>
              </a:rPr>
              <a:t> to assess progress quantitatively.</a:t>
            </a:r>
            <a:endParaRPr/>
          </a:p>
          <a:p>
            <a:pPr marL="342900" marR="0" lvl="0" indent="-139700" algn="l" rtl="0">
              <a:spcBef>
                <a:spcPts val="640"/>
              </a:spcBef>
              <a:spcAft>
                <a:spcPts val="0"/>
              </a:spcAft>
              <a:buClr>
                <a:schemeClr val="dk1"/>
              </a:buClr>
              <a:buSzPts val="3200"/>
              <a:buFont typeface="Times New Roman"/>
              <a:buNone/>
            </a:pPr>
            <a:endParaRPr sz="3200" b="0" i="0" u="none" strike="noStrike" cap="none">
              <a:solidFill>
                <a:schemeClr val="dk1"/>
              </a:solidFill>
              <a:latin typeface="Times New Roman"/>
              <a:ea typeface="Times New Roman"/>
              <a:cs typeface="Times New Roman"/>
              <a:sym typeface="Times New Roman"/>
            </a:endParaRPr>
          </a:p>
        </p:txBody>
      </p:sp>
      <p:sp>
        <p:nvSpPr>
          <p:cNvPr id="1639" name="Google Shape;1639;p199"/>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137</a:t>
            </a:fld>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643"/>
        <p:cNvGrpSpPr/>
        <p:nvPr/>
      </p:nvGrpSpPr>
      <p:grpSpPr>
        <a:xfrm>
          <a:off x="0" y="0"/>
          <a:ext cx="0" cy="0"/>
          <a:chOff x="0" y="0"/>
          <a:chExt cx="0" cy="0"/>
        </a:xfrm>
      </p:grpSpPr>
      <p:sp>
        <p:nvSpPr>
          <p:cNvPr id="1644" name="Google Shape;1644;p200"/>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138</a:t>
            </a:fld>
            <a:endParaRPr/>
          </a:p>
        </p:txBody>
      </p:sp>
      <p:sp>
        <p:nvSpPr>
          <p:cNvPr id="1645" name="Google Shape;1645;p200"/>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Progress on an OO Project-I</a:t>
            </a:r>
            <a:endParaRPr/>
          </a:p>
        </p:txBody>
      </p:sp>
      <p:sp>
        <p:nvSpPr>
          <p:cNvPr id="1646" name="Google Shape;1646;p200"/>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0" i="1" u="none">
                <a:solidFill>
                  <a:schemeClr val="dk1"/>
                </a:solidFill>
                <a:latin typeface="Times New Roman"/>
                <a:ea typeface="Times New Roman"/>
                <a:cs typeface="Times New Roman"/>
                <a:sym typeface="Times New Roman"/>
              </a:rPr>
              <a:t>Technical milestone:  OO analysis completed  </a:t>
            </a:r>
            <a:endParaRPr/>
          </a:p>
          <a:p>
            <a:pPr marL="1143000" lvl="2" indent="-228600" algn="l" rtl="0">
              <a:lnSpc>
                <a:spcPct val="90000"/>
              </a:lnSpc>
              <a:spcBef>
                <a:spcPts val="30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All classes and the class hierarchy have been defined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Class attributes and operations associated with a class have been defined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Class relationships have been established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A behavioral model has been created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Reusable classes have been noted.</a:t>
            </a:r>
            <a:endParaRPr/>
          </a:p>
          <a:p>
            <a:pPr marL="342900" lvl="0" indent="-342900" algn="l" rtl="0">
              <a:lnSpc>
                <a:spcPct val="90000"/>
              </a:lnSpc>
              <a:spcBef>
                <a:spcPts val="300"/>
              </a:spcBef>
              <a:spcAft>
                <a:spcPts val="0"/>
              </a:spcAft>
              <a:buClr>
                <a:schemeClr val="dk1"/>
              </a:buClr>
              <a:buSzPts val="2000"/>
              <a:buFont typeface="Times New Roman"/>
              <a:buChar char="•"/>
            </a:pPr>
            <a:r>
              <a:rPr lang="en-US" sz="2000" b="0" i="1" u="none">
                <a:solidFill>
                  <a:schemeClr val="dk1"/>
                </a:solidFill>
                <a:latin typeface="Times New Roman"/>
                <a:ea typeface="Times New Roman"/>
                <a:cs typeface="Times New Roman"/>
                <a:sym typeface="Times New Roman"/>
              </a:rPr>
              <a:t>Technical milestone:  OO design completed</a:t>
            </a:r>
            <a:endParaRPr/>
          </a:p>
          <a:p>
            <a:pPr marL="1143000" lvl="2" indent="-228600" algn="l" rtl="0">
              <a:lnSpc>
                <a:spcPct val="90000"/>
              </a:lnSpc>
              <a:spcBef>
                <a:spcPts val="30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The set of subsystems has been defined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Classes are allocated to subsystems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Task allocation has been established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Responsibilities and collaborations have been identified.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Attributes and operations have been designed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The communication model has been created and reviewed.</a:t>
            </a:r>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650"/>
        <p:cNvGrpSpPr/>
        <p:nvPr/>
      </p:nvGrpSpPr>
      <p:grpSpPr>
        <a:xfrm>
          <a:off x="0" y="0"/>
          <a:ext cx="0" cy="0"/>
          <a:chOff x="0" y="0"/>
          <a:chExt cx="0" cy="0"/>
        </a:xfrm>
      </p:grpSpPr>
      <p:sp>
        <p:nvSpPr>
          <p:cNvPr id="1651" name="Google Shape;1651;p201"/>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139</a:t>
            </a:fld>
            <a:endParaRPr/>
          </a:p>
        </p:txBody>
      </p:sp>
      <p:sp>
        <p:nvSpPr>
          <p:cNvPr id="1652" name="Google Shape;1652;p201"/>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Progress on an OO Project-II</a:t>
            </a:r>
            <a:endParaRPr/>
          </a:p>
        </p:txBody>
      </p:sp>
      <p:sp>
        <p:nvSpPr>
          <p:cNvPr id="1653" name="Google Shape;1653;p201"/>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90000"/>
              </a:lnSpc>
              <a:spcBef>
                <a:spcPts val="0"/>
              </a:spcBef>
              <a:spcAft>
                <a:spcPts val="0"/>
              </a:spcAft>
              <a:buClr>
                <a:schemeClr val="dk1"/>
              </a:buClr>
              <a:buSzPts val="2000"/>
              <a:buFont typeface="Times New Roman"/>
              <a:buChar char="•"/>
            </a:pPr>
            <a:r>
              <a:rPr lang="en-US" sz="2000" b="0" i="1" u="none">
                <a:solidFill>
                  <a:schemeClr val="dk1"/>
                </a:solidFill>
                <a:latin typeface="Times New Roman"/>
                <a:ea typeface="Times New Roman"/>
                <a:cs typeface="Times New Roman"/>
                <a:sym typeface="Times New Roman"/>
              </a:rPr>
              <a:t>Technical milestone:  OO programming completed</a:t>
            </a:r>
            <a:endParaRPr/>
          </a:p>
          <a:p>
            <a:pPr marL="1143000" lvl="2" indent="-228600" algn="l" rtl="0">
              <a:lnSpc>
                <a:spcPct val="90000"/>
              </a:lnSpc>
              <a:spcBef>
                <a:spcPts val="30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Each new class has been implemented in code from the design model.</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Extracted classes (from a reuse library) have been implemented.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Prototype or increment has been built.</a:t>
            </a:r>
            <a:endParaRPr/>
          </a:p>
          <a:p>
            <a:pPr marL="342900" lvl="0" indent="-342900" algn="l" rtl="0">
              <a:lnSpc>
                <a:spcPct val="90000"/>
              </a:lnSpc>
              <a:spcBef>
                <a:spcPts val="300"/>
              </a:spcBef>
              <a:spcAft>
                <a:spcPts val="0"/>
              </a:spcAft>
              <a:buClr>
                <a:schemeClr val="dk1"/>
              </a:buClr>
              <a:buSzPts val="2000"/>
              <a:buFont typeface="Times New Roman"/>
              <a:buChar char="•"/>
            </a:pPr>
            <a:r>
              <a:rPr lang="en-US" sz="2000" b="0" i="1" u="none">
                <a:solidFill>
                  <a:schemeClr val="dk1"/>
                </a:solidFill>
                <a:latin typeface="Times New Roman"/>
                <a:ea typeface="Times New Roman"/>
                <a:cs typeface="Times New Roman"/>
                <a:sym typeface="Times New Roman"/>
              </a:rPr>
              <a:t>Technical milestone:  OO testing</a:t>
            </a:r>
            <a:endParaRPr/>
          </a:p>
          <a:p>
            <a:pPr marL="1143000" lvl="2" indent="-228600" algn="l" rtl="0">
              <a:lnSpc>
                <a:spcPct val="90000"/>
              </a:lnSpc>
              <a:spcBef>
                <a:spcPts val="30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The correctness and completeness of OO analysis and design models has been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A class-responsibility-collaboration network has been developed and reviewed.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Test cases are designed and class-level tests have been conducted for each class.</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Test cases are designed and cluster testing is completed and the classes are integrated.</a:t>
            </a:r>
            <a:endParaRPr/>
          </a:p>
          <a:p>
            <a:pPr marL="1143000" lvl="2" indent="-228600" algn="l" rtl="0">
              <a:lnSpc>
                <a:spcPct val="90000"/>
              </a:lnSpc>
              <a:spcBef>
                <a:spcPts val="320"/>
              </a:spcBef>
              <a:spcAft>
                <a:spcPts val="0"/>
              </a:spcAft>
              <a:buClr>
                <a:schemeClr val="dk1"/>
              </a:buClr>
              <a:buSzPts val="1600"/>
              <a:buFont typeface="Times New Roman"/>
              <a:buChar char="•"/>
            </a:pPr>
            <a:r>
              <a:rPr lang="en-US" sz="1600" b="0" i="0" u="none">
                <a:solidFill>
                  <a:schemeClr val="dk1"/>
                </a:solidFill>
                <a:latin typeface="Times New Roman"/>
                <a:ea typeface="Times New Roman"/>
                <a:cs typeface="Times New Roman"/>
                <a:sym typeface="Times New Roman"/>
              </a:rPr>
              <a:t>System level tests have been completed.</a:t>
            </a:r>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657"/>
        <p:cNvGrpSpPr/>
        <p:nvPr/>
      </p:nvGrpSpPr>
      <p:grpSpPr>
        <a:xfrm>
          <a:off x="0" y="0"/>
          <a:ext cx="0" cy="0"/>
          <a:chOff x="0" y="0"/>
          <a:chExt cx="0" cy="0"/>
        </a:xfrm>
      </p:grpSpPr>
      <p:sp>
        <p:nvSpPr>
          <p:cNvPr id="1658" name="Google Shape;1658;p202"/>
          <p:cNvSpPr txBox="1"/>
          <p:nvPr/>
        </p:nvSpPr>
        <p:spPr>
          <a:xfrm>
            <a:off x="3124200" y="6248400"/>
            <a:ext cx="2895600" cy="4572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140</a:t>
            </a:fld>
            <a:endParaRPr/>
          </a:p>
        </p:txBody>
      </p:sp>
      <p:sp>
        <p:nvSpPr>
          <p:cNvPr id="1659" name="Google Shape;1659;p202"/>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Earned Value Analysis (EVA)</a:t>
            </a:r>
            <a:endParaRPr/>
          </a:p>
        </p:txBody>
      </p:sp>
      <p:sp>
        <p:nvSpPr>
          <p:cNvPr id="1660" name="Google Shape;1660;p202"/>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Earned value</a:t>
            </a:r>
            <a:endParaRPr/>
          </a:p>
          <a:p>
            <a:pPr marL="742950" lvl="1" indent="-28575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is a measure of progress</a:t>
            </a:r>
            <a:endParaRPr/>
          </a:p>
          <a:p>
            <a:pPr marL="742950" lvl="1" indent="-28575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enables us to assess the “percent of completeness” of a project using quantitative analysis rather than rely on a gut feeling</a:t>
            </a:r>
            <a:endParaRPr/>
          </a:p>
          <a:p>
            <a:pPr marL="742950" lvl="1" indent="-285750" algn="l" rtl="0">
              <a:lnSpc>
                <a:spcPct val="100000"/>
              </a:lnSpc>
              <a:spcBef>
                <a:spcPts val="560"/>
              </a:spcBef>
              <a:spcAft>
                <a:spcPts val="0"/>
              </a:spcAft>
              <a:buClr>
                <a:schemeClr val="dk1"/>
              </a:buClr>
              <a:buSzPts val="2800"/>
              <a:buFont typeface="Times New Roman"/>
              <a:buChar char="–"/>
            </a:pPr>
            <a:r>
              <a:rPr lang="en-US" sz="2800" b="0" i="0" u="none">
                <a:solidFill>
                  <a:schemeClr val="dk1"/>
                </a:solidFill>
                <a:latin typeface="Times New Roman"/>
                <a:ea typeface="Times New Roman"/>
                <a:cs typeface="Times New Roman"/>
                <a:sym typeface="Times New Roman"/>
              </a:rPr>
              <a:t> “provides accurate and reliable readings of performance from as early as 15 percent into the project.” </a:t>
            </a:r>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664"/>
        <p:cNvGrpSpPr/>
        <p:nvPr/>
      </p:nvGrpSpPr>
      <p:grpSpPr>
        <a:xfrm>
          <a:off x="0" y="0"/>
          <a:ext cx="0" cy="0"/>
          <a:chOff x="0" y="0"/>
          <a:chExt cx="0" cy="0"/>
        </a:xfrm>
      </p:grpSpPr>
      <p:sp>
        <p:nvSpPr>
          <p:cNvPr id="1665" name="Google Shape;1665;p203"/>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Earned Value Analysis (EVA)</a:t>
            </a:r>
            <a:endParaRPr/>
          </a:p>
        </p:txBody>
      </p:sp>
      <p:sp>
        <p:nvSpPr>
          <p:cNvPr id="1666" name="Google Shape;1666;p203"/>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3200"/>
              <a:buFont typeface="Times New Roman"/>
              <a:buNone/>
            </a:pPr>
            <a:r>
              <a:rPr lang="en-US" sz="3200" b="0" i="0" u="none">
                <a:solidFill>
                  <a:schemeClr val="dk1"/>
                </a:solidFill>
                <a:latin typeface="Times New Roman"/>
                <a:ea typeface="Times New Roman"/>
                <a:cs typeface="Times New Roman"/>
                <a:sym typeface="Times New Roman"/>
              </a:rPr>
              <a:t>2. The BCWS values for all work tasks are summed to derive the </a:t>
            </a:r>
            <a:r>
              <a:rPr lang="en-US" sz="3200" b="1" i="1" u="none">
                <a:solidFill>
                  <a:schemeClr val="dk1"/>
                </a:solidFill>
                <a:latin typeface="Times New Roman"/>
                <a:ea typeface="Times New Roman"/>
                <a:cs typeface="Times New Roman"/>
                <a:sym typeface="Times New Roman"/>
              </a:rPr>
              <a:t>budget a completion </a:t>
            </a:r>
            <a:r>
              <a:rPr lang="en-US" sz="3200" b="1" i="0" u="none">
                <a:solidFill>
                  <a:schemeClr val="dk1"/>
                </a:solidFill>
                <a:latin typeface="Times New Roman"/>
                <a:ea typeface="Times New Roman"/>
                <a:cs typeface="Times New Roman"/>
                <a:sym typeface="Times New Roman"/>
              </a:rPr>
              <a:t>(BAC).</a:t>
            </a:r>
            <a:endParaRPr/>
          </a:p>
          <a:p>
            <a:pPr marL="0" marR="0" lvl="0" indent="0" algn="l" rtl="0">
              <a:lnSpc>
                <a:spcPct val="100000"/>
              </a:lnSpc>
              <a:spcBef>
                <a:spcPts val="640"/>
              </a:spcBef>
              <a:spcAft>
                <a:spcPts val="0"/>
              </a:spcAft>
              <a:buClr>
                <a:schemeClr val="dk1"/>
              </a:buClr>
              <a:buSzPts val="3200"/>
              <a:buFont typeface="Times New Roman"/>
              <a:buNone/>
            </a:pPr>
            <a:endParaRPr sz="3200" b="1" i="0" u="none">
              <a:solidFill>
                <a:schemeClr val="dk1"/>
              </a:solidFill>
              <a:latin typeface="Times New Roman"/>
              <a:ea typeface="Times New Roman"/>
              <a:cs typeface="Times New Roman"/>
              <a:sym typeface="Times New Roman"/>
            </a:endParaRPr>
          </a:p>
          <a:p>
            <a:pPr marL="0" marR="0" lvl="0" indent="0" algn="l" rtl="0">
              <a:lnSpc>
                <a:spcPct val="100000"/>
              </a:lnSpc>
              <a:spcBef>
                <a:spcPts val="640"/>
              </a:spcBef>
              <a:spcAft>
                <a:spcPts val="0"/>
              </a:spcAft>
              <a:buClr>
                <a:schemeClr val="dk1"/>
              </a:buClr>
              <a:buSzPts val="3200"/>
              <a:buFont typeface="Times New Roman"/>
              <a:buNone/>
            </a:pPr>
            <a:r>
              <a:rPr lang="en-US" sz="3200" b="0" i="0" u="none">
                <a:solidFill>
                  <a:schemeClr val="dk1"/>
                </a:solidFill>
                <a:latin typeface="Times New Roman"/>
                <a:ea typeface="Times New Roman"/>
                <a:cs typeface="Times New Roman"/>
                <a:sym typeface="Times New Roman"/>
              </a:rPr>
              <a:t>BAC =  ∑(BCWS</a:t>
            </a:r>
            <a:r>
              <a:rPr lang="en-US" sz="2800" b="0" i="1" u="none">
                <a:solidFill>
                  <a:schemeClr val="dk1"/>
                </a:solidFill>
                <a:latin typeface="Times New Roman"/>
                <a:ea typeface="Times New Roman"/>
                <a:cs typeface="Times New Roman"/>
                <a:sym typeface="Times New Roman"/>
              </a:rPr>
              <a:t>k</a:t>
            </a:r>
            <a:r>
              <a:rPr lang="en-US" sz="3200" b="0" i="0" u="none">
                <a:solidFill>
                  <a:schemeClr val="dk1"/>
                </a:solidFill>
                <a:latin typeface="Times New Roman"/>
                <a:ea typeface="Times New Roman"/>
                <a:cs typeface="Times New Roman"/>
                <a:sym typeface="Times New Roman"/>
              </a:rPr>
              <a:t>) for all tasks </a:t>
            </a:r>
            <a:r>
              <a:rPr lang="en-US" sz="3200" b="0" i="1" u="none">
                <a:solidFill>
                  <a:schemeClr val="dk1"/>
                </a:solidFill>
                <a:latin typeface="Times New Roman"/>
                <a:ea typeface="Times New Roman"/>
                <a:cs typeface="Times New Roman"/>
                <a:sym typeface="Times New Roman"/>
              </a:rPr>
              <a:t>k</a:t>
            </a:r>
            <a:endParaRPr/>
          </a:p>
        </p:txBody>
      </p:sp>
      <p:sp>
        <p:nvSpPr>
          <p:cNvPr id="1667" name="Google Shape;1667;p203"/>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141</a:t>
            </a:fld>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671"/>
        <p:cNvGrpSpPr/>
        <p:nvPr/>
      </p:nvGrpSpPr>
      <p:grpSpPr>
        <a:xfrm>
          <a:off x="0" y="0"/>
          <a:ext cx="0" cy="0"/>
          <a:chOff x="0" y="0"/>
          <a:chExt cx="0" cy="0"/>
        </a:xfrm>
      </p:grpSpPr>
      <p:sp>
        <p:nvSpPr>
          <p:cNvPr id="1672" name="Google Shape;1672;p204"/>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Earned Value Analysis (EVA)</a:t>
            </a:r>
            <a:endParaRPr/>
          </a:p>
        </p:txBody>
      </p:sp>
      <p:sp>
        <p:nvSpPr>
          <p:cNvPr id="1673" name="Google Shape;1673;p204"/>
          <p:cNvSpPr txBox="1">
            <a:spLocks noGrp="1"/>
          </p:cNvSpPr>
          <p:nvPr>
            <p:ph type="body" idx="1"/>
          </p:nvPr>
        </p:nvSpPr>
        <p:spPr>
          <a:xfrm>
            <a:off x="685800" y="1981200"/>
            <a:ext cx="7772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3200"/>
              <a:buFont typeface="Times New Roman"/>
              <a:buNone/>
            </a:pPr>
            <a:r>
              <a:rPr lang="en-US" sz="3200" b="0" i="0" u="none">
                <a:solidFill>
                  <a:schemeClr val="dk1"/>
                </a:solidFill>
                <a:latin typeface="Times New Roman"/>
                <a:ea typeface="Times New Roman"/>
                <a:cs typeface="Times New Roman"/>
                <a:sym typeface="Times New Roman"/>
              </a:rPr>
              <a:t>3. value for </a:t>
            </a:r>
            <a:r>
              <a:rPr lang="en-US" sz="3200" b="1" i="1" u="none">
                <a:solidFill>
                  <a:schemeClr val="dk1"/>
                </a:solidFill>
                <a:latin typeface="Times New Roman"/>
                <a:ea typeface="Times New Roman"/>
                <a:cs typeface="Times New Roman"/>
                <a:sym typeface="Times New Roman"/>
              </a:rPr>
              <a:t>budgeted cost of work performed </a:t>
            </a:r>
            <a:r>
              <a:rPr lang="en-US" sz="3200" b="1" i="0" u="none">
                <a:solidFill>
                  <a:schemeClr val="dk1"/>
                </a:solidFill>
                <a:latin typeface="Times New Roman"/>
                <a:ea typeface="Times New Roman"/>
                <a:cs typeface="Times New Roman"/>
                <a:sym typeface="Times New Roman"/>
              </a:rPr>
              <a:t>(BCWP)</a:t>
            </a:r>
            <a:r>
              <a:rPr lang="en-US" sz="3200" b="0" i="0" u="none">
                <a:solidFill>
                  <a:schemeClr val="dk1"/>
                </a:solidFill>
                <a:latin typeface="Times New Roman"/>
                <a:ea typeface="Times New Roman"/>
                <a:cs typeface="Times New Roman"/>
                <a:sym typeface="Times New Roman"/>
              </a:rPr>
              <a:t> is computed.</a:t>
            </a:r>
            <a:endParaRPr/>
          </a:p>
          <a:p>
            <a:pPr marL="0" marR="0" lvl="0" indent="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0" marR="0" lvl="0" indent="0" algn="l" rtl="0">
              <a:lnSpc>
                <a:spcPct val="100000"/>
              </a:lnSpc>
              <a:spcBef>
                <a:spcPts val="640"/>
              </a:spcBef>
              <a:spcAft>
                <a:spcPts val="0"/>
              </a:spcAft>
              <a:buClr>
                <a:schemeClr val="dk1"/>
              </a:buClr>
              <a:buSzPts val="3200"/>
              <a:buFont typeface="Times New Roman"/>
              <a:buNone/>
            </a:pPr>
            <a:r>
              <a:rPr lang="en-US" sz="3200" b="0" i="0" u="none">
                <a:solidFill>
                  <a:schemeClr val="dk1"/>
                </a:solidFill>
                <a:latin typeface="Times New Roman"/>
                <a:ea typeface="Times New Roman"/>
                <a:cs typeface="Times New Roman"/>
                <a:sym typeface="Times New Roman"/>
              </a:rPr>
              <a:t>BCWP = sum of the BCWS values for all work tasks that have actually been completed</a:t>
            </a:r>
            <a:endParaRPr/>
          </a:p>
          <a:p>
            <a:pPr marL="0" marR="0" lvl="0" indent="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0" marR="0" lvl="0" indent="-2032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Distinction between BCWS and BCWP</a:t>
            </a:r>
            <a:endParaRPr/>
          </a:p>
        </p:txBody>
      </p:sp>
      <p:sp>
        <p:nvSpPr>
          <p:cNvPr id="1674" name="Google Shape;1674;p204"/>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142</a:t>
            </a:fld>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678"/>
        <p:cNvGrpSpPr/>
        <p:nvPr/>
      </p:nvGrpSpPr>
      <p:grpSpPr>
        <a:xfrm>
          <a:off x="0" y="0"/>
          <a:ext cx="0" cy="0"/>
          <a:chOff x="0" y="0"/>
          <a:chExt cx="0" cy="0"/>
        </a:xfrm>
      </p:grpSpPr>
      <p:sp>
        <p:nvSpPr>
          <p:cNvPr id="1679" name="Google Shape;1679;p205"/>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Earned Value Analysis (EVA)</a:t>
            </a:r>
            <a:endParaRPr/>
          </a:p>
        </p:txBody>
      </p:sp>
      <p:sp>
        <p:nvSpPr>
          <p:cNvPr id="1680" name="Google Shape;1680;p205"/>
          <p:cNvSpPr txBox="1">
            <a:spLocks noGrp="1"/>
          </p:cNvSpPr>
          <p:nvPr>
            <p:ph type="body" idx="1"/>
          </p:nvPr>
        </p:nvSpPr>
        <p:spPr>
          <a:xfrm>
            <a:off x="228600" y="1752600"/>
            <a:ext cx="8610600" cy="4876800"/>
          </a:xfrm>
          <a:prstGeom prst="rect">
            <a:avLst/>
          </a:prstGeom>
          <a:noFill/>
          <a:ln>
            <a:noFill/>
          </a:ln>
        </p:spPr>
        <p:txBody>
          <a:bodyPr spcFirstLastPara="1" wrap="square" lIns="91425" tIns="45700" rIns="91425" bIns="45700" anchor="t" anchorCtr="0">
            <a:noAutofit/>
          </a:bodyPr>
          <a:lstStyle/>
          <a:p>
            <a:pPr marL="342900" marR="0" lvl="0" indent="-342900" algn="l" rtl="0">
              <a:lnSpc>
                <a:spcPct val="100000"/>
              </a:lnSpc>
              <a:spcBef>
                <a:spcPts val="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Given values for BCWS, BAC, and BCWP, important progress indicators can be computed:</a:t>
            </a:r>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p:txBody>
      </p:sp>
      <p:sp>
        <p:nvSpPr>
          <p:cNvPr id="1681" name="Google Shape;1681;p205"/>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143</a:t>
            </a:fld>
            <a:endParaRPr/>
          </a:p>
        </p:txBody>
      </p:sp>
      <p:pic>
        <p:nvPicPr>
          <p:cNvPr id="1682" name="Google Shape;1682;p205"/>
          <p:cNvPicPr preferRelativeResize="0"/>
          <p:nvPr/>
        </p:nvPicPr>
        <p:blipFill/>
        <p:spPr>
          <a:xfrm>
            <a:off x="2076450" y="3124200"/>
            <a:ext cx="4991100" cy="1108075"/>
          </a:xfrm>
          <a:prstGeom prst="rect">
            <a:avLst/>
          </a:prstGeom>
          <a:noFill/>
          <a:ln>
            <a:noFill/>
          </a:ln>
        </p:spPr>
      </p:pic>
      <p:pic>
        <p:nvPicPr>
          <p:cNvPr id="1683" name="Google Shape;1683;p205"/>
          <p:cNvPicPr preferRelativeResize="0"/>
          <p:nvPr/>
        </p:nvPicPr>
        <p:blipFill rotWithShape="1">
          <a:blip r:embed="rId3">
            <a:alphaModFix/>
          </a:blip>
          <a:srcRect/>
          <a:stretch/>
        </p:blipFill>
        <p:spPr>
          <a:xfrm>
            <a:off x="2414587" y="4953000"/>
            <a:ext cx="4314825" cy="114300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687"/>
        <p:cNvGrpSpPr/>
        <p:nvPr/>
      </p:nvGrpSpPr>
      <p:grpSpPr>
        <a:xfrm>
          <a:off x="0" y="0"/>
          <a:ext cx="0" cy="0"/>
          <a:chOff x="0" y="0"/>
          <a:chExt cx="0" cy="0"/>
        </a:xfrm>
      </p:grpSpPr>
      <p:sp>
        <p:nvSpPr>
          <p:cNvPr id="1688" name="Google Shape;1688;p206"/>
          <p:cNvSpPr txBox="1">
            <a:spLocks noGrp="1"/>
          </p:cNvSpPr>
          <p:nvPr>
            <p:ph type="title"/>
          </p:nvPr>
        </p:nvSpPr>
        <p:spPr>
          <a:xfrm>
            <a:off x="685800" y="609600"/>
            <a:ext cx="7772400" cy="1143000"/>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chemeClr val="dk2"/>
              </a:buClr>
              <a:buSzPts val="4400"/>
              <a:buFont typeface="Times New Roman"/>
              <a:buNone/>
            </a:pPr>
            <a:r>
              <a:rPr lang="en-US" sz="4400" b="0" i="0" u="none">
                <a:solidFill>
                  <a:schemeClr val="dk2"/>
                </a:solidFill>
                <a:latin typeface="Times New Roman"/>
                <a:ea typeface="Times New Roman"/>
                <a:cs typeface="Times New Roman"/>
                <a:sym typeface="Times New Roman"/>
              </a:rPr>
              <a:t>Earned Value Analysis (EVA)</a:t>
            </a:r>
            <a:endParaRPr/>
          </a:p>
        </p:txBody>
      </p:sp>
      <p:sp>
        <p:nvSpPr>
          <p:cNvPr id="1689" name="Google Shape;1689;p206"/>
          <p:cNvSpPr txBox="1">
            <a:spLocks noGrp="1"/>
          </p:cNvSpPr>
          <p:nvPr>
            <p:ph type="body" idx="1"/>
          </p:nvPr>
        </p:nvSpPr>
        <p:spPr>
          <a:xfrm>
            <a:off x="685800" y="1981200"/>
            <a:ext cx="7772400" cy="4343400"/>
          </a:xfrm>
          <a:prstGeom prst="rect">
            <a:avLst/>
          </a:prstGeom>
          <a:noFill/>
          <a:ln>
            <a:noFill/>
          </a:ln>
        </p:spPr>
        <p:txBody>
          <a:bodyPr spcFirstLastPara="1" wrap="square" lIns="91425" tIns="45700" rIns="91425" bIns="45700" anchor="t" anchorCtr="0">
            <a:noAutofit/>
          </a:bodyPr>
          <a:lstStyle/>
          <a:p>
            <a:pPr marL="342900" marR="0" lvl="0" indent="-139700" algn="l" rtl="0">
              <a:lnSpc>
                <a:spcPct val="100000"/>
              </a:lnSpc>
              <a:spcBef>
                <a:spcPts val="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139700" algn="l" rtl="0">
              <a:lnSpc>
                <a:spcPct val="100000"/>
              </a:lnSpc>
              <a:spcBef>
                <a:spcPts val="640"/>
              </a:spcBef>
              <a:spcAft>
                <a:spcPts val="0"/>
              </a:spcAft>
              <a:buClr>
                <a:schemeClr val="dk1"/>
              </a:buClr>
              <a:buSzPts val="3200"/>
              <a:buFont typeface="Times New Roman"/>
              <a:buNone/>
            </a:pPr>
            <a:endParaRPr sz="3200" b="0" i="0" u="none">
              <a:solidFill>
                <a:schemeClr val="dk1"/>
              </a:solidFill>
              <a:latin typeface="Times New Roman"/>
              <a:ea typeface="Times New Roman"/>
              <a:cs typeface="Times New Roman"/>
              <a:sym typeface="Times New Roman"/>
            </a:endParaRPr>
          </a:p>
          <a:p>
            <a:pPr marL="342900" marR="0" lvl="0" indent="-342900" algn="l" rtl="0">
              <a:lnSpc>
                <a:spcPct val="100000"/>
              </a:lnSpc>
              <a:spcBef>
                <a:spcPts val="640"/>
              </a:spcBef>
              <a:spcAft>
                <a:spcPts val="0"/>
              </a:spcAft>
              <a:buClr>
                <a:schemeClr val="dk1"/>
              </a:buClr>
              <a:buSzPts val="3200"/>
              <a:buFont typeface="Times New Roman"/>
              <a:buChar char="•"/>
            </a:pPr>
            <a:r>
              <a:rPr lang="en-US" sz="3200" b="0" i="0" u="none">
                <a:solidFill>
                  <a:schemeClr val="dk1"/>
                </a:solidFill>
                <a:latin typeface="Times New Roman"/>
                <a:ea typeface="Times New Roman"/>
                <a:cs typeface="Times New Roman"/>
                <a:sym typeface="Times New Roman"/>
              </a:rPr>
              <a:t>Actual Cost of Work Performed (ACWP)</a:t>
            </a:r>
            <a:endParaRPr/>
          </a:p>
        </p:txBody>
      </p:sp>
      <p:sp>
        <p:nvSpPr>
          <p:cNvPr id="1690" name="Google Shape;1690;p206"/>
          <p:cNvSpPr txBox="1"/>
          <p:nvPr/>
        </p:nvSpPr>
        <p:spPr>
          <a:xfrm>
            <a:off x="6553200" y="6248400"/>
            <a:ext cx="1905000" cy="4572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chemeClr val="dk1"/>
              </a:buClr>
              <a:buSzPts val="1400"/>
              <a:buFont typeface="Times New Roman"/>
              <a:buNone/>
            </a:pPr>
            <a:fld id="{00000000-1234-1234-1234-123412341234}" type="slidenum">
              <a:rPr lang="en-US" sz="1400" b="0" i="0" u="none">
                <a:solidFill>
                  <a:schemeClr val="dk1"/>
                </a:solidFill>
                <a:latin typeface="Times New Roman"/>
                <a:ea typeface="Times New Roman"/>
                <a:cs typeface="Times New Roman"/>
                <a:sym typeface="Times New Roman"/>
              </a:rPr>
              <a:t>144</a:t>
            </a:fld>
            <a:endParaRPr/>
          </a:p>
        </p:txBody>
      </p:sp>
      <p:pic>
        <p:nvPicPr>
          <p:cNvPr id="1691" name="Google Shape;1691;p206"/>
          <p:cNvPicPr preferRelativeResize="0"/>
          <p:nvPr/>
        </p:nvPicPr>
        <p:blipFill rotWithShape="1">
          <a:blip r:embed="rId3">
            <a:alphaModFix/>
          </a:blip>
          <a:srcRect/>
          <a:stretch/>
        </p:blipFill>
        <p:spPr>
          <a:xfrm>
            <a:off x="2308225" y="2286000"/>
            <a:ext cx="4114800" cy="990600"/>
          </a:xfrm>
          <a:prstGeom prst="rect">
            <a:avLst/>
          </a:prstGeom>
          <a:noFill/>
          <a:ln>
            <a:noFill/>
          </a:ln>
        </p:spPr>
      </p:pic>
      <p:pic>
        <p:nvPicPr>
          <p:cNvPr id="1692" name="Google Shape;1692;p206"/>
          <p:cNvPicPr preferRelativeResize="0"/>
          <p:nvPr/>
        </p:nvPicPr>
        <p:blipFill rotWithShape="1">
          <a:blip r:embed="rId4">
            <a:alphaModFix/>
          </a:blip>
          <a:srcRect/>
          <a:stretch/>
        </p:blipFill>
        <p:spPr>
          <a:xfrm>
            <a:off x="2671762" y="4672012"/>
            <a:ext cx="3800475" cy="1195387"/>
          </a:xfrm>
          <a:prstGeom prst="rect">
            <a:avLst/>
          </a:prstGeom>
          <a:noFill/>
          <a:ln>
            <a:noFill/>
          </a:ln>
        </p:spPr>
      </p:pic>
    </p:spTree>
  </p:cSld>
  <p:clrMapOvr>
    <a:masterClrMapping/>
  </p:clrMapOvr>
</p:sld>
</file>

<file path=ppt/theme/theme1.xml><?xml version="1.0" encoding="utf-8"?>
<a:theme xmlns:a="http://schemas.openxmlformats.org/drawingml/2006/main" name="Default Design">
  <a:themeElements>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6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28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7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39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1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2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3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4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5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1.xml><?xml version="1.0" encoding="utf-8"?>
<a:theme xmlns:a="http://schemas.openxmlformats.org/drawingml/2006/main" name="7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2.xml><?xml version="1.0" encoding="utf-8"?>
<a:theme xmlns:a="http://schemas.openxmlformats.org/drawingml/2006/main" name="8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3.xml><?xml version="1.0" encoding="utf-8"?>
<a:theme xmlns:a="http://schemas.openxmlformats.org/drawingml/2006/main" name="9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4.xml><?xml version="1.0" encoding="utf-8"?>
<a:theme xmlns:a="http://schemas.openxmlformats.org/drawingml/2006/main" name="10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5.xml><?xml version="1.0" encoding="utf-8"?>
<a:theme xmlns:a="http://schemas.openxmlformats.org/drawingml/2006/main" name="11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6.xml><?xml version="1.0" encoding="utf-8"?>
<a:theme xmlns:a="http://schemas.openxmlformats.org/drawingml/2006/main" name="12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7.xml><?xml version="1.0" encoding="utf-8"?>
<a:theme xmlns:a="http://schemas.openxmlformats.org/drawingml/2006/main" name="13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8.xml><?xml version="1.0" encoding="utf-8"?>
<a:theme xmlns:a="http://schemas.openxmlformats.org/drawingml/2006/main" name="14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9.xml><?xml version="1.0" encoding="utf-8"?>
<a:theme xmlns:a="http://schemas.openxmlformats.org/drawingml/2006/main" name="15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0.xml><?xml version="1.0" encoding="utf-8"?>
<a:theme xmlns:a="http://schemas.openxmlformats.org/drawingml/2006/main" name="16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1.xml><?xml version="1.0" encoding="utf-8"?>
<a:theme xmlns:a="http://schemas.openxmlformats.org/drawingml/2006/main" name="18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2.xml><?xml version="1.0" encoding="utf-8"?>
<a:theme xmlns:a="http://schemas.openxmlformats.org/drawingml/2006/main" name="19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3.xml><?xml version="1.0" encoding="utf-8"?>
<a:theme xmlns:a="http://schemas.openxmlformats.org/drawingml/2006/main" name="20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4.xml><?xml version="1.0" encoding="utf-8"?>
<a:theme xmlns:a="http://schemas.openxmlformats.org/drawingml/2006/main" name="21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5.xml><?xml version="1.0" encoding="utf-8"?>
<a:theme xmlns:a="http://schemas.openxmlformats.org/drawingml/2006/main" name="22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6.xml><?xml version="1.0" encoding="utf-8"?>
<a:theme xmlns:a="http://schemas.openxmlformats.org/drawingml/2006/main" name="23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7.xml><?xml version="1.0" encoding="utf-8"?>
<a:theme xmlns:a="http://schemas.openxmlformats.org/drawingml/2006/main" name="24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8.xml><?xml version="1.0" encoding="utf-8"?>
<a:theme xmlns:a="http://schemas.openxmlformats.org/drawingml/2006/main" name="25_Stream">
  <a:themeElements>
    <a:clrScheme name="Stream 6">
      <a:dk1>
        <a:srgbClr val="000514"/>
      </a:dk1>
      <a:lt1>
        <a:srgbClr val="FFFFFF"/>
      </a:lt1>
      <a:dk2>
        <a:srgbClr val="003399"/>
      </a:dk2>
      <a:lt2>
        <a:srgbClr val="E5E5FF"/>
      </a:lt2>
      <a:accent1>
        <a:srgbClr val="0099CC"/>
      </a:accent1>
      <a:accent2>
        <a:srgbClr val="A886E0"/>
      </a:accent2>
      <a:accent3>
        <a:srgbClr val="AAADCA"/>
      </a:accent3>
      <a:accent4>
        <a:srgbClr val="DADADA"/>
      </a:accent4>
      <a:accent5>
        <a:srgbClr val="AACAE2"/>
      </a:accent5>
      <a:accent6>
        <a:srgbClr val="9879CB"/>
      </a:accent6>
      <a:hlink>
        <a:srgbClr val="FFCC00"/>
      </a:hlink>
      <a:folHlink>
        <a:srgbClr val="FFFF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9.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TotalTime>
  <Words>7752</Words>
  <Application>Microsoft Office PowerPoint</Application>
  <PresentationFormat>On-screen Show (4:3)</PresentationFormat>
  <Paragraphs>1002</Paragraphs>
  <Slides>144</Slides>
  <Notes>144</Notes>
  <HiddenSlides>0</HiddenSlides>
  <MMClips>0</MMClips>
  <ScaleCrop>false</ScaleCrop>
  <HeadingPairs>
    <vt:vector size="6" baseType="variant">
      <vt:variant>
        <vt:lpstr>Fonts Used</vt:lpstr>
      </vt:variant>
      <vt:variant>
        <vt:i4>7</vt:i4>
      </vt:variant>
      <vt:variant>
        <vt:lpstr>Theme</vt:lpstr>
      </vt:variant>
      <vt:variant>
        <vt:i4>28</vt:i4>
      </vt:variant>
      <vt:variant>
        <vt:lpstr>Slide Titles</vt:lpstr>
      </vt:variant>
      <vt:variant>
        <vt:i4>144</vt:i4>
      </vt:variant>
    </vt:vector>
  </HeadingPairs>
  <TitlesOfParts>
    <vt:vector size="179" baseType="lpstr">
      <vt:lpstr>Arial</vt:lpstr>
      <vt:lpstr>Helvetica Neue</vt:lpstr>
      <vt:lpstr>Noto Sans Symbols</vt:lpstr>
      <vt:lpstr>Palatino</vt:lpstr>
      <vt:lpstr>Questrial</vt:lpstr>
      <vt:lpstr>Times</vt:lpstr>
      <vt:lpstr>Times New Roman</vt:lpstr>
      <vt:lpstr>Default Design</vt:lpstr>
      <vt:lpstr>6_Stream</vt:lpstr>
      <vt:lpstr>28_Stream</vt:lpstr>
      <vt:lpstr>17_Stream</vt:lpstr>
      <vt:lpstr>39_Stream</vt:lpstr>
      <vt:lpstr>1_Stream</vt:lpstr>
      <vt:lpstr>2_Stream</vt:lpstr>
      <vt:lpstr>3_Stream</vt:lpstr>
      <vt:lpstr>4_Stream</vt:lpstr>
      <vt:lpstr>5_Stream</vt:lpstr>
      <vt:lpstr>7_Stream</vt:lpstr>
      <vt:lpstr>8_Stream</vt:lpstr>
      <vt:lpstr>9_Stream</vt:lpstr>
      <vt:lpstr>10_Stream</vt:lpstr>
      <vt:lpstr>11_Stream</vt:lpstr>
      <vt:lpstr>12_Stream</vt:lpstr>
      <vt:lpstr>13_Stream</vt:lpstr>
      <vt:lpstr>14_Stream</vt:lpstr>
      <vt:lpstr>15_Stream</vt:lpstr>
      <vt:lpstr>16_Stream</vt:lpstr>
      <vt:lpstr>18_Stream</vt:lpstr>
      <vt:lpstr>19_Stream</vt:lpstr>
      <vt:lpstr>20_Stream</vt:lpstr>
      <vt:lpstr>21_Stream</vt:lpstr>
      <vt:lpstr>22_Stream</vt:lpstr>
      <vt:lpstr>23_Stream</vt:lpstr>
      <vt:lpstr>24_Stream</vt:lpstr>
      <vt:lpstr>25_Stream</vt:lpstr>
      <vt:lpstr>Chapter 1</vt:lpstr>
      <vt:lpstr>Definition of Software Engineering</vt:lpstr>
      <vt:lpstr>PowerPoint Presentation</vt:lpstr>
      <vt:lpstr>Software Engineering - Defined</vt:lpstr>
      <vt:lpstr>Software Engineering is a Layered Technology</vt:lpstr>
      <vt:lpstr>Process, Methods, and Tools</vt:lpstr>
      <vt:lpstr>Prescriptive Process Model</vt:lpstr>
      <vt:lpstr>Generic Process Framework</vt:lpstr>
      <vt:lpstr>Generic Process Framework</vt:lpstr>
      <vt:lpstr>Waterfall Model (Description)</vt:lpstr>
      <vt:lpstr>Waterfall Model (Diagram)</vt:lpstr>
      <vt:lpstr>Advantages </vt:lpstr>
      <vt:lpstr>Disadvantages</vt:lpstr>
      <vt:lpstr>RAD Rapid Application Development</vt:lpstr>
      <vt:lpstr>RAD Rapid Application Development</vt:lpstr>
      <vt:lpstr>PowerPoint Presentation</vt:lpstr>
      <vt:lpstr>RAD Rapid Application Development</vt:lpstr>
      <vt:lpstr>Advantages</vt:lpstr>
      <vt:lpstr>Disadvantages</vt:lpstr>
      <vt:lpstr>Spiral Model</vt:lpstr>
      <vt:lpstr>Spiral Model</vt:lpstr>
      <vt:lpstr>PowerPoint Presentation</vt:lpstr>
      <vt:lpstr>Spiral Model</vt:lpstr>
      <vt:lpstr>PowerPoint Presentation</vt:lpstr>
      <vt:lpstr>Advantages</vt:lpstr>
      <vt:lpstr>Disadvantages</vt:lpstr>
      <vt:lpstr>Open Source Model</vt:lpstr>
      <vt:lpstr>Open Source Model</vt:lpstr>
      <vt:lpstr>Open Source Model</vt:lpstr>
      <vt:lpstr>PowerPoint Presentation</vt:lpstr>
      <vt:lpstr>Agile Process Model</vt:lpstr>
      <vt:lpstr>Agile Process Model</vt:lpstr>
      <vt:lpstr>Agile Process Model</vt:lpstr>
      <vt:lpstr>Advantages</vt:lpstr>
      <vt:lpstr>Advantages</vt:lpstr>
      <vt:lpstr>Disadvantages</vt:lpstr>
      <vt:lpstr>Agile Process Models</vt:lpstr>
      <vt:lpstr> Extreme Programming (XP) </vt:lpstr>
      <vt:lpstr>Extreme Programming (XP)</vt:lpstr>
      <vt:lpstr>Extreme Programming (XP)</vt:lpstr>
      <vt:lpstr>Extreme Programming (XP)</vt:lpstr>
      <vt:lpstr>Adaptive Software Development</vt:lpstr>
      <vt:lpstr>Adaptive Software Development</vt:lpstr>
      <vt:lpstr> ASD — distinguishing  features </vt:lpstr>
      <vt:lpstr>ASD — distinguishing  features</vt:lpstr>
      <vt:lpstr>ASD phases</vt:lpstr>
      <vt:lpstr>Adaptive Software Development</vt:lpstr>
      <vt:lpstr>Dynamic Systems Development Method</vt:lpstr>
      <vt:lpstr>DSDM- distinguishing  features </vt:lpstr>
      <vt:lpstr>DSDM- distinguishing  features </vt:lpstr>
      <vt:lpstr>PowerPoint Presentation</vt:lpstr>
      <vt:lpstr>DSDM life cycle activities</vt:lpstr>
      <vt:lpstr>DSDM life cycle activities</vt:lpstr>
      <vt:lpstr>DSDM life cycle activities</vt:lpstr>
      <vt:lpstr>Scrum</vt:lpstr>
      <vt:lpstr>Scrum</vt:lpstr>
      <vt:lpstr>Scrum</vt:lpstr>
      <vt:lpstr>Scrum</vt:lpstr>
      <vt:lpstr>Scrum</vt:lpstr>
      <vt:lpstr>PowerPoint Presentation</vt:lpstr>
      <vt:lpstr>Crystal</vt:lpstr>
      <vt:lpstr>Crystal</vt:lpstr>
      <vt:lpstr>PowerPoint Presentation</vt:lpstr>
      <vt:lpstr>Feature Driven Development</vt:lpstr>
      <vt:lpstr>Feature Driven Development</vt:lpstr>
      <vt:lpstr>Feature Driven Development</vt:lpstr>
      <vt:lpstr>Feature Driven Development</vt:lpstr>
      <vt:lpstr>PowerPoint Presentation</vt:lpstr>
      <vt:lpstr>Agile Modeling</vt:lpstr>
      <vt:lpstr>Agile Modeling</vt:lpstr>
      <vt:lpstr>Agile Modeling</vt:lpstr>
      <vt:lpstr>A Good Manager Measures</vt:lpstr>
      <vt:lpstr>What is a Process?</vt:lpstr>
      <vt:lpstr>What is a Software Process?</vt:lpstr>
      <vt:lpstr>Process Metrics</vt:lpstr>
      <vt:lpstr>Process Metrics</vt:lpstr>
      <vt:lpstr>Immature Software Organizations</vt:lpstr>
      <vt:lpstr>Capability Maturity Model  (SW-CMM)</vt:lpstr>
      <vt:lpstr>Capability - Maturity</vt:lpstr>
      <vt:lpstr>Five Levels of Software Process Maturity</vt:lpstr>
      <vt:lpstr>PowerPoint Presentation</vt:lpstr>
      <vt:lpstr>Characteristics of Each Level</vt:lpstr>
      <vt:lpstr>Characteristics of Each Level (continued)</vt:lpstr>
      <vt:lpstr>Characteristics of Each Level (continued)</vt:lpstr>
      <vt:lpstr>Characteristics of Each Level (continued)</vt:lpstr>
      <vt:lpstr>Characteristics of Each Level (continued)</vt:lpstr>
      <vt:lpstr>Characteristics of Each Level (continued)</vt:lpstr>
      <vt:lpstr>Characteristics of Each Level (continued)</vt:lpstr>
      <vt:lpstr>CMMI- Capability Levels</vt:lpstr>
      <vt:lpstr>CMMI- Capability Levels</vt:lpstr>
      <vt:lpstr>CMMI- Capability Levels</vt:lpstr>
      <vt:lpstr>The CMM Structure</vt:lpstr>
      <vt:lpstr>Software Project Planning</vt:lpstr>
      <vt:lpstr>Project Planning-Estimation</vt:lpstr>
      <vt:lpstr>Project Estimation</vt:lpstr>
      <vt:lpstr>Product Metrics</vt:lpstr>
      <vt:lpstr>Function Point (FP)</vt:lpstr>
      <vt:lpstr>Function Point (FP)</vt:lpstr>
      <vt:lpstr>Function Point (FP)</vt:lpstr>
      <vt:lpstr>Function Point (FP)</vt:lpstr>
      <vt:lpstr>Function Point (FP)</vt:lpstr>
      <vt:lpstr>Function Point (FP)</vt:lpstr>
      <vt:lpstr>PowerPoint Presentation</vt:lpstr>
      <vt:lpstr>PowerPoint Presentation</vt:lpstr>
      <vt:lpstr>Function Point (FP)</vt:lpstr>
      <vt:lpstr>PowerPoint Presentation</vt:lpstr>
      <vt:lpstr>Function Point (FP)</vt:lpstr>
      <vt:lpstr>PowerPoint Presentation</vt:lpstr>
      <vt:lpstr>Line Of Code (LOC)</vt:lpstr>
      <vt:lpstr>Line Of Code (LOC)</vt:lpstr>
      <vt:lpstr>The Structure of Estimation Models</vt:lpstr>
      <vt:lpstr>PowerPoint Presentation</vt:lpstr>
      <vt:lpstr>COCOMO(Constructive Cost Model)</vt:lpstr>
      <vt:lpstr>COCOMO(Constructive Cost Model)</vt:lpstr>
      <vt:lpstr>COCOMO(Constructive Cost Model)</vt:lpstr>
      <vt:lpstr>COCOMO(Constructive Cost Model)</vt:lpstr>
      <vt:lpstr>COCOMO(Constructive Cost Model)</vt:lpstr>
      <vt:lpstr>COCOMO (Constructive Cost Model)</vt:lpstr>
      <vt:lpstr>The Software Equation</vt:lpstr>
      <vt:lpstr>The Software Equation</vt:lpstr>
      <vt:lpstr>The Software Equation</vt:lpstr>
      <vt:lpstr>Estimation</vt:lpstr>
      <vt:lpstr>Estimation</vt:lpstr>
      <vt:lpstr>Why Are Projects Late?</vt:lpstr>
      <vt:lpstr>Scheduling</vt:lpstr>
      <vt:lpstr>Scheduling Principles</vt:lpstr>
      <vt:lpstr>Effort Allocation (40-20-40 rule)</vt:lpstr>
      <vt:lpstr>Defining Task Network</vt:lpstr>
      <vt:lpstr>Define a Task Network</vt:lpstr>
      <vt:lpstr>Task Set Refinement</vt:lpstr>
      <vt:lpstr>Scheduling </vt:lpstr>
      <vt:lpstr>Scheduling </vt:lpstr>
      <vt:lpstr>Scheduling</vt:lpstr>
      <vt:lpstr>Timeline Charts</vt:lpstr>
      <vt:lpstr>Use Automated Tools to Derive a Timeline Chart</vt:lpstr>
      <vt:lpstr>Schedule Tracking</vt:lpstr>
      <vt:lpstr>Schedule Tracking</vt:lpstr>
      <vt:lpstr>Progress on an OO Project-I</vt:lpstr>
      <vt:lpstr>Progress on an OO Project-II</vt:lpstr>
      <vt:lpstr>Earned Value Analysis (EVA)</vt:lpstr>
      <vt:lpstr>Earned Value Analysis (EVA)</vt:lpstr>
      <vt:lpstr>Earned Value Analysis (EVA)</vt:lpstr>
      <vt:lpstr>Earned Value Analysis (EVA)</vt:lpstr>
      <vt:lpstr>Earned Value Analysis (EVA)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Aaryan Sharma</cp:lastModifiedBy>
  <cp:revision>2</cp:revision>
  <dcterms:modified xsi:type="dcterms:W3CDTF">2025-11-12T18:38:31Z</dcterms:modified>
</cp:coreProperties>
</file>