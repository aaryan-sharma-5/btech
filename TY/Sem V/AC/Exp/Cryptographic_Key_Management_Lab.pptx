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-11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Cryptographic Key Management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🔐 Using </a:t>
            </a:r>
            <a:r>
              <a:rPr dirty="0" err="1"/>
              <a:t>cryptography.Fernet</a:t>
            </a:r>
            <a:r>
              <a:rPr dirty="0"/>
              <a:t> in </a:t>
            </a:r>
            <a:r>
              <a:rPr dirty="0" smtClean="0"/>
              <a:t>Python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Generate and store symmetric keys</a:t>
            </a:r>
          </a:p>
          <a:p>
            <a:r>
              <a:t>Encrypt and decrypt files (.txt, .pdf)</a:t>
            </a:r>
          </a:p>
          <a:p>
            <a:r>
              <a:t>Use metadata and versioning</a:t>
            </a:r>
          </a:p>
          <a:p>
            <a:r>
              <a:t>Simulate a basic key vault</a:t>
            </a:r>
          </a:p>
          <a:p>
            <a:r>
              <a:t>Practice key rotation and deletion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Cryptography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Symmetric encryption: Same key for encryption/decryption</a:t>
            </a:r>
          </a:p>
          <a:p>
            <a:r>
              <a:t>Fernet key size: 256-bit (Base64 encoded)</a:t>
            </a:r>
          </a:p>
          <a:p>
            <a:r>
              <a:t>Risks of poor key management: leakage, reuse,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 3.10+</a:t>
            </a:r>
          </a:p>
          <a:p>
            <a:r>
              <a:t>cryptography library</a:t>
            </a:r>
          </a:p>
          <a:p>
            <a:r>
              <a:t>File I/O</a:t>
            </a:r>
          </a:p>
          <a:p>
            <a:r>
              <a:t>JSON for metadata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cryptography.Fernet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cryptography.Fernet</a:t>
            </a:r>
            <a:r>
              <a:rPr lang="en-US" dirty="0"/>
              <a:t> is a high-level, easy-to-use encryption tool included in the cryptography library in Python. It allows you to securely </a:t>
            </a:r>
            <a:r>
              <a:rPr lang="en-US" b="1" dirty="0"/>
              <a:t>encrypt and decrypt messages</a:t>
            </a:r>
            <a:r>
              <a:rPr lang="en-US" dirty="0"/>
              <a:t> using symmetric (shared-key) encryption.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59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Fernet</a:t>
            </a:r>
            <a:r>
              <a:rPr lang="en-US" dirty="0"/>
              <a:t> is an </a:t>
            </a:r>
            <a:r>
              <a:rPr lang="en-US" b="1" dirty="0"/>
              <a:t>implementation of symmetric authenticated cryptography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ensures:</a:t>
            </a:r>
          </a:p>
          <a:p>
            <a:pPr lvl="1"/>
            <a:r>
              <a:rPr lang="en-US" b="1" dirty="0"/>
              <a:t>Confidentiality</a:t>
            </a:r>
            <a:r>
              <a:rPr lang="en-US" dirty="0"/>
              <a:t> – Data is encrypted using AES in CBC mode.</a:t>
            </a:r>
          </a:p>
          <a:p>
            <a:pPr lvl="1"/>
            <a:r>
              <a:rPr lang="en-US" b="1" dirty="0"/>
              <a:t>Integrity &amp; Authentication</a:t>
            </a:r>
            <a:r>
              <a:rPr lang="en-US" dirty="0"/>
              <a:t> – Messages are signed using HMAC with SHA256.</a:t>
            </a:r>
          </a:p>
          <a:p>
            <a:pPr lvl="1"/>
            <a:r>
              <a:rPr lang="en-US" b="1" dirty="0"/>
              <a:t>Ease of Use</a:t>
            </a:r>
            <a:r>
              <a:rPr lang="en-US" dirty="0"/>
              <a:t> – Only one method for encryption and one for decryption.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2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err="1" smtClean="0"/>
              <a:t>Fernet</a:t>
            </a:r>
            <a:r>
              <a:rPr lang="en-IN" dirty="0" smtClean="0"/>
              <a:t> details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06230"/>
              </p:ext>
            </p:extLst>
          </p:nvPr>
        </p:nvGraphicFramePr>
        <p:xfrm>
          <a:off x="678025" y="1843557"/>
          <a:ext cx="7756848" cy="4112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8424"/>
                <a:gridCol w="3878424"/>
              </a:tblGrid>
              <a:tr h="2313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u="none" strike="noStrike">
                          <a:effectLst/>
                        </a:rPr>
                        <a:t>Feature</a:t>
                      </a:r>
                      <a:endParaRPr lang="en-IN" sz="3200" b="1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u="none" strike="noStrike">
                          <a:effectLst/>
                        </a:rPr>
                        <a:t>Details</a:t>
                      </a:r>
                      <a:endParaRPr lang="en-IN" sz="3200" b="1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667369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Encryption algorithm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AES-128 in CBC mode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444912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Authentication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HMAC-SHA256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444912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Key size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32 bytes (256 bits)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8898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Output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URL-safe base64 encoded string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8898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Built-in timestamp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effectLst/>
                        </a:rPr>
                        <a:t>Yes (for key expiration handling)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26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Use </a:t>
            </a:r>
            <a:r>
              <a:rPr lang="en-US" b="1" dirty="0" err="1"/>
              <a:t>Fernet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/>
              <a:t>Fernet</a:t>
            </a:r>
            <a:r>
              <a:rPr lang="en-US" dirty="0"/>
              <a:t> when you:</a:t>
            </a:r>
          </a:p>
          <a:p>
            <a:pPr lvl="1"/>
            <a:r>
              <a:rPr lang="en-US" dirty="0"/>
              <a:t>Need to securely store data (e.g., API tokens, passwords at rest).</a:t>
            </a:r>
          </a:p>
          <a:p>
            <a:pPr lvl="1"/>
            <a:r>
              <a:rPr lang="en-US" dirty="0"/>
              <a:t>Want a </a:t>
            </a:r>
            <a:r>
              <a:rPr lang="en-US" b="1" dirty="0"/>
              <a:t>simple symmetric encryption API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Need authenticated encryption out-of-the-box.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74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Lifecycle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1. Generate key</a:t>
            </a:r>
          </a:p>
          <a:p>
            <a:pPr marL="0" indent="0">
              <a:buNone/>
            </a:pPr>
            <a:r>
              <a:rPr dirty="0"/>
              <a:t>2. Save with version metadata</a:t>
            </a:r>
          </a:p>
          <a:p>
            <a:pPr marL="0" indent="0">
              <a:buNone/>
            </a:pPr>
            <a:r>
              <a:rPr dirty="0"/>
              <a:t>3. Encrypt/decrypt files</a:t>
            </a:r>
          </a:p>
          <a:p>
            <a:pPr marL="0" indent="0">
              <a:buNone/>
            </a:pPr>
            <a:r>
              <a:rPr dirty="0"/>
              <a:t>4. Rotate/delete key</a:t>
            </a:r>
          </a:p>
          <a:p>
            <a:pPr marL="0" indent="0">
              <a:buNone/>
            </a:pPr>
            <a:r>
              <a:rPr dirty="0"/>
              <a:t>5. Track history in </a:t>
            </a:r>
            <a:r>
              <a:rPr dirty="0" err="1"/>
              <a:t>vault.json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[Key Vault - JSON: version, timestamp]</a:t>
            </a:r>
          </a:p>
          <a:p>
            <a:r>
              <a:t>[Fernet key &lt;-&gt; Encrypted files]</a:t>
            </a:r>
          </a:p>
          <a:p>
            <a:r>
              <a:t>Binary-safe encryption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Encryption &amp; Decryption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Encrypt with Fernet.encrypt()</a:t>
            </a:r>
          </a:p>
          <a:p>
            <a:r>
              <a:t>Decrypt with Fernet.decrypt()</a:t>
            </a:r>
          </a:p>
          <a:p>
            <a:r>
              <a:t>Works with binary files (.txt, .pdf)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Rotation &amp;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Generate new key = new version</a:t>
            </a:r>
          </a:p>
          <a:p>
            <a:r>
              <a:t>Save with timestamp</a:t>
            </a:r>
          </a:p>
          <a:p>
            <a:r>
              <a:t>Track history in JSON vault</a:t>
            </a:r>
          </a:p>
          <a:p>
            <a:r>
              <a:t>Delete old keys with os.remove()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Reinforced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Practical file encryption</a:t>
            </a:r>
          </a:p>
          <a:p>
            <a:r>
              <a:t>Key lifecycle management</a:t>
            </a:r>
          </a:p>
          <a:p>
            <a:r>
              <a:t>Secure metadata tracking</a:t>
            </a:r>
          </a:p>
          <a:p>
            <a:r>
              <a:t>Simulated vaulting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Task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✅ Install cryptography package</a:t>
            </a:r>
          </a:p>
          <a:p>
            <a:pPr marL="0" indent="0">
              <a:buNone/>
            </a:pPr>
            <a:r>
              <a:rPr dirty="0"/>
              <a:t>✅ Upload a file (.txt/.pdf)</a:t>
            </a:r>
          </a:p>
          <a:p>
            <a:pPr marL="0" indent="0">
              <a:buNone/>
            </a:pPr>
            <a:r>
              <a:rPr dirty="0"/>
              <a:t>✅ Generate, save, and load keys</a:t>
            </a:r>
          </a:p>
          <a:p>
            <a:pPr marL="0" indent="0">
              <a:buNone/>
            </a:pPr>
            <a:r>
              <a:rPr dirty="0"/>
              <a:t>✅ Encrypt/decrypt uploaded file</a:t>
            </a:r>
          </a:p>
          <a:p>
            <a:pPr marL="0" indent="0">
              <a:buNone/>
            </a:pPr>
            <a:r>
              <a:rPr dirty="0"/>
              <a:t>✅ Rotate and destroy keys</a:t>
            </a:r>
          </a:p>
          <a:p>
            <a:pPr marL="0" indent="0">
              <a:buNone/>
            </a:pPr>
            <a:r>
              <a:rPr dirty="0"/>
              <a:t>✅ Track versions in 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for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Why avoid reusing encryption keys?</a:t>
            </a:r>
          </a:p>
          <a:p>
            <a:r>
              <a:t>How does JSON metadata help security?</a:t>
            </a:r>
          </a:p>
          <a:p>
            <a:r>
              <a:t>What are risks of improper key deletion?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Symmetric key lifecycle management in Python</a:t>
            </a:r>
          </a:p>
          <a:p>
            <a:r>
              <a:t>Encryption for files and records</a:t>
            </a:r>
          </a:p>
          <a:p>
            <a:r>
              <a:t>Use of metadata and versioning</a:t>
            </a:r>
          </a:p>
          <a:p>
            <a:r>
              <a:t>Foundation for secure key storage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426</Words>
  <Application>Microsoft Office PowerPoint</Application>
  <PresentationFormat>On-screen Show (4:3)</PresentationFormat>
  <Paragraphs>94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Cryptographic Key Management Lab</vt:lpstr>
      <vt:lpstr>Learning Objectives</vt:lpstr>
      <vt:lpstr>Cryptography Refresher</vt:lpstr>
      <vt:lpstr>Tools Used</vt:lpstr>
      <vt:lpstr>cryptography.Fernet</vt:lpstr>
      <vt:lpstr>PowerPoint Presentation</vt:lpstr>
      <vt:lpstr> Fernet details</vt:lpstr>
      <vt:lpstr>When to Use Fernet </vt:lpstr>
      <vt:lpstr>Key Lifecycle Overview</vt:lpstr>
      <vt:lpstr>Lab Architecture</vt:lpstr>
      <vt:lpstr>File Encryption &amp; Decryption</vt:lpstr>
      <vt:lpstr>Key Rotation &amp; Vault</vt:lpstr>
      <vt:lpstr>Key Concepts Reinforced</vt:lpstr>
      <vt:lpstr>Student Task List</vt:lpstr>
      <vt:lpstr>Questions for Reflection</vt:lpstr>
      <vt:lpstr>Wrap-Up &amp; Takeaways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Cryptographic Key Management Lab</dc:title>
  <dc:creator>Swati</dc:creator>
  <dc:description>generated using python-pptx</dc:description>
  <cp:lastModifiedBy>Swati</cp:lastModifiedBy>
  <cp:revision>5</cp:revision>
  <dcterms:created xsi:type="dcterms:W3CDTF">2013-01-27T09:14:16Z</dcterms:created>
  <dcterms:modified xsi:type="dcterms:W3CDTF">2025-07-28T11:06:26Z</dcterms:modified>
</cp:coreProperties>
</file>