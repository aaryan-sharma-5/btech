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eyEZErk056UL9wRDddQtz9j9a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Quality Of Service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 Characteristics</a:t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09800"/>
            <a:ext cx="822960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 Characteristics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152400" y="1447800"/>
            <a:ext cx="8991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Reliability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Lack of reliability means losing a packet or acknowledgment, which entails retransmission.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Relibility is more important in email than in audio conferencing.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Delay</a:t>
            </a:r>
            <a:endParaRPr b="1"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Source-to-destination delay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 Applications can tolerate delay in different degrees.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 Characteristics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0" y="1600200"/>
            <a:ext cx="9144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Telephony, audio conferencing, video conferencing, and remote log-in need minimum delay.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Delay in file transfer or e-mail is less important.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Jitter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Jitter is the variation in delay for packets belonging to the same flow.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Example 1: packets 0,1,2,3 arrive at 20, 21,22,23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time of arrival 20.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 Characteristics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0" y="1600200"/>
            <a:ext cx="9144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Example 2: 0,1,2,3 arrive at 20,22,21,23.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Applications : audio and video uniform delay is important between the packets.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High jitter means the difference between delays is large; low jitter means the variation is small.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Bandwidth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Different applications need different bandwidths.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 Video conferencing we need to send millions of bits per second to refresh a color screen.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152400" y="1600200"/>
            <a:ext cx="883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Scheduling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Packets from different flows arrive at a switch or router for processing.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A good scheduling technique treats the different flows in a fair and appropriate manner.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FIFO queuing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Priority queuing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Weighted fair queuing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FIFO queuing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                             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                        Node(Router or S/W)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 wait for a bus at bus stop</a:t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352800"/>
            <a:ext cx="7162800" cy="243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7"/>
          <p:cNvCxnSpPr/>
          <p:nvPr/>
        </p:nvCxnSpPr>
        <p:spPr>
          <a:xfrm rot="5400000">
            <a:off x="5525294" y="3466306"/>
            <a:ext cx="381000" cy="158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29" name="Google Shape;129;p8"/>
          <p:cNvSpPr txBox="1"/>
          <p:nvPr>
            <p:ph idx="4294967295" type="body"/>
          </p:nvPr>
        </p:nvSpPr>
        <p:spPr>
          <a:xfrm>
            <a:off x="0" y="1371600"/>
            <a:ext cx="9144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Priority queuing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45" y="2057400"/>
            <a:ext cx="835342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priority queue can provide better QoS than the FIFO queue because higher priority traffic, such as multimedia, can reach the destination with less delay.</a:t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Drawback of Priority Queuing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1" lang="en-US"/>
              <a:t>Starvation:</a:t>
            </a:r>
            <a:r>
              <a:rPr i="1" lang="en-US"/>
              <a:t> </a:t>
            </a:r>
            <a:r>
              <a:rPr lang="en-US"/>
              <a:t>of low priority queuing packets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Weighted fair queuing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438400"/>
            <a:ext cx="862965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better scheduling method is weighted fair queuing.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packets are still assigned to different classes and admitted to different queues.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the system does not impose priority on the classes, all weights can be equal.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457200" y="14478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Traffic Shaping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Traffic shaping is a mechanism to control the amount and the rate of the traffic sent to the network.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Leaky bucket 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Token bucket.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idx="4294967295" type="title"/>
          </p:nvPr>
        </p:nvSpPr>
        <p:spPr>
          <a:xfrm>
            <a:off x="3048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61" name="Google Shape;161;p13"/>
          <p:cNvSpPr txBox="1"/>
          <p:nvPr>
            <p:ph idx="4294967295" type="body"/>
          </p:nvPr>
        </p:nvSpPr>
        <p:spPr>
          <a:xfrm>
            <a:off x="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Leaky bucket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76962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idx="4294967295"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68" name="Google Shape;168;p14"/>
          <p:cNvSpPr txBox="1"/>
          <p:nvPr>
            <p:ph idx="4294967295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Leaky bucket implementation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leaky bucket algorithm shapes bursty traffic into fixed-rate traffic by averaging the data rate. It may drop the packets if the bucket is full.</a:t>
            </a:r>
            <a:endParaRPr b="1"/>
          </a:p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905000"/>
            <a:ext cx="67818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idx="4294967295"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75" name="Google Shape;175;p15"/>
          <p:cNvSpPr txBox="1"/>
          <p:nvPr>
            <p:ph idx="4294967295" type="body"/>
          </p:nvPr>
        </p:nvSpPr>
        <p:spPr>
          <a:xfrm>
            <a:off x="228600" y="13716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Token bucket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token is added at every t time.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6" name="Google Shape;1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905000"/>
            <a:ext cx="631507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228600" y="1295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token bucket algorithm as compared to leaky bucket allows output rate vary depending on size of burst.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token bucket allows bursty traffic at a regulated maximum rate.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Resource Reservation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flow of data needs resources such as a buffer, bandwidth, CPU time, and so 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quality of service is improved if these resources are reserved beforehand.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TECHNIQUES TO IMPROVE QoS</a:t>
            </a:r>
            <a:endParaRPr/>
          </a:p>
        </p:txBody>
      </p:sp>
      <p:sp>
        <p:nvSpPr>
          <p:cNvPr id="199" name="Google Shape;19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Admission Control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Admission control refers to the mechanism used by a router, or a switch, to accept or reject a flow based on predefined parameters called flow specifications.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2014-10-04T13:41:57Z</dcterms:created>
  <dc:creator>poonam madam</dc:creator>
</cp:coreProperties>
</file>