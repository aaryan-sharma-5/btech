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0"/>
  </p:notesMasterIdLst>
  <p:sldIdLst>
    <p:sldId id="785" r:id="rId2"/>
    <p:sldId id="535" r:id="rId3"/>
    <p:sldId id="747" r:id="rId4"/>
    <p:sldId id="748" r:id="rId5"/>
    <p:sldId id="749" r:id="rId6"/>
    <p:sldId id="786" r:id="rId7"/>
    <p:sldId id="745" r:id="rId8"/>
    <p:sldId id="750" r:id="rId9"/>
    <p:sldId id="753" r:id="rId10"/>
    <p:sldId id="787" r:id="rId11"/>
    <p:sldId id="754" r:id="rId12"/>
    <p:sldId id="788" r:id="rId13"/>
    <p:sldId id="755" r:id="rId14"/>
    <p:sldId id="779" r:id="rId15"/>
    <p:sldId id="789" r:id="rId16"/>
    <p:sldId id="756" r:id="rId17"/>
    <p:sldId id="757" r:id="rId18"/>
    <p:sldId id="780" r:id="rId19"/>
    <p:sldId id="746" r:id="rId20"/>
    <p:sldId id="781" r:id="rId21"/>
    <p:sldId id="767" r:id="rId22"/>
    <p:sldId id="790" r:id="rId23"/>
    <p:sldId id="791" r:id="rId24"/>
    <p:sldId id="792" r:id="rId25"/>
    <p:sldId id="793" r:id="rId26"/>
    <p:sldId id="794" r:id="rId27"/>
    <p:sldId id="768" r:id="rId28"/>
    <p:sldId id="795" r:id="rId29"/>
    <p:sldId id="796" r:id="rId30"/>
    <p:sldId id="797" r:id="rId31"/>
    <p:sldId id="769" r:id="rId32"/>
    <p:sldId id="770" r:id="rId33"/>
    <p:sldId id="771" r:id="rId34"/>
    <p:sldId id="784" r:id="rId35"/>
    <p:sldId id="761" r:id="rId36"/>
    <p:sldId id="772" r:id="rId37"/>
    <p:sldId id="773" r:id="rId38"/>
    <p:sldId id="774" r:id="rId39"/>
    <p:sldId id="775" r:id="rId40"/>
    <p:sldId id="776" r:id="rId41"/>
    <p:sldId id="762" r:id="rId42"/>
    <p:sldId id="777" r:id="rId43"/>
    <p:sldId id="763" r:id="rId44"/>
    <p:sldId id="778" r:id="rId45"/>
    <p:sldId id="783" r:id="rId46"/>
    <p:sldId id="798" r:id="rId47"/>
    <p:sldId id="799" r:id="rId48"/>
    <p:sldId id="782" r:id="rId49"/>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95" autoAdjust="0"/>
    <p:restoredTop sz="94680" autoAdjust="0"/>
  </p:normalViewPr>
  <p:slideViewPr>
    <p:cSldViewPr>
      <p:cViewPr varScale="1">
        <p:scale>
          <a:sx n="89" d="100"/>
          <a:sy n="89" d="100"/>
        </p:scale>
        <p:origin x="114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9074" name="Rectangle 2">
            <a:extLst>
              <a:ext uri="{FF2B5EF4-FFF2-40B4-BE49-F238E27FC236}">
                <a16:creationId xmlns:a16="http://schemas.microsoft.com/office/drawing/2014/main" id="{4814E563-002F-9647-17B6-54FE85934EA5}"/>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899075" name="Rectangle 3">
            <a:extLst>
              <a:ext uri="{FF2B5EF4-FFF2-40B4-BE49-F238E27FC236}">
                <a16:creationId xmlns:a16="http://schemas.microsoft.com/office/drawing/2014/main" id="{FD3D5243-2F41-B7C3-7694-CFA16E2BA470}"/>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pPr>
              <a:defRPr/>
            </a:pPr>
            <a:endParaRPr lang="en-US" altLang="en-US"/>
          </a:p>
        </p:txBody>
      </p:sp>
      <p:sp>
        <p:nvSpPr>
          <p:cNvPr id="3076" name="Rectangle 4">
            <a:extLst>
              <a:ext uri="{FF2B5EF4-FFF2-40B4-BE49-F238E27FC236}">
                <a16:creationId xmlns:a16="http://schemas.microsoft.com/office/drawing/2014/main" id="{C106CDC7-5608-C4B3-19F5-9B6643EBA7D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9077" name="Rectangle 5">
            <a:extLst>
              <a:ext uri="{FF2B5EF4-FFF2-40B4-BE49-F238E27FC236}">
                <a16:creationId xmlns:a16="http://schemas.microsoft.com/office/drawing/2014/main" id="{AAE5B368-666D-2BA3-896C-04FE391445C5}"/>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899078" name="Rectangle 6">
            <a:extLst>
              <a:ext uri="{FF2B5EF4-FFF2-40B4-BE49-F238E27FC236}">
                <a16:creationId xmlns:a16="http://schemas.microsoft.com/office/drawing/2014/main" id="{54F28284-752C-E147-9A84-5DC37CA462F1}"/>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en-US"/>
          </a:p>
        </p:txBody>
      </p:sp>
      <p:sp>
        <p:nvSpPr>
          <p:cNvPr id="899079" name="Rectangle 7">
            <a:extLst>
              <a:ext uri="{FF2B5EF4-FFF2-40B4-BE49-F238E27FC236}">
                <a16:creationId xmlns:a16="http://schemas.microsoft.com/office/drawing/2014/main" id="{29D5FF40-8350-1E52-5C1D-8A6DD0946BC3}"/>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smtClean="0">
                <a:latin typeface="Times New Roman" panose="02020603050405020304" pitchFamily="18" charset="0"/>
              </a:defRPr>
            </a:lvl1pPr>
          </a:lstStyle>
          <a:p>
            <a:pPr>
              <a:defRPr/>
            </a:pPr>
            <a:fld id="{B2FCD867-75B3-49D6-864E-88F60B938B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1FBB6A3-31E6-CAD1-0992-C369D8603CC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2C0ACD3-6FBA-4824-82B6-9ED908C2D96D}" type="slidenum">
              <a:rPr lang="en-US" altLang="en-US" sz="1200" b="0">
                <a:latin typeface="Times New Roman" panose="02020603050405020304" pitchFamily="18" charset="0"/>
              </a:rPr>
              <a:pPr/>
              <a:t>1</a:t>
            </a:fld>
            <a:endParaRPr lang="en-US" altLang="en-US" sz="1200" b="0">
              <a:latin typeface="Times New Roman" panose="02020603050405020304" pitchFamily="18" charset="0"/>
            </a:endParaRPr>
          </a:p>
        </p:txBody>
      </p:sp>
      <p:sp>
        <p:nvSpPr>
          <p:cNvPr id="5123" name="Rectangle 2">
            <a:extLst>
              <a:ext uri="{FF2B5EF4-FFF2-40B4-BE49-F238E27FC236}">
                <a16:creationId xmlns:a16="http://schemas.microsoft.com/office/drawing/2014/main" id="{622E9502-4550-D564-7131-BE582321BCB9}"/>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700F52B1-53F0-6FCE-99EF-4D5530150E2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AA8A7F44-76D6-898C-9F58-79B6BF4A8A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E1681C1-4D52-4F63-B3BF-FA21C5B50358}" type="slidenum">
              <a:rPr lang="en-US" altLang="en-US" sz="1200" b="0">
                <a:latin typeface="Times New Roman" panose="02020603050405020304" pitchFamily="18" charset="0"/>
              </a:rPr>
              <a:pPr/>
              <a:t>2</a:t>
            </a:fld>
            <a:endParaRPr lang="en-US" altLang="en-US" sz="1200" b="0">
              <a:latin typeface="Times New Roman" panose="02020603050405020304" pitchFamily="18" charset="0"/>
            </a:endParaRPr>
          </a:p>
        </p:txBody>
      </p:sp>
      <p:sp>
        <p:nvSpPr>
          <p:cNvPr id="7171" name="Rectangle 2">
            <a:extLst>
              <a:ext uri="{FF2B5EF4-FFF2-40B4-BE49-F238E27FC236}">
                <a16:creationId xmlns:a16="http://schemas.microsoft.com/office/drawing/2014/main" id="{63A13806-9BF3-37AA-37B9-2DC2B5212ABB}"/>
              </a:ext>
            </a:extLst>
          </p:cNvPr>
          <p:cNvSpPr>
            <a:spLocks noRot="1" noChangeArrowheads="1" noTextEdit="1"/>
          </p:cNvSpPr>
          <p:nvPr>
            <p:ph type="sldImg"/>
          </p:nvPr>
        </p:nvSpPr>
        <p:spPr>
          <a:ln/>
        </p:spPr>
      </p:sp>
      <p:sp>
        <p:nvSpPr>
          <p:cNvPr id="7172" name="Rectangle 3">
            <a:extLst>
              <a:ext uri="{FF2B5EF4-FFF2-40B4-BE49-F238E27FC236}">
                <a16:creationId xmlns:a16="http://schemas.microsoft.com/office/drawing/2014/main" id="{75EA14F7-5ECF-FF20-89C2-3CAF6B31391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649687E8-1EB7-7A86-626C-A838C01971C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5C6CB7F-F7E8-489A-8D05-614F982D2681}" type="slidenum">
              <a:rPr lang="en-US" altLang="en-US" sz="1200" b="0">
                <a:latin typeface="Times New Roman" panose="02020603050405020304" pitchFamily="18" charset="0"/>
              </a:rPr>
              <a:pPr/>
              <a:t>3</a:t>
            </a:fld>
            <a:endParaRPr lang="en-US" altLang="en-US" sz="1200" b="0">
              <a:latin typeface="Times New Roman" panose="02020603050405020304" pitchFamily="18" charset="0"/>
            </a:endParaRPr>
          </a:p>
        </p:txBody>
      </p:sp>
      <p:sp>
        <p:nvSpPr>
          <p:cNvPr id="9219" name="Rectangle 2">
            <a:extLst>
              <a:ext uri="{FF2B5EF4-FFF2-40B4-BE49-F238E27FC236}">
                <a16:creationId xmlns:a16="http://schemas.microsoft.com/office/drawing/2014/main" id="{9B3330B8-9646-775C-BF19-239249010A34}"/>
              </a:ext>
            </a:extLst>
          </p:cNvPr>
          <p:cNvSpPr>
            <a:spLocks noRot="1" noChangeArrowheads="1" noTextEdit="1"/>
          </p:cNvSpPr>
          <p:nvPr>
            <p:ph type="sldImg"/>
          </p:nvPr>
        </p:nvSpPr>
        <p:spPr>
          <a:ln/>
        </p:spPr>
      </p:sp>
      <p:sp>
        <p:nvSpPr>
          <p:cNvPr id="9220" name="Rectangle 3">
            <a:extLst>
              <a:ext uri="{FF2B5EF4-FFF2-40B4-BE49-F238E27FC236}">
                <a16:creationId xmlns:a16="http://schemas.microsoft.com/office/drawing/2014/main" id="{0ECCF2C8-A6C3-AFA1-21AC-B45D876DE9A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5DF063DD-300A-E7FF-142A-37AC959612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FF7DF07-8E31-4C2D-A045-337B7B1C2493}" type="slidenum">
              <a:rPr lang="en-US" altLang="en-US" sz="1200" b="0">
                <a:latin typeface="Times New Roman" panose="02020603050405020304" pitchFamily="18" charset="0"/>
              </a:rPr>
              <a:pPr/>
              <a:t>4</a:t>
            </a:fld>
            <a:endParaRPr lang="en-US" altLang="en-US" sz="1200" b="0">
              <a:latin typeface="Times New Roman" panose="02020603050405020304" pitchFamily="18" charset="0"/>
            </a:endParaRPr>
          </a:p>
        </p:txBody>
      </p:sp>
      <p:sp>
        <p:nvSpPr>
          <p:cNvPr id="11267" name="Rectangle 2">
            <a:extLst>
              <a:ext uri="{FF2B5EF4-FFF2-40B4-BE49-F238E27FC236}">
                <a16:creationId xmlns:a16="http://schemas.microsoft.com/office/drawing/2014/main" id="{524106A2-4A8D-D5C9-6E49-75953825D0C9}"/>
              </a:ext>
            </a:extLst>
          </p:cNvPr>
          <p:cNvSpPr>
            <a:spLocks noRot="1" noChangeArrowheads="1" noTextEdit="1"/>
          </p:cNvSpPr>
          <p:nvPr>
            <p:ph type="sldImg"/>
          </p:nvPr>
        </p:nvSpPr>
        <p:spPr>
          <a:ln/>
        </p:spPr>
      </p:sp>
      <p:sp>
        <p:nvSpPr>
          <p:cNvPr id="11268" name="Rectangle 3">
            <a:extLst>
              <a:ext uri="{FF2B5EF4-FFF2-40B4-BE49-F238E27FC236}">
                <a16:creationId xmlns:a16="http://schemas.microsoft.com/office/drawing/2014/main" id="{FD7E7CF8-B010-7704-8113-2886771512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2A531250-F7C9-65A3-C165-5BC3E408B70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FB23B4E-D825-4575-9A76-E47E82EEECD7}" type="slidenum">
              <a:rPr lang="en-US" altLang="en-US" sz="1200" b="0">
                <a:latin typeface="Times New Roman" panose="02020603050405020304" pitchFamily="18" charset="0"/>
              </a:rPr>
              <a:pPr/>
              <a:t>5</a:t>
            </a:fld>
            <a:endParaRPr lang="en-US" altLang="en-US" sz="1200" b="0">
              <a:latin typeface="Times New Roman" panose="02020603050405020304" pitchFamily="18" charset="0"/>
            </a:endParaRPr>
          </a:p>
        </p:txBody>
      </p:sp>
      <p:sp>
        <p:nvSpPr>
          <p:cNvPr id="13315" name="Rectangle 2">
            <a:extLst>
              <a:ext uri="{FF2B5EF4-FFF2-40B4-BE49-F238E27FC236}">
                <a16:creationId xmlns:a16="http://schemas.microsoft.com/office/drawing/2014/main" id="{F6410F46-830C-2FC2-A808-BC920D8B13B3}"/>
              </a:ext>
            </a:extLst>
          </p:cNvPr>
          <p:cNvSpPr>
            <a:spLocks noRot="1" noChangeArrowheads="1" noTextEdit="1"/>
          </p:cNvSpPr>
          <p:nvPr>
            <p:ph type="sldImg"/>
          </p:nvPr>
        </p:nvSpPr>
        <p:spPr>
          <a:ln/>
        </p:spPr>
      </p:sp>
      <p:sp>
        <p:nvSpPr>
          <p:cNvPr id="13316" name="Rectangle 3">
            <a:extLst>
              <a:ext uri="{FF2B5EF4-FFF2-40B4-BE49-F238E27FC236}">
                <a16:creationId xmlns:a16="http://schemas.microsoft.com/office/drawing/2014/main" id="{D18DD75F-4FC6-AE1B-425D-82DB941456B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BC15615-2D7B-C9F1-C0CF-AADEB84F653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0557767-775B-483E-A93B-06B9A7C7C030}" type="slidenum">
              <a:rPr lang="en-US" altLang="en-US" sz="1200" b="0">
                <a:latin typeface="Times New Roman" panose="02020603050405020304" pitchFamily="18" charset="0"/>
              </a:rPr>
              <a:pPr/>
              <a:t>7</a:t>
            </a:fld>
            <a:endParaRPr lang="en-US" altLang="en-US" sz="1200" b="0">
              <a:latin typeface="Times New Roman" panose="02020603050405020304" pitchFamily="18" charset="0"/>
            </a:endParaRPr>
          </a:p>
        </p:txBody>
      </p:sp>
      <p:sp>
        <p:nvSpPr>
          <p:cNvPr id="16387" name="Rectangle 2">
            <a:extLst>
              <a:ext uri="{FF2B5EF4-FFF2-40B4-BE49-F238E27FC236}">
                <a16:creationId xmlns:a16="http://schemas.microsoft.com/office/drawing/2014/main" id="{6DC3949B-84DA-2372-0C44-B5C2B7FC6DA4}"/>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A7E79341-CA15-C86B-65A9-5F648C3E839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3084F03-87F0-A183-6DFF-952879BE37FB}"/>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007416F-01EC-4162-B019-21EEF2C391EF}" type="slidenum">
              <a:rPr lang="en-US" altLang="en-US" sz="1200" b="0">
                <a:latin typeface="Times New Roman" panose="02020603050405020304" pitchFamily="18" charset="0"/>
              </a:rPr>
              <a:pPr/>
              <a:t>8</a:t>
            </a:fld>
            <a:endParaRPr lang="en-US" altLang="en-US" sz="1200" b="0">
              <a:latin typeface="Times New Roman" panose="02020603050405020304" pitchFamily="18" charset="0"/>
            </a:endParaRPr>
          </a:p>
        </p:txBody>
      </p:sp>
      <p:sp>
        <p:nvSpPr>
          <p:cNvPr id="18435" name="Rectangle 2">
            <a:extLst>
              <a:ext uri="{FF2B5EF4-FFF2-40B4-BE49-F238E27FC236}">
                <a16:creationId xmlns:a16="http://schemas.microsoft.com/office/drawing/2014/main" id="{3E742FF1-6754-26CD-8A8C-BE5AA8283079}"/>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ED959F7B-A8BB-8D55-6724-980C2C8E938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B57CB07-AD92-450C-CE73-6EC8F43BAF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AD13528-E130-4033-BD5B-DE66E7FA53AD}" type="slidenum">
              <a:rPr lang="en-US" altLang="en-US" sz="1200" b="0">
                <a:latin typeface="Times New Roman" panose="02020603050405020304" pitchFamily="18" charset="0"/>
              </a:rPr>
              <a:pPr/>
              <a:t>9</a:t>
            </a:fld>
            <a:endParaRPr lang="en-US" altLang="en-US" sz="1200" b="0">
              <a:latin typeface="Times New Roman" panose="02020603050405020304" pitchFamily="18" charset="0"/>
            </a:endParaRPr>
          </a:p>
        </p:txBody>
      </p:sp>
      <p:sp>
        <p:nvSpPr>
          <p:cNvPr id="20483" name="Rectangle 2">
            <a:extLst>
              <a:ext uri="{FF2B5EF4-FFF2-40B4-BE49-F238E27FC236}">
                <a16:creationId xmlns:a16="http://schemas.microsoft.com/office/drawing/2014/main" id="{016BCE9F-D79B-D130-05F1-2FF3E2247720}"/>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A3AEB3A9-B391-E0E4-8569-EE745369805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AC33D212-BD5B-AF0F-BF2A-A404CC14391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7DAF434-99E1-4049-99D2-1E09EF778414}" type="slidenum">
              <a:rPr lang="en-US" altLang="en-US" sz="1200" b="0">
                <a:latin typeface="Times New Roman" panose="02020603050405020304" pitchFamily="18" charset="0"/>
              </a:rPr>
              <a:pPr/>
              <a:t>11</a:t>
            </a:fld>
            <a:endParaRPr lang="en-US" altLang="en-US" sz="1200" b="0">
              <a:latin typeface="Times New Roman" panose="02020603050405020304" pitchFamily="18" charset="0"/>
            </a:endParaRPr>
          </a:p>
        </p:txBody>
      </p:sp>
      <p:sp>
        <p:nvSpPr>
          <p:cNvPr id="23555" name="Rectangle 2">
            <a:extLst>
              <a:ext uri="{FF2B5EF4-FFF2-40B4-BE49-F238E27FC236}">
                <a16:creationId xmlns:a16="http://schemas.microsoft.com/office/drawing/2014/main" id="{385FC6C6-2A94-8C03-1CBB-A074AD43806F}"/>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8DBD2CA3-18EF-6EB8-BDF5-53D570A41CF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585810D-5BC7-8849-A0C2-FD324E1DBFF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2F33317-DDCD-43A1-865F-FD987530FC5B}" type="slidenum">
              <a:rPr lang="en-US" altLang="en-US" sz="1200" b="0">
                <a:latin typeface="Times New Roman" panose="02020603050405020304" pitchFamily="18" charset="0"/>
              </a:rPr>
              <a:pPr/>
              <a:t>13</a:t>
            </a:fld>
            <a:endParaRPr lang="en-US" altLang="en-US" sz="1200" b="0">
              <a:latin typeface="Times New Roman" panose="02020603050405020304" pitchFamily="18" charset="0"/>
            </a:endParaRPr>
          </a:p>
        </p:txBody>
      </p:sp>
      <p:sp>
        <p:nvSpPr>
          <p:cNvPr id="26627" name="Rectangle 2">
            <a:extLst>
              <a:ext uri="{FF2B5EF4-FFF2-40B4-BE49-F238E27FC236}">
                <a16:creationId xmlns:a16="http://schemas.microsoft.com/office/drawing/2014/main" id="{FDC7C6C9-BFE2-1C93-4273-E3CB0FF6883E}"/>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D53174AE-E4F7-8016-18A2-10AD3625280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034BF4D-ADE2-FF3E-069C-DC215B72150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D2B0AF7-65B6-445F-A151-1271E046D04E}" type="slidenum">
              <a:rPr lang="en-US" altLang="en-US" sz="1200" b="0">
                <a:latin typeface="Times New Roman" panose="02020603050405020304" pitchFamily="18" charset="0"/>
              </a:rPr>
              <a:pPr/>
              <a:t>14</a:t>
            </a:fld>
            <a:endParaRPr lang="en-US" altLang="en-US" sz="1200" b="0">
              <a:latin typeface="Times New Roman" panose="02020603050405020304" pitchFamily="18" charset="0"/>
            </a:endParaRPr>
          </a:p>
        </p:txBody>
      </p:sp>
      <p:sp>
        <p:nvSpPr>
          <p:cNvPr id="28675" name="Rectangle 2">
            <a:extLst>
              <a:ext uri="{FF2B5EF4-FFF2-40B4-BE49-F238E27FC236}">
                <a16:creationId xmlns:a16="http://schemas.microsoft.com/office/drawing/2014/main" id="{B5A69E52-7F3C-FAF6-184E-BFF3C0A1005F}"/>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43A38632-29DE-4920-B7B8-8318B5B757B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42BCC81-DDB1-31BC-5641-557317C80F7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93DD4DE-B6F5-4F98-80FD-2E1D7A042151}" type="slidenum">
              <a:rPr lang="en-US" altLang="en-US" sz="1200" b="0">
                <a:latin typeface="Times New Roman" panose="02020603050405020304" pitchFamily="18" charset="0"/>
              </a:rPr>
              <a:pPr/>
              <a:t>16</a:t>
            </a:fld>
            <a:endParaRPr lang="en-US" altLang="en-US" sz="1200" b="0">
              <a:latin typeface="Times New Roman" panose="02020603050405020304" pitchFamily="18" charset="0"/>
            </a:endParaRPr>
          </a:p>
        </p:txBody>
      </p:sp>
      <p:sp>
        <p:nvSpPr>
          <p:cNvPr id="31747" name="Rectangle 2">
            <a:extLst>
              <a:ext uri="{FF2B5EF4-FFF2-40B4-BE49-F238E27FC236}">
                <a16:creationId xmlns:a16="http://schemas.microsoft.com/office/drawing/2014/main" id="{B11AD9E4-81E3-2A88-F621-70A6375E091E}"/>
              </a:ext>
            </a:extLst>
          </p:cNvPr>
          <p:cNvSpPr>
            <a:spLocks noRot="1" noChangeArrowheads="1" noTextEdit="1"/>
          </p:cNvSpPr>
          <p:nvPr>
            <p:ph type="sldImg"/>
          </p:nvPr>
        </p:nvSpPr>
        <p:spPr>
          <a:ln/>
        </p:spPr>
      </p:sp>
      <p:sp>
        <p:nvSpPr>
          <p:cNvPr id="31748" name="Rectangle 3">
            <a:extLst>
              <a:ext uri="{FF2B5EF4-FFF2-40B4-BE49-F238E27FC236}">
                <a16:creationId xmlns:a16="http://schemas.microsoft.com/office/drawing/2014/main" id="{FADEED06-89C5-D7C8-AD4E-AAE84E60BE0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9355C87B-FCF2-1137-4726-0E6F0A50A15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7DBE891-0AA4-4E2B-A411-14B5064F51EA}" type="slidenum">
              <a:rPr lang="en-US" altLang="en-US" sz="1200" b="0">
                <a:latin typeface="Times New Roman" panose="02020603050405020304" pitchFamily="18" charset="0"/>
              </a:rPr>
              <a:pPr/>
              <a:t>17</a:t>
            </a:fld>
            <a:endParaRPr lang="en-US" altLang="en-US" sz="1200" b="0">
              <a:latin typeface="Times New Roman" panose="02020603050405020304" pitchFamily="18" charset="0"/>
            </a:endParaRPr>
          </a:p>
        </p:txBody>
      </p:sp>
      <p:sp>
        <p:nvSpPr>
          <p:cNvPr id="33795" name="Rectangle 2">
            <a:extLst>
              <a:ext uri="{FF2B5EF4-FFF2-40B4-BE49-F238E27FC236}">
                <a16:creationId xmlns:a16="http://schemas.microsoft.com/office/drawing/2014/main" id="{AF7FCB30-FB0A-F5F6-C4B4-6629596270ED}"/>
              </a:ext>
            </a:extLst>
          </p:cNvPr>
          <p:cNvSpPr>
            <a:spLocks noRot="1" noChangeArrowheads="1" noTextEdit="1"/>
          </p:cNvSpPr>
          <p:nvPr>
            <p:ph type="sldImg"/>
          </p:nvPr>
        </p:nvSpPr>
        <p:spPr>
          <a:ln/>
        </p:spPr>
      </p:sp>
      <p:sp>
        <p:nvSpPr>
          <p:cNvPr id="33796" name="Rectangle 3">
            <a:extLst>
              <a:ext uri="{FF2B5EF4-FFF2-40B4-BE49-F238E27FC236}">
                <a16:creationId xmlns:a16="http://schemas.microsoft.com/office/drawing/2014/main" id="{9E68EB11-1901-BEB3-2D08-90D9A05425F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9DB18E7-ED9B-3082-68E8-97CDFDBF3B1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5874DF4-DD4A-4767-A9AE-184EFD08462F}" type="slidenum">
              <a:rPr lang="en-US" altLang="en-US" sz="1200" b="0">
                <a:latin typeface="Times New Roman" panose="02020603050405020304" pitchFamily="18" charset="0"/>
              </a:rPr>
              <a:pPr/>
              <a:t>18</a:t>
            </a:fld>
            <a:endParaRPr lang="en-US" altLang="en-US" sz="1200" b="0">
              <a:latin typeface="Times New Roman" panose="02020603050405020304" pitchFamily="18" charset="0"/>
            </a:endParaRPr>
          </a:p>
        </p:txBody>
      </p:sp>
      <p:sp>
        <p:nvSpPr>
          <p:cNvPr id="35843" name="Rectangle 2">
            <a:extLst>
              <a:ext uri="{FF2B5EF4-FFF2-40B4-BE49-F238E27FC236}">
                <a16:creationId xmlns:a16="http://schemas.microsoft.com/office/drawing/2014/main" id="{A574EF06-E773-2D70-43E2-2094F9171642}"/>
              </a:ext>
            </a:extLst>
          </p:cNvPr>
          <p:cNvSpPr>
            <a:spLocks noRot="1" noChangeArrowheads="1" noTextEdit="1"/>
          </p:cNvSpPr>
          <p:nvPr>
            <p:ph type="sldImg"/>
          </p:nvPr>
        </p:nvSpPr>
        <p:spPr>
          <a:ln/>
        </p:spPr>
      </p:sp>
      <p:sp>
        <p:nvSpPr>
          <p:cNvPr id="35844" name="Rectangle 3">
            <a:extLst>
              <a:ext uri="{FF2B5EF4-FFF2-40B4-BE49-F238E27FC236}">
                <a16:creationId xmlns:a16="http://schemas.microsoft.com/office/drawing/2014/main" id="{85698C59-5108-7CEA-D8FE-F21AC4F3DB3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14775657-7AAA-6D56-7130-02A42B028BD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4821F9B-A205-4EA0-8E7C-800ED62E0F0C}" type="slidenum">
              <a:rPr lang="en-US" altLang="en-US" sz="1200" b="0">
                <a:latin typeface="Times New Roman" panose="02020603050405020304" pitchFamily="18" charset="0"/>
              </a:rPr>
              <a:pPr/>
              <a:t>19</a:t>
            </a:fld>
            <a:endParaRPr lang="en-US" altLang="en-US" sz="1200" b="0">
              <a:latin typeface="Times New Roman" panose="02020603050405020304" pitchFamily="18" charset="0"/>
            </a:endParaRPr>
          </a:p>
        </p:txBody>
      </p:sp>
      <p:sp>
        <p:nvSpPr>
          <p:cNvPr id="37891" name="Rectangle 2">
            <a:extLst>
              <a:ext uri="{FF2B5EF4-FFF2-40B4-BE49-F238E27FC236}">
                <a16:creationId xmlns:a16="http://schemas.microsoft.com/office/drawing/2014/main" id="{8804BEA5-C19B-730E-23BA-19AB11C65FDF}"/>
              </a:ext>
            </a:extLst>
          </p:cNvPr>
          <p:cNvSpPr>
            <a:spLocks noRot="1" noChangeArrowheads="1" noTextEdit="1"/>
          </p:cNvSpPr>
          <p:nvPr>
            <p:ph type="sldImg"/>
          </p:nvPr>
        </p:nvSpPr>
        <p:spPr>
          <a:ln/>
        </p:spPr>
      </p:sp>
      <p:sp>
        <p:nvSpPr>
          <p:cNvPr id="37892" name="Rectangle 3">
            <a:extLst>
              <a:ext uri="{FF2B5EF4-FFF2-40B4-BE49-F238E27FC236}">
                <a16:creationId xmlns:a16="http://schemas.microsoft.com/office/drawing/2014/main" id="{FD40A694-230C-9300-BDDC-55343900CE9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C018464-9074-78C3-70A2-2629560CD89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7232B64-3BAE-4AF5-837F-D28733B6D085}" type="slidenum">
              <a:rPr lang="en-US" altLang="en-US" sz="1200" b="0">
                <a:latin typeface="Times New Roman" panose="02020603050405020304" pitchFamily="18" charset="0"/>
              </a:rPr>
              <a:pPr/>
              <a:t>20</a:t>
            </a:fld>
            <a:endParaRPr lang="en-US" altLang="en-US" sz="1200" b="0">
              <a:latin typeface="Times New Roman" panose="02020603050405020304" pitchFamily="18" charset="0"/>
            </a:endParaRPr>
          </a:p>
        </p:txBody>
      </p:sp>
      <p:sp>
        <p:nvSpPr>
          <p:cNvPr id="39939" name="Rectangle 2">
            <a:extLst>
              <a:ext uri="{FF2B5EF4-FFF2-40B4-BE49-F238E27FC236}">
                <a16:creationId xmlns:a16="http://schemas.microsoft.com/office/drawing/2014/main" id="{C0D60425-38C9-0F37-62D4-B5B416070334}"/>
              </a:ext>
            </a:extLst>
          </p:cNvPr>
          <p:cNvSpPr>
            <a:spLocks noRot="1" noChangeArrowheads="1" noTextEdit="1"/>
          </p:cNvSpPr>
          <p:nvPr>
            <p:ph type="sldImg"/>
          </p:nvPr>
        </p:nvSpPr>
        <p:spPr>
          <a:ln/>
        </p:spPr>
      </p:sp>
      <p:sp>
        <p:nvSpPr>
          <p:cNvPr id="39940" name="Rectangle 3">
            <a:extLst>
              <a:ext uri="{FF2B5EF4-FFF2-40B4-BE49-F238E27FC236}">
                <a16:creationId xmlns:a16="http://schemas.microsoft.com/office/drawing/2014/main" id="{E2E0F6DE-C0D3-6D3D-2E90-43D51113439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D73346D-94BD-AC2D-F5F2-E513236629D0}"/>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31A7499-5947-4CC8-9FDF-FEE47A953A3B}" type="slidenum">
              <a:rPr lang="en-US" altLang="en-US" sz="1200" b="0">
                <a:latin typeface="Times New Roman" panose="02020603050405020304" pitchFamily="18" charset="0"/>
              </a:rPr>
              <a:pPr/>
              <a:t>21</a:t>
            </a:fld>
            <a:endParaRPr lang="en-US" altLang="en-US"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847A8229-F004-3B9C-ED7C-A489DB7A7C5F}"/>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E1D170AB-561F-810D-F3A3-5B1F34E4456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112F91B9-528F-712F-18FA-B3EDC7294B2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55147C6-2329-4E93-B59A-F85457358B01}" type="slidenum">
              <a:rPr lang="en-US" altLang="en-US" sz="1200" b="0">
                <a:latin typeface="Times New Roman" panose="02020603050405020304" pitchFamily="18" charset="0"/>
              </a:rPr>
              <a:pPr/>
              <a:t>27</a:t>
            </a:fld>
            <a:endParaRPr lang="en-US" altLang="en-US" sz="1200" b="0">
              <a:latin typeface="Times New Roman" panose="02020603050405020304" pitchFamily="18" charset="0"/>
            </a:endParaRPr>
          </a:p>
        </p:txBody>
      </p:sp>
      <p:sp>
        <p:nvSpPr>
          <p:cNvPr id="49155" name="Rectangle 2">
            <a:extLst>
              <a:ext uri="{FF2B5EF4-FFF2-40B4-BE49-F238E27FC236}">
                <a16:creationId xmlns:a16="http://schemas.microsoft.com/office/drawing/2014/main" id="{6C078CDC-DC9B-68EA-3EAC-F5D741AFA6FF}"/>
              </a:ext>
            </a:extLst>
          </p:cNvPr>
          <p:cNvSpPr>
            <a:spLocks noRot="1" noChangeArrowheads="1" noTextEdit="1"/>
          </p:cNvSpPr>
          <p:nvPr>
            <p:ph type="sldImg"/>
          </p:nvPr>
        </p:nvSpPr>
        <p:spPr>
          <a:ln/>
        </p:spPr>
      </p:sp>
      <p:sp>
        <p:nvSpPr>
          <p:cNvPr id="49156" name="Rectangle 3">
            <a:extLst>
              <a:ext uri="{FF2B5EF4-FFF2-40B4-BE49-F238E27FC236}">
                <a16:creationId xmlns:a16="http://schemas.microsoft.com/office/drawing/2014/main" id="{BEAFF3CD-5133-77C8-B1EF-0AF4F97DD55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B5E7332-3D39-AEB0-0BFB-4BCC1582A15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240CE28-9C0C-4399-8AA2-3DA7A4594257}" type="slidenum">
              <a:rPr lang="en-US" altLang="en-US" sz="1200" b="0">
                <a:latin typeface="Times New Roman" panose="02020603050405020304" pitchFamily="18" charset="0"/>
              </a:rPr>
              <a:pPr/>
              <a:t>31</a:t>
            </a:fld>
            <a:endParaRPr lang="en-US" altLang="en-US" sz="1200" b="0">
              <a:latin typeface="Times New Roman" panose="02020603050405020304" pitchFamily="18" charset="0"/>
            </a:endParaRPr>
          </a:p>
        </p:txBody>
      </p:sp>
      <p:sp>
        <p:nvSpPr>
          <p:cNvPr id="54275" name="Rectangle 2">
            <a:extLst>
              <a:ext uri="{FF2B5EF4-FFF2-40B4-BE49-F238E27FC236}">
                <a16:creationId xmlns:a16="http://schemas.microsoft.com/office/drawing/2014/main" id="{A93C0DD5-5909-5077-66B4-1BE2862651CE}"/>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3ACB597E-FBCB-CAC4-AEAB-FBCA6D2F25C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CE3976D7-587A-9513-651D-86695B6F99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399D81A-5F13-4768-9CAD-D8BF64E7C64C}" type="slidenum">
              <a:rPr lang="en-US" altLang="en-US" sz="1200" b="0">
                <a:latin typeface="Times New Roman" panose="02020603050405020304" pitchFamily="18" charset="0"/>
              </a:rPr>
              <a:pPr/>
              <a:t>32</a:t>
            </a:fld>
            <a:endParaRPr lang="en-US" altLang="en-US"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7D3B21CC-BDCA-81DB-EB35-5F1484C0ACB0}"/>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514DD94E-F1A3-52B8-5B35-F11DD81AB9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16F9AA1-482F-AAEB-9F07-136116444FE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8B2AABA-9258-4ACB-A67D-1558664DF534}" type="slidenum">
              <a:rPr lang="en-US" altLang="en-US" sz="1200" b="0">
                <a:latin typeface="Times New Roman" panose="02020603050405020304" pitchFamily="18" charset="0"/>
              </a:rPr>
              <a:pPr/>
              <a:t>33</a:t>
            </a:fld>
            <a:endParaRPr lang="en-US" altLang="en-US"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B2AC6929-FC36-7686-A721-242F19250EAB}"/>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3CBDFF40-27FB-EE66-A794-B5CAB01BD8E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C11AC65-A188-AD4C-8A2B-A6AFB4E0C8D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F01B3C1-992D-4BDF-9EDE-343FEC95962B}" type="slidenum">
              <a:rPr lang="en-US" altLang="en-US" sz="1200" b="0">
                <a:latin typeface="Times New Roman" panose="02020603050405020304" pitchFamily="18" charset="0"/>
              </a:rPr>
              <a:pPr/>
              <a:t>34</a:t>
            </a:fld>
            <a:endParaRPr lang="en-US" altLang="en-US"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B89036C8-D921-78BA-D207-CC69A2DBE1AB}"/>
              </a:ext>
            </a:extLst>
          </p:cNvPr>
          <p:cNvSpPr>
            <a:spLocks noRot="1" noChangeArrowheads="1" noTextEdit="1"/>
          </p:cNvSpPr>
          <p:nvPr>
            <p:ph type="sldImg"/>
          </p:nvPr>
        </p:nvSpPr>
        <p:spPr>
          <a:ln/>
        </p:spPr>
      </p:sp>
      <p:sp>
        <p:nvSpPr>
          <p:cNvPr id="60420" name="Rectangle 3">
            <a:extLst>
              <a:ext uri="{FF2B5EF4-FFF2-40B4-BE49-F238E27FC236}">
                <a16:creationId xmlns:a16="http://schemas.microsoft.com/office/drawing/2014/main" id="{10419A58-903B-3E7A-73E6-F5654286FF1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88585925-5081-C97A-8A13-59D1925618E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40CC7B4-BC68-4239-89E5-C12A038C748D}" type="slidenum">
              <a:rPr lang="en-US" altLang="en-US" sz="1200" b="0">
                <a:latin typeface="Times New Roman" panose="02020603050405020304" pitchFamily="18" charset="0"/>
              </a:rPr>
              <a:pPr/>
              <a:t>35</a:t>
            </a:fld>
            <a:endParaRPr lang="en-US" altLang="en-US"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104CF4BE-9B74-A3C3-74E2-7A3D2E518668}"/>
              </a:ext>
            </a:extLst>
          </p:cNvPr>
          <p:cNvSpPr>
            <a:spLocks noRot="1" noChangeArrowheads="1" noTextEdit="1"/>
          </p:cNvSpPr>
          <p:nvPr>
            <p:ph type="sldImg"/>
          </p:nvPr>
        </p:nvSpPr>
        <p:spPr>
          <a:ln/>
        </p:spPr>
      </p:sp>
      <p:sp>
        <p:nvSpPr>
          <p:cNvPr id="62468" name="Rectangle 3">
            <a:extLst>
              <a:ext uri="{FF2B5EF4-FFF2-40B4-BE49-F238E27FC236}">
                <a16:creationId xmlns:a16="http://schemas.microsoft.com/office/drawing/2014/main" id="{3CAA49FE-7AB0-BACB-0D2B-8AE3C86BD67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E2FD18D2-2F47-7193-4CC7-9F884B4E86E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F039075-7110-429C-8515-4429092AC106}" type="slidenum">
              <a:rPr lang="en-US" altLang="en-US" sz="1200" b="0">
                <a:latin typeface="Times New Roman" panose="02020603050405020304" pitchFamily="18" charset="0"/>
              </a:rPr>
              <a:pPr/>
              <a:t>36</a:t>
            </a:fld>
            <a:endParaRPr lang="en-US" altLang="en-US"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901DDC32-097B-946E-63E9-F49115F83051}"/>
              </a:ext>
            </a:extLst>
          </p:cNvPr>
          <p:cNvSpPr>
            <a:spLocks noRot="1" noChangeArrowheads="1" noTextEdit="1"/>
          </p:cNvSpPr>
          <p:nvPr>
            <p:ph type="sldImg"/>
          </p:nvPr>
        </p:nvSpPr>
        <p:spPr>
          <a:ln/>
        </p:spPr>
      </p:sp>
      <p:sp>
        <p:nvSpPr>
          <p:cNvPr id="64516" name="Rectangle 3">
            <a:extLst>
              <a:ext uri="{FF2B5EF4-FFF2-40B4-BE49-F238E27FC236}">
                <a16:creationId xmlns:a16="http://schemas.microsoft.com/office/drawing/2014/main" id="{04B881BE-0FE6-699D-1BD7-A4058C03C5A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3FDE460-4075-C482-9AD8-B47B3AF57EB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E8ED10C-4DC1-421A-A6D1-EBCBAC3402E9}" type="slidenum">
              <a:rPr lang="en-US" altLang="en-US" sz="1200" b="0">
                <a:latin typeface="Times New Roman" panose="02020603050405020304" pitchFamily="18" charset="0"/>
              </a:rPr>
              <a:pPr/>
              <a:t>37</a:t>
            </a:fld>
            <a:endParaRPr lang="en-US" altLang="en-US"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F280A046-E86E-DD97-93B7-20DEBD886450}"/>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69F7E8D8-06EB-4B0B-936E-05B53CA6730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04149C8-5828-086E-48FB-8A2E1E8D4C0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00DF7DE-9E27-40E9-AF63-D37EA182ECEB}" type="slidenum">
              <a:rPr lang="en-US" altLang="en-US" sz="1200" b="0">
                <a:latin typeface="Times New Roman" panose="02020603050405020304" pitchFamily="18" charset="0"/>
              </a:rPr>
              <a:pPr/>
              <a:t>38</a:t>
            </a:fld>
            <a:endParaRPr lang="en-US" altLang="en-US"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1B46AC6F-63AD-5F9B-67B7-D6B92BBC18A1}"/>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76590AC0-8952-77AA-6A38-348252EA296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CF7D2E61-52E0-512E-CD7A-4C901924E16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D11502D-3DE1-44D3-8AE0-B5141DDB6AD0}" type="slidenum">
              <a:rPr lang="en-US" altLang="en-US" sz="1200" b="0">
                <a:latin typeface="Times New Roman" panose="02020603050405020304" pitchFamily="18" charset="0"/>
              </a:rPr>
              <a:pPr/>
              <a:t>39</a:t>
            </a:fld>
            <a:endParaRPr lang="en-US" altLang="en-US"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10EC3488-4457-A07D-F010-3EE380C0BF43}"/>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E5C1BDF4-4121-6D5A-6760-1CD899C4F98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5DF97480-81ED-96A9-E017-6E14888C3A5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7078421-A52A-4464-A765-1BB3A7142921}" type="slidenum">
              <a:rPr lang="en-US" altLang="en-US" sz="1200" b="0">
                <a:latin typeface="Times New Roman" panose="02020603050405020304" pitchFamily="18" charset="0"/>
              </a:rPr>
              <a:pPr/>
              <a:t>40</a:t>
            </a:fld>
            <a:endParaRPr lang="en-US" altLang="en-US"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A59AA1CE-C918-BDFB-7E58-D40928C5CB66}"/>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C633783E-6F40-EA84-B20A-DB5D36027F0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70BFF87C-5497-61C6-C403-913EB27EE55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0EC6953-D2E7-4939-B23D-ACFDA8D82DBE}" type="slidenum">
              <a:rPr lang="en-US" altLang="en-US" sz="1200" b="0">
                <a:latin typeface="Times New Roman" panose="02020603050405020304" pitchFamily="18" charset="0"/>
              </a:rPr>
              <a:pPr/>
              <a:t>41</a:t>
            </a:fld>
            <a:endParaRPr lang="en-US" altLang="en-US"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304D2ECD-1C54-AB69-DD82-ABE054E6AC8E}"/>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D9C3CFD7-CA97-3F37-818D-3E8A18546C2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030FAC31-457E-E627-9205-69DF56FC978F}"/>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9D89F6D-D896-4C01-AA64-ACBB15EDF6EE}" type="slidenum">
              <a:rPr lang="en-US" altLang="en-US" sz="1200" b="0">
                <a:latin typeface="Times New Roman" panose="02020603050405020304" pitchFamily="18" charset="0"/>
              </a:rPr>
              <a:pPr/>
              <a:t>42</a:t>
            </a:fld>
            <a:endParaRPr lang="en-US" altLang="en-US"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62C5F378-76C9-D7AB-F2EA-90F372264CCE}"/>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99C4AE1E-41F6-304C-6F10-17A6CAF2341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4465FAF3-15A3-A192-5F4C-8DBA715605F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D3D41FA-E3F2-4277-B08A-4B666F3CFDCA}" type="slidenum">
              <a:rPr lang="en-US" altLang="en-US" sz="1200" b="0">
                <a:latin typeface="Times New Roman" panose="02020603050405020304" pitchFamily="18" charset="0"/>
              </a:rPr>
              <a:pPr/>
              <a:t>43</a:t>
            </a:fld>
            <a:endParaRPr lang="en-US" altLang="en-US"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847725A6-0BEA-ED19-AD15-F3DF83FCB194}"/>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0C752E03-3195-CEA8-0B03-B8C1F6D7E954}"/>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74D930E0-040C-95EE-75D7-94D4887B727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40A6AFF-6F07-4147-813E-B686BDEEED49}" type="slidenum">
              <a:rPr lang="en-US" altLang="en-US" sz="1200" b="0">
                <a:latin typeface="Times New Roman" panose="02020603050405020304" pitchFamily="18" charset="0"/>
              </a:rPr>
              <a:pPr/>
              <a:t>44</a:t>
            </a:fld>
            <a:endParaRPr lang="en-US" altLang="en-US" sz="1200" b="0">
              <a:latin typeface="Times New Roman" panose="02020603050405020304" pitchFamily="18" charset="0"/>
            </a:endParaRPr>
          </a:p>
        </p:txBody>
      </p:sp>
      <p:sp>
        <p:nvSpPr>
          <p:cNvPr id="80899" name="Rectangle 2">
            <a:extLst>
              <a:ext uri="{FF2B5EF4-FFF2-40B4-BE49-F238E27FC236}">
                <a16:creationId xmlns:a16="http://schemas.microsoft.com/office/drawing/2014/main" id="{7789B1C1-12B7-A51F-9287-F37485A6BE27}"/>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F66C9087-0B93-A64C-97DF-D8DB5616ACA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3CC6438D-3D7B-0932-A01B-B717E9F9EF7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51AD89C-3A87-4EFF-BB14-553D22660A08}" type="slidenum">
              <a:rPr lang="en-US" altLang="en-US" sz="1200" b="0">
                <a:latin typeface="Times New Roman" panose="02020603050405020304" pitchFamily="18" charset="0"/>
              </a:rPr>
              <a:pPr/>
              <a:t>45</a:t>
            </a:fld>
            <a:endParaRPr lang="en-US" altLang="en-US" sz="1200" b="0">
              <a:latin typeface="Times New Roman" panose="02020603050405020304" pitchFamily="18" charset="0"/>
            </a:endParaRPr>
          </a:p>
        </p:txBody>
      </p:sp>
      <p:sp>
        <p:nvSpPr>
          <p:cNvPr id="82947" name="Rectangle 2">
            <a:extLst>
              <a:ext uri="{FF2B5EF4-FFF2-40B4-BE49-F238E27FC236}">
                <a16:creationId xmlns:a16="http://schemas.microsoft.com/office/drawing/2014/main" id="{3C68698E-35BE-9CE5-F3E6-C203DECAAF60}"/>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1AE3B9A9-B63E-2A67-AC0B-11C64A0064C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CE97ED9-6713-F108-53D3-E1E0DF6ABBB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6B4FFAC-39CA-45C6-A897-03C284B4FB11}" type="slidenum">
              <a:rPr lang="en-US" altLang="en-US" sz="1200" b="0">
                <a:latin typeface="Times New Roman" panose="02020603050405020304" pitchFamily="18" charset="0"/>
              </a:rPr>
              <a:pPr/>
              <a:t>48</a:t>
            </a:fld>
            <a:endParaRPr lang="en-US" altLang="en-US" sz="1200" b="0">
              <a:latin typeface="Times New Roman" panose="02020603050405020304" pitchFamily="18" charset="0"/>
            </a:endParaRPr>
          </a:p>
        </p:txBody>
      </p:sp>
      <p:sp>
        <p:nvSpPr>
          <p:cNvPr id="87043" name="Rectangle 2">
            <a:extLst>
              <a:ext uri="{FF2B5EF4-FFF2-40B4-BE49-F238E27FC236}">
                <a16:creationId xmlns:a16="http://schemas.microsoft.com/office/drawing/2014/main" id="{11BA0613-AE46-F801-1253-5AAA8125E8C6}"/>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40C73EF8-C225-6AAB-D839-E5FF3A6A543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91CB424-F4D2-94DF-C911-607305E6A874}"/>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D7FD97A-5E44-1252-F650-F1826DB749E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29EA4567-C4F3-B346-68E8-7D1CBFB14318}"/>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sp>
            <p:nvSpPr>
              <p:cNvPr id="11" name="Rectangle 5">
                <a:extLst>
                  <a:ext uri="{FF2B5EF4-FFF2-40B4-BE49-F238E27FC236}">
                    <a16:creationId xmlns:a16="http://schemas.microsoft.com/office/drawing/2014/main" id="{C793B553-2136-B593-5EAC-4E9CF7F132D4}"/>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grpSp>
        <p:grpSp>
          <p:nvGrpSpPr>
            <p:cNvPr id="4" name="Group 6">
              <a:extLst>
                <a:ext uri="{FF2B5EF4-FFF2-40B4-BE49-F238E27FC236}">
                  <a16:creationId xmlns:a16="http://schemas.microsoft.com/office/drawing/2014/main" id="{55AAFAB1-AA5E-DB12-AADD-751727A2914E}"/>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4F8295F4-0900-8158-A837-63528F5C88FF}"/>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sp>
            <p:nvSpPr>
              <p:cNvPr id="9" name="Rectangle 8">
                <a:extLst>
                  <a:ext uri="{FF2B5EF4-FFF2-40B4-BE49-F238E27FC236}">
                    <a16:creationId xmlns:a16="http://schemas.microsoft.com/office/drawing/2014/main" id="{0CF60330-D612-4A1C-5278-F4A853340F69}"/>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grpSp>
        <p:sp>
          <p:nvSpPr>
            <p:cNvPr id="5" name="Rectangle 9">
              <a:extLst>
                <a:ext uri="{FF2B5EF4-FFF2-40B4-BE49-F238E27FC236}">
                  <a16:creationId xmlns:a16="http://schemas.microsoft.com/office/drawing/2014/main" id="{F9ADD135-F4A7-1B47-66AE-D50E64444882}"/>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sp>
          <p:nvSpPr>
            <p:cNvPr id="6" name="Rectangle 10">
              <a:extLst>
                <a:ext uri="{FF2B5EF4-FFF2-40B4-BE49-F238E27FC236}">
                  <a16:creationId xmlns:a16="http://schemas.microsoft.com/office/drawing/2014/main" id="{5A0B2E0B-51C6-AECC-F3A2-612B8FE53CB4}"/>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sp>
          <p:nvSpPr>
            <p:cNvPr id="7" name="Rectangle 11">
              <a:extLst>
                <a:ext uri="{FF2B5EF4-FFF2-40B4-BE49-F238E27FC236}">
                  <a16:creationId xmlns:a16="http://schemas.microsoft.com/office/drawing/2014/main" id="{4EEF8891-282C-556F-8110-A57731603F8C}"/>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en-US" altLang="en-US"/>
            </a:p>
          </p:txBody>
        </p:sp>
      </p:grpSp>
      <p:sp>
        <p:nvSpPr>
          <p:cNvPr id="12" name="Text Box 17">
            <a:extLst>
              <a:ext uri="{FF2B5EF4-FFF2-40B4-BE49-F238E27FC236}">
                <a16:creationId xmlns:a16="http://schemas.microsoft.com/office/drawing/2014/main" id="{1C7DD955-3892-D17C-08FD-6C262453FED4}"/>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3" name="Text Box 18">
            <a:extLst>
              <a:ext uri="{FF2B5EF4-FFF2-40B4-BE49-F238E27FC236}">
                <a16:creationId xmlns:a16="http://schemas.microsoft.com/office/drawing/2014/main" id="{320B811C-667E-7076-F7C6-7CBE5FD79097}"/>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4">
            <a:extLst>
              <a:ext uri="{FF2B5EF4-FFF2-40B4-BE49-F238E27FC236}">
                <a16:creationId xmlns:a16="http://schemas.microsoft.com/office/drawing/2014/main" id="{63E30D36-FAA2-C6ED-0C28-D55AD0F86922}"/>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defRPr>
            </a:lvl1pPr>
          </a:lstStyle>
          <a:p>
            <a:pPr>
              <a:defRPr/>
            </a:pPr>
            <a:endParaRPr lang="en-US" altLang="en-US"/>
          </a:p>
        </p:txBody>
      </p:sp>
      <p:sp>
        <p:nvSpPr>
          <p:cNvPr id="15" name="Footer Placeholder 15">
            <a:extLst>
              <a:ext uri="{FF2B5EF4-FFF2-40B4-BE49-F238E27FC236}">
                <a16:creationId xmlns:a16="http://schemas.microsoft.com/office/drawing/2014/main" id="{A7EEB49F-B027-9B5C-9C0E-A11FC3AAFD1B}"/>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defRPr>
            </a:lvl1pPr>
          </a:lstStyle>
          <a:p>
            <a:pPr>
              <a:defRPr/>
            </a:pPr>
            <a:endParaRPr lang="en-US" altLang="en-US"/>
          </a:p>
        </p:txBody>
      </p:sp>
      <p:sp>
        <p:nvSpPr>
          <p:cNvPr id="16" name="Slide Number Placeholder 16">
            <a:extLst>
              <a:ext uri="{FF2B5EF4-FFF2-40B4-BE49-F238E27FC236}">
                <a16:creationId xmlns:a16="http://schemas.microsoft.com/office/drawing/2014/main" id="{89527957-B411-7EC5-5E8E-615C77C482CE}"/>
              </a:ext>
            </a:extLst>
          </p:cNvPr>
          <p:cNvSpPr>
            <a:spLocks noGrp="1" noChangeArrowheads="1"/>
          </p:cNvSpPr>
          <p:nvPr>
            <p:ph type="sldNum" sz="quarter" idx="12"/>
          </p:nvPr>
        </p:nvSpPr>
        <p:spPr>
          <a:xfrm>
            <a:off x="6858000" y="6248400"/>
            <a:ext cx="1905000" cy="457200"/>
          </a:xfrm>
        </p:spPr>
        <p:txBody>
          <a:bodyPr/>
          <a:lstStyle>
            <a:lvl1pPr algn="r">
              <a:defRPr sz="1400" b="0" smtClean="0">
                <a:latin typeface="Tahoma" panose="020B0604030504040204" pitchFamily="34" charset="0"/>
              </a:defRPr>
            </a:lvl1pPr>
          </a:lstStyle>
          <a:p>
            <a:pPr>
              <a:defRPr/>
            </a:pPr>
            <a:fld id="{7646F68A-2CCE-45FE-8730-A6ECD7576E9F}" type="slidenum">
              <a:rPr lang="en-US" altLang="en-US"/>
              <a:pPr>
                <a:defRPr/>
              </a:pPr>
              <a:t>‹#›</a:t>
            </a:fld>
            <a:endParaRPr lang="en-US" altLang="en-US"/>
          </a:p>
        </p:txBody>
      </p:sp>
    </p:spTree>
    <p:extLst>
      <p:ext uri="{BB962C8B-B14F-4D97-AF65-F5344CB8AC3E}">
        <p14:creationId xmlns:p14="http://schemas.microsoft.com/office/powerpoint/2010/main" val="42827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a:extLst>
              <a:ext uri="{FF2B5EF4-FFF2-40B4-BE49-F238E27FC236}">
                <a16:creationId xmlns:a16="http://schemas.microsoft.com/office/drawing/2014/main" id="{54732820-02A0-CAC6-3CC4-3C19DD41E223}"/>
              </a:ext>
            </a:extLst>
          </p:cNvPr>
          <p:cNvSpPr>
            <a:spLocks noGrp="1" noChangeArrowheads="1"/>
          </p:cNvSpPr>
          <p:nvPr>
            <p:ph type="sldNum" sz="quarter" idx="10"/>
          </p:nvPr>
        </p:nvSpPr>
        <p:spPr>
          <a:ln/>
        </p:spPr>
        <p:txBody>
          <a:bodyPr/>
          <a:lstStyle>
            <a:lvl1pPr>
              <a:defRPr/>
            </a:lvl1pPr>
          </a:lstStyle>
          <a:p>
            <a:pPr>
              <a:defRPr/>
            </a:pPr>
            <a:r>
              <a:rPr lang="en-US" altLang="en-US"/>
              <a:t>27.</a:t>
            </a:r>
            <a:fld id="{8908C8A2-5F36-48D2-89F9-1E8643152EB2}" type="slidenum">
              <a:rPr lang="en-US" altLang="en-US" smtClean="0"/>
              <a:pPr>
                <a:defRPr/>
              </a:pPr>
              <a:t>‹#›</a:t>
            </a:fld>
            <a:endParaRPr lang="en-US" altLang="en-US"/>
          </a:p>
        </p:txBody>
      </p:sp>
    </p:spTree>
    <p:extLst>
      <p:ext uri="{BB962C8B-B14F-4D97-AF65-F5344CB8AC3E}">
        <p14:creationId xmlns:p14="http://schemas.microsoft.com/office/powerpoint/2010/main" val="2986816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6">
            <a:extLst>
              <a:ext uri="{FF2B5EF4-FFF2-40B4-BE49-F238E27FC236}">
                <a16:creationId xmlns:a16="http://schemas.microsoft.com/office/drawing/2014/main" id="{BA07A2E5-CB8F-273E-70A8-A22BB1BF6021}"/>
              </a:ext>
            </a:extLst>
          </p:cNvPr>
          <p:cNvSpPr>
            <a:spLocks noGrp="1" noChangeArrowheads="1"/>
          </p:cNvSpPr>
          <p:nvPr>
            <p:ph type="sldNum" sz="quarter" idx="10"/>
          </p:nvPr>
        </p:nvSpPr>
        <p:spPr>
          <a:ln/>
        </p:spPr>
        <p:txBody>
          <a:bodyPr/>
          <a:lstStyle>
            <a:lvl1pPr>
              <a:defRPr/>
            </a:lvl1pPr>
          </a:lstStyle>
          <a:p>
            <a:pPr>
              <a:defRPr/>
            </a:pPr>
            <a:r>
              <a:rPr lang="en-US" altLang="en-US"/>
              <a:t>27.</a:t>
            </a:r>
            <a:fld id="{641390A1-8688-48C5-BFD7-07B157CA316B}" type="slidenum">
              <a:rPr lang="en-US" altLang="en-US" smtClean="0"/>
              <a:pPr>
                <a:defRPr/>
              </a:pPr>
              <a:t>‹#›</a:t>
            </a:fld>
            <a:endParaRPr lang="en-US" altLang="en-US"/>
          </a:p>
        </p:txBody>
      </p:sp>
    </p:spTree>
    <p:extLst>
      <p:ext uri="{BB962C8B-B14F-4D97-AF65-F5344CB8AC3E}">
        <p14:creationId xmlns:p14="http://schemas.microsoft.com/office/powerpoint/2010/main" val="1552415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6">
            <a:extLst>
              <a:ext uri="{FF2B5EF4-FFF2-40B4-BE49-F238E27FC236}">
                <a16:creationId xmlns:a16="http://schemas.microsoft.com/office/drawing/2014/main" id="{0A43BD79-07E4-31A4-7D6A-6B2748747A87}"/>
              </a:ext>
            </a:extLst>
          </p:cNvPr>
          <p:cNvSpPr>
            <a:spLocks noGrp="1" noChangeArrowheads="1"/>
          </p:cNvSpPr>
          <p:nvPr>
            <p:ph type="sldNum" sz="quarter" idx="10"/>
          </p:nvPr>
        </p:nvSpPr>
        <p:spPr>
          <a:ln/>
        </p:spPr>
        <p:txBody>
          <a:bodyPr/>
          <a:lstStyle>
            <a:lvl1pPr>
              <a:defRPr/>
            </a:lvl1pPr>
          </a:lstStyle>
          <a:p>
            <a:pPr>
              <a:defRPr/>
            </a:pPr>
            <a:r>
              <a:rPr lang="en-US" altLang="en-US"/>
              <a:t>27.</a:t>
            </a:r>
            <a:fld id="{004AA651-397E-400C-B328-442113C60FB7}" type="slidenum">
              <a:rPr lang="en-US" altLang="en-US" smtClean="0"/>
              <a:pPr>
                <a:defRPr/>
              </a:pPr>
              <a:t>‹#›</a:t>
            </a:fld>
            <a:endParaRPr lang="en-US" altLang="en-US"/>
          </a:p>
        </p:txBody>
      </p:sp>
    </p:spTree>
    <p:extLst>
      <p:ext uri="{BB962C8B-B14F-4D97-AF65-F5344CB8AC3E}">
        <p14:creationId xmlns:p14="http://schemas.microsoft.com/office/powerpoint/2010/main" val="125961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6">
            <a:extLst>
              <a:ext uri="{FF2B5EF4-FFF2-40B4-BE49-F238E27FC236}">
                <a16:creationId xmlns:a16="http://schemas.microsoft.com/office/drawing/2014/main" id="{EA8B1480-D535-022C-E5BA-ECBCA4C6C485}"/>
              </a:ext>
            </a:extLst>
          </p:cNvPr>
          <p:cNvSpPr>
            <a:spLocks noGrp="1" noChangeArrowheads="1"/>
          </p:cNvSpPr>
          <p:nvPr>
            <p:ph type="sldNum" sz="quarter" idx="10"/>
          </p:nvPr>
        </p:nvSpPr>
        <p:spPr>
          <a:ln/>
        </p:spPr>
        <p:txBody>
          <a:bodyPr/>
          <a:lstStyle>
            <a:lvl1pPr>
              <a:defRPr/>
            </a:lvl1pPr>
          </a:lstStyle>
          <a:p>
            <a:pPr>
              <a:defRPr/>
            </a:pPr>
            <a:r>
              <a:rPr lang="en-US" altLang="en-US"/>
              <a:t>27.</a:t>
            </a:r>
            <a:fld id="{71BC6C1E-28C0-40D3-9D78-85251FB0CBD9}" type="slidenum">
              <a:rPr lang="en-US" altLang="en-US" smtClean="0"/>
              <a:pPr>
                <a:defRPr/>
              </a:pPr>
              <a:t>‹#›</a:t>
            </a:fld>
            <a:endParaRPr lang="en-US" altLang="en-US"/>
          </a:p>
        </p:txBody>
      </p:sp>
    </p:spTree>
    <p:extLst>
      <p:ext uri="{BB962C8B-B14F-4D97-AF65-F5344CB8AC3E}">
        <p14:creationId xmlns:p14="http://schemas.microsoft.com/office/powerpoint/2010/main" val="153756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Rectangle 16">
            <a:extLst>
              <a:ext uri="{FF2B5EF4-FFF2-40B4-BE49-F238E27FC236}">
                <a16:creationId xmlns:a16="http://schemas.microsoft.com/office/drawing/2014/main" id="{F712B7AB-AFBA-F228-C1A1-4D716825DC86}"/>
              </a:ext>
            </a:extLst>
          </p:cNvPr>
          <p:cNvSpPr>
            <a:spLocks noGrp="1" noChangeArrowheads="1"/>
          </p:cNvSpPr>
          <p:nvPr>
            <p:ph type="sldNum" sz="quarter" idx="10"/>
          </p:nvPr>
        </p:nvSpPr>
        <p:spPr>
          <a:ln/>
        </p:spPr>
        <p:txBody>
          <a:bodyPr/>
          <a:lstStyle>
            <a:lvl1pPr>
              <a:defRPr/>
            </a:lvl1pPr>
          </a:lstStyle>
          <a:p>
            <a:pPr>
              <a:defRPr/>
            </a:pPr>
            <a:r>
              <a:rPr lang="en-US" altLang="en-US"/>
              <a:t>27.</a:t>
            </a:r>
            <a:fld id="{20B3B0FD-35CB-4BE2-A58F-05C0FC35D451}" type="slidenum">
              <a:rPr lang="en-US" altLang="en-US" smtClean="0"/>
              <a:pPr>
                <a:defRPr/>
              </a:pPr>
              <a:t>‹#›</a:t>
            </a:fld>
            <a:endParaRPr lang="en-US" altLang="en-US"/>
          </a:p>
        </p:txBody>
      </p:sp>
    </p:spTree>
    <p:extLst>
      <p:ext uri="{BB962C8B-B14F-4D97-AF65-F5344CB8AC3E}">
        <p14:creationId xmlns:p14="http://schemas.microsoft.com/office/powerpoint/2010/main" val="3983379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7549E6F2-690C-8ADF-58E2-DAA94CE49560}"/>
              </a:ext>
            </a:extLst>
          </p:cNvPr>
          <p:cNvSpPr>
            <a:spLocks noGrp="1" noChangeArrowheads="1"/>
          </p:cNvSpPr>
          <p:nvPr>
            <p:ph type="sldNum" sz="quarter" idx="10"/>
          </p:nvPr>
        </p:nvSpPr>
        <p:spPr>
          <a:ln/>
        </p:spPr>
        <p:txBody>
          <a:bodyPr/>
          <a:lstStyle>
            <a:lvl1pPr>
              <a:defRPr/>
            </a:lvl1pPr>
          </a:lstStyle>
          <a:p>
            <a:pPr>
              <a:defRPr/>
            </a:pPr>
            <a:r>
              <a:rPr lang="en-US" altLang="en-US"/>
              <a:t>27.</a:t>
            </a:r>
            <a:fld id="{F910A35D-B2D1-4F99-AB38-F36358BB0958}" type="slidenum">
              <a:rPr lang="en-US" altLang="en-US" smtClean="0"/>
              <a:pPr>
                <a:defRPr/>
              </a:pPr>
              <a:t>‹#›</a:t>
            </a:fld>
            <a:endParaRPr lang="en-US" altLang="en-US"/>
          </a:p>
        </p:txBody>
      </p:sp>
    </p:spTree>
    <p:extLst>
      <p:ext uri="{BB962C8B-B14F-4D97-AF65-F5344CB8AC3E}">
        <p14:creationId xmlns:p14="http://schemas.microsoft.com/office/powerpoint/2010/main" val="775728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4937AB0E-7D35-EC2C-EE2F-297BAF87FFB8}"/>
              </a:ext>
            </a:extLst>
          </p:cNvPr>
          <p:cNvSpPr>
            <a:spLocks noGrp="1" noChangeArrowheads="1"/>
          </p:cNvSpPr>
          <p:nvPr>
            <p:ph type="sldNum" sz="quarter" idx="10"/>
          </p:nvPr>
        </p:nvSpPr>
        <p:spPr>
          <a:ln/>
        </p:spPr>
        <p:txBody>
          <a:bodyPr/>
          <a:lstStyle>
            <a:lvl1pPr>
              <a:defRPr/>
            </a:lvl1pPr>
          </a:lstStyle>
          <a:p>
            <a:pPr>
              <a:defRPr/>
            </a:pPr>
            <a:r>
              <a:rPr lang="en-US" altLang="en-US"/>
              <a:t>27.</a:t>
            </a:r>
            <a:fld id="{49258097-215F-4C2D-8952-6681692815D7}" type="slidenum">
              <a:rPr lang="en-US" altLang="en-US" smtClean="0"/>
              <a:pPr>
                <a:defRPr/>
              </a:pPr>
              <a:t>‹#›</a:t>
            </a:fld>
            <a:endParaRPr lang="en-US" altLang="en-US"/>
          </a:p>
        </p:txBody>
      </p:sp>
    </p:spTree>
    <p:extLst>
      <p:ext uri="{BB962C8B-B14F-4D97-AF65-F5344CB8AC3E}">
        <p14:creationId xmlns:p14="http://schemas.microsoft.com/office/powerpoint/2010/main" val="2627637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5BA739C3-42FF-2EA2-6024-095615D722B5}"/>
              </a:ext>
            </a:extLst>
          </p:cNvPr>
          <p:cNvSpPr>
            <a:spLocks noGrp="1" noChangeArrowheads="1"/>
          </p:cNvSpPr>
          <p:nvPr>
            <p:ph type="sldNum" sz="quarter" idx="10"/>
          </p:nvPr>
        </p:nvSpPr>
        <p:spPr>
          <a:ln/>
        </p:spPr>
        <p:txBody>
          <a:bodyPr/>
          <a:lstStyle>
            <a:lvl1pPr>
              <a:defRPr/>
            </a:lvl1pPr>
          </a:lstStyle>
          <a:p>
            <a:pPr>
              <a:defRPr/>
            </a:pPr>
            <a:r>
              <a:rPr lang="en-US" altLang="en-US"/>
              <a:t>27.</a:t>
            </a:r>
            <a:fld id="{27A71519-7D21-4877-BC72-AD5318F90FAF}" type="slidenum">
              <a:rPr lang="en-US" altLang="en-US" smtClean="0"/>
              <a:pPr>
                <a:defRPr/>
              </a:pPr>
              <a:t>‹#›</a:t>
            </a:fld>
            <a:endParaRPr lang="en-US" altLang="en-US"/>
          </a:p>
        </p:txBody>
      </p:sp>
    </p:spTree>
    <p:extLst>
      <p:ext uri="{BB962C8B-B14F-4D97-AF65-F5344CB8AC3E}">
        <p14:creationId xmlns:p14="http://schemas.microsoft.com/office/powerpoint/2010/main" val="457713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a:extLst>
              <a:ext uri="{FF2B5EF4-FFF2-40B4-BE49-F238E27FC236}">
                <a16:creationId xmlns:a16="http://schemas.microsoft.com/office/drawing/2014/main" id="{93AB52DE-5A4F-F4EA-A41A-87BF531A57E0}"/>
              </a:ext>
            </a:extLst>
          </p:cNvPr>
          <p:cNvSpPr>
            <a:spLocks noGrp="1" noChangeArrowheads="1"/>
          </p:cNvSpPr>
          <p:nvPr>
            <p:ph type="sldNum" sz="quarter" idx="10"/>
          </p:nvPr>
        </p:nvSpPr>
        <p:spPr>
          <a:ln/>
        </p:spPr>
        <p:txBody>
          <a:bodyPr/>
          <a:lstStyle>
            <a:lvl1pPr>
              <a:defRPr/>
            </a:lvl1pPr>
          </a:lstStyle>
          <a:p>
            <a:pPr>
              <a:defRPr/>
            </a:pPr>
            <a:r>
              <a:rPr lang="en-US" altLang="en-US"/>
              <a:t>27.</a:t>
            </a:r>
            <a:fld id="{00B1837D-0A59-4C9C-BD72-C7F90B0423F7}" type="slidenum">
              <a:rPr lang="en-US" altLang="en-US" smtClean="0"/>
              <a:pPr>
                <a:defRPr/>
              </a:pPr>
              <a:t>‹#›</a:t>
            </a:fld>
            <a:endParaRPr lang="en-US" altLang="en-US"/>
          </a:p>
        </p:txBody>
      </p:sp>
    </p:spTree>
    <p:extLst>
      <p:ext uri="{BB962C8B-B14F-4D97-AF65-F5344CB8AC3E}">
        <p14:creationId xmlns:p14="http://schemas.microsoft.com/office/powerpoint/2010/main" val="1276167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6">
            <a:extLst>
              <a:ext uri="{FF2B5EF4-FFF2-40B4-BE49-F238E27FC236}">
                <a16:creationId xmlns:a16="http://schemas.microsoft.com/office/drawing/2014/main" id="{5AA595D2-7C20-BF97-A0DD-937A842FC73F}"/>
              </a:ext>
            </a:extLst>
          </p:cNvPr>
          <p:cNvSpPr>
            <a:spLocks noGrp="1" noChangeArrowheads="1"/>
          </p:cNvSpPr>
          <p:nvPr>
            <p:ph type="sldNum" sz="quarter" idx="10"/>
          </p:nvPr>
        </p:nvSpPr>
        <p:spPr>
          <a:ln/>
        </p:spPr>
        <p:txBody>
          <a:bodyPr/>
          <a:lstStyle>
            <a:lvl1pPr>
              <a:defRPr/>
            </a:lvl1pPr>
          </a:lstStyle>
          <a:p>
            <a:pPr>
              <a:defRPr/>
            </a:pPr>
            <a:r>
              <a:rPr lang="en-US" altLang="en-US"/>
              <a:t>27.</a:t>
            </a:r>
            <a:fld id="{22B9CA49-436D-4619-AD58-89E1B5CA8964}" type="slidenum">
              <a:rPr lang="en-US" altLang="en-US" smtClean="0"/>
              <a:pPr>
                <a:defRPr/>
              </a:pPr>
              <a:t>‹#›</a:t>
            </a:fld>
            <a:endParaRPr lang="en-US" altLang="en-US"/>
          </a:p>
        </p:txBody>
      </p:sp>
    </p:spTree>
    <p:extLst>
      <p:ext uri="{BB962C8B-B14F-4D97-AF65-F5344CB8AC3E}">
        <p14:creationId xmlns:p14="http://schemas.microsoft.com/office/powerpoint/2010/main" val="769956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6">
            <a:extLst>
              <a:ext uri="{FF2B5EF4-FFF2-40B4-BE49-F238E27FC236}">
                <a16:creationId xmlns:a16="http://schemas.microsoft.com/office/drawing/2014/main" id="{E8A67B83-8D71-7EAE-D675-FAE15AAF81BF}"/>
              </a:ext>
            </a:extLst>
          </p:cNvPr>
          <p:cNvSpPr>
            <a:spLocks noGrp="1" noChangeArrowheads="1"/>
          </p:cNvSpPr>
          <p:nvPr>
            <p:ph type="sldNum" sz="quarter" idx="10"/>
          </p:nvPr>
        </p:nvSpPr>
        <p:spPr>
          <a:ln/>
        </p:spPr>
        <p:txBody>
          <a:bodyPr/>
          <a:lstStyle>
            <a:lvl1pPr>
              <a:defRPr/>
            </a:lvl1pPr>
          </a:lstStyle>
          <a:p>
            <a:pPr>
              <a:defRPr/>
            </a:pPr>
            <a:r>
              <a:rPr lang="en-US" altLang="en-US"/>
              <a:t>27.</a:t>
            </a:r>
            <a:fld id="{010DC3F9-5024-465E-ADD4-02979ABA6B75}" type="slidenum">
              <a:rPr lang="en-US" altLang="en-US" smtClean="0"/>
              <a:pPr>
                <a:defRPr/>
              </a:pPr>
              <a:t>‹#›</a:t>
            </a:fld>
            <a:endParaRPr lang="en-US" altLang="en-US"/>
          </a:p>
        </p:txBody>
      </p:sp>
    </p:spTree>
    <p:extLst>
      <p:ext uri="{BB962C8B-B14F-4D97-AF65-F5344CB8AC3E}">
        <p14:creationId xmlns:p14="http://schemas.microsoft.com/office/powerpoint/2010/main" val="893879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6686F2BB-55FB-D8A8-AC84-BCC8CB56092C}"/>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pPr>
              <a:defRPr/>
            </a:pPr>
            <a:r>
              <a:rPr lang="en-US" altLang="en-US"/>
              <a:t>27.</a:t>
            </a:r>
            <a:fld id="{03DCFA0C-7BBA-4ED9-B4D2-1AC99F51173C}"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87"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a:extLst>
              <a:ext uri="{FF2B5EF4-FFF2-40B4-BE49-F238E27FC236}">
                <a16:creationId xmlns:a16="http://schemas.microsoft.com/office/drawing/2014/main" id="{F5D44AAE-E6A1-C51F-806C-C70550253628}"/>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sz="4400">
                <a:solidFill>
                  <a:schemeClr val="tx2"/>
                </a:solidFill>
              </a:rPr>
              <a:t>Chapter 27</a:t>
            </a:r>
          </a:p>
          <a:p>
            <a:pPr algn="ctr"/>
            <a:endParaRPr lang="en-US" altLang="en-US" sz="2000">
              <a:solidFill>
                <a:schemeClr val="tx2"/>
              </a:solidFill>
            </a:endParaRPr>
          </a:p>
          <a:p>
            <a:pPr algn="ctr"/>
            <a:r>
              <a:rPr lang="en-US" altLang="en-US" sz="4400"/>
              <a:t>WWW and HTTP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71834159-2C27-4393-6ACB-A1931ECCF88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B38F870E-514C-40B0-A778-DC099081EA9F}" type="slidenum">
              <a:rPr lang="en-US" altLang="en-US" sz="2000" smtClean="0">
                <a:solidFill>
                  <a:schemeClr val="bg2"/>
                </a:solidFill>
              </a:rPr>
              <a:pPr/>
              <a:t>2</a:t>
            </a:fld>
            <a:endParaRPr lang="en-US" altLang="en-US" sz="2000">
              <a:solidFill>
                <a:schemeClr val="bg2"/>
              </a:solidFill>
            </a:endParaRPr>
          </a:p>
        </p:txBody>
      </p:sp>
      <p:sp>
        <p:nvSpPr>
          <p:cNvPr id="565250" name="Rectangle 2">
            <a:extLst>
              <a:ext uri="{FF2B5EF4-FFF2-40B4-BE49-F238E27FC236}">
                <a16:creationId xmlns:a16="http://schemas.microsoft.com/office/drawing/2014/main" id="{1ABA4C53-099B-879E-937B-42489CC83663}"/>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9894A3D3-7B06-C853-EFB3-369EB9A6EF39}"/>
              </a:ext>
            </a:extLst>
          </p:cNvPr>
          <p:cNvSpPr txBox="1">
            <a:spLocks noChangeArrowheads="1"/>
          </p:cNvSpPr>
          <p:nvPr/>
        </p:nvSpPr>
        <p:spPr bwMode="auto">
          <a:xfrm>
            <a:off x="228600" y="406400"/>
            <a:ext cx="4556125"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27-1   ARCHITECTURE</a:t>
            </a:r>
          </a:p>
        </p:txBody>
      </p:sp>
      <p:sp>
        <p:nvSpPr>
          <p:cNvPr id="6149" name="Text Box 4">
            <a:extLst>
              <a:ext uri="{FF2B5EF4-FFF2-40B4-BE49-F238E27FC236}">
                <a16:creationId xmlns:a16="http://schemas.microsoft.com/office/drawing/2014/main" id="{705A6B5C-39DB-F04E-A258-E067C321ABDE}"/>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565253" name="Rectangle 5">
            <a:extLst>
              <a:ext uri="{FF2B5EF4-FFF2-40B4-BE49-F238E27FC236}">
                <a16:creationId xmlns:a16="http://schemas.microsoft.com/office/drawing/2014/main" id="{6E2DE680-760F-ADE2-8601-BBC121ABE17A}"/>
              </a:ext>
            </a:extLst>
          </p:cNvPr>
          <p:cNvSpPr>
            <a:spLocks noChangeArrowheads="1"/>
          </p:cNvSpPr>
          <p:nvPr/>
        </p:nvSpPr>
        <p:spPr bwMode="auto">
          <a:xfrm>
            <a:off x="266700" y="1798638"/>
            <a:ext cx="8610600" cy="3108325"/>
          </a:xfrm>
          <a:prstGeom prst="rect">
            <a:avLst/>
          </a:prstGeom>
          <a:noFill/>
          <a:ln>
            <a:noFill/>
          </a:ln>
          <a:effectLst/>
        </p:spPr>
        <p:txBody>
          <a:bodyPr anchor="ctr">
            <a:spAutoFit/>
          </a:bodyPr>
          <a:lstStyle/>
          <a:p>
            <a:pPr>
              <a:defRPr/>
            </a:pPr>
            <a:r>
              <a:rPr lang="en-US" altLang="en-US" sz="2800" i="1" dirty="0">
                <a:effectLst>
                  <a:outerShdw blurRad="38100" dist="38100" dir="2700000" algn="tl">
                    <a:srgbClr val="C0C0C0"/>
                  </a:outerShdw>
                </a:effectLst>
                <a:latin typeface="Times New Roman" panose="02020603050405020304" pitchFamily="18" charset="0"/>
              </a:rPr>
              <a:t>The </a:t>
            </a:r>
            <a:r>
              <a:rPr lang="en-US" altLang="en-US" sz="2800" i="1" dirty="0">
                <a:solidFill>
                  <a:schemeClr val="hlink"/>
                </a:solidFill>
                <a:effectLst>
                  <a:outerShdw blurRad="38100" dist="38100" dir="2700000" algn="tl">
                    <a:srgbClr val="C0C0C0"/>
                  </a:outerShdw>
                </a:effectLst>
                <a:latin typeface="Times New Roman" panose="02020603050405020304" pitchFamily="18" charset="0"/>
              </a:rPr>
              <a:t>WWW</a:t>
            </a:r>
            <a:r>
              <a:rPr lang="en-US" altLang="en-US" sz="2800" i="1" dirty="0">
                <a:effectLst>
                  <a:outerShdw blurRad="38100" dist="38100" dir="2700000" algn="tl">
                    <a:srgbClr val="C0C0C0"/>
                  </a:outerShdw>
                </a:effectLst>
                <a:latin typeface="Times New Roman" panose="02020603050405020304" pitchFamily="18" charset="0"/>
              </a:rPr>
              <a:t> today is a distributed client/server service, in which a client using a browser can access a service using a server. However, the service provided is distributed over many locations called sites. </a:t>
            </a:r>
            <a:r>
              <a:rPr lang="en-US" sz="2800" i="1" dirty="0">
                <a:effectLst>
                  <a:outerShdw blurRad="38100" dist="38100" dir="2700000" algn="tl">
                    <a:srgbClr val="C0C0C0"/>
                  </a:outerShdw>
                </a:effectLst>
                <a:latin typeface="Times New Roman" panose="02020603050405020304" pitchFamily="18" charset="0"/>
              </a:rPr>
              <a:t>Each site holds one or more documents, referred to as Web pages. Each Web page, however, can contain some links to other Web pages</a:t>
            </a:r>
          </a:p>
          <a:p>
            <a:pPr>
              <a:defRPr/>
            </a:pPr>
            <a:r>
              <a:rPr lang="en-US" sz="2800" i="1" dirty="0">
                <a:effectLst>
                  <a:outerShdw blurRad="38100" dist="38100" dir="2700000" algn="tl">
                    <a:srgbClr val="C0C0C0"/>
                  </a:outerShdw>
                </a:effectLst>
                <a:latin typeface="Times New Roman" panose="02020603050405020304" pitchFamily="18" charset="0"/>
              </a:rPr>
              <a:t>in the same or other sites.</a:t>
            </a:r>
            <a:endParaRPr lang="en-US" altLang="en-US" sz="2800" i="1" dirty="0">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a:extLst>
              <a:ext uri="{FF2B5EF4-FFF2-40B4-BE49-F238E27FC236}">
                <a16:creationId xmlns:a16="http://schemas.microsoft.com/office/drawing/2014/main" id="{60E3CF6A-9E9A-B3AF-D0E5-ABA394F4E01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240EBA0A-DEC8-4889-AD95-43EDC1233DAA}" type="slidenum">
              <a:rPr lang="en-US" altLang="en-US" sz="2000" smtClean="0">
                <a:solidFill>
                  <a:schemeClr val="bg2"/>
                </a:solidFill>
              </a:rPr>
              <a:pPr/>
              <a:t>3</a:t>
            </a:fld>
            <a:endParaRPr lang="en-US" altLang="en-US" sz="2000">
              <a:solidFill>
                <a:schemeClr val="bg2"/>
              </a:solidFill>
            </a:endParaRPr>
          </a:p>
        </p:txBody>
      </p:sp>
      <p:sp>
        <p:nvSpPr>
          <p:cNvPr id="8195" name="Line 2">
            <a:extLst>
              <a:ext uri="{FF2B5EF4-FFF2-40B4-BE49-F238E27FC236}">
                <a16:creationId xmlns:a16="http://schemas.microsoft.com/office/drawing/2014/main" id="{772B5FAE-AFDD-7029-3A33-114D942DE62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96" name="Line 3">
            <a:extLst>
              <a:ext uri="{FF2B5EF4-FFF2-40B4-BE49-F238E27FC236}">
                <a16:creationId xmlns:a16="http://schemas.microsoft.com/office/drawing/2014/main" id="{903B5889-E2D3-1AA9-FDBB-59B7D786353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197" name="Text Box 4">
            <a:extLst>
              <a:ext uri="{FF2B5EF4-FFF2-40B4-BE49-F238E27FC236}">
                <a16:creationId xmlns:a16="http://schemas.microsoft.com/office/drawing/2014/main" id="{C8BAEDA6-2022-329D-B00D-464D7BB7187D}"/>
              </a:ext>
            </a:extLst>
          </p:cNvPr>
          <p:cNvSpPr txBox="1">
            <a:spLocks noChangeArrowheads="1"/>
          </p:cNvSpPr>
          <p:nvPr/>
        </p:nvSpPr>
        <p:spPr bwMode="auto">
          <a:xfrm>
            <a:off x="304800" y="762000"/>
            <a:ext cx="4132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  </a:t>
            </a:r>
            <a:r>
              <a:rPr lang="en-US" altLang="en-US" sz="2000" i="1">
                <a:latin typeface="Times New Roman" panose="02020603050405020304" pitchFamily="18" charset="0"/>
              </a:rPr>
              <a:t>Architecture of WWW</a:t>
            </a:r>
          </a:p>
        </p:txBody>
      </p:sp>
      <p:sp>
        <p:nvSpPr>
          <p:cNvPr id="8198" name="Line 5">
            <a:extLst>
              <a:ext uri="{FF2B5EF4-FFF2-40B4-BE49-F238E27FC236}">
                <a16:creationId xmlns:a16="http://schemas.microsoft.com/office/drawing/2014/main" id="{46F9F500-A438-EC22-68E5-DBCD934647A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199" name="Picture 6">
            <a:extLst>
              <a:ext uri="{FF2B5EF4-FFF2-40B4-BE49-F238E27FC236}">
                <a16:creationId xmlns:a16="http://schemas.microsoft.com/office/drawing/2014/main" id="{80B50F14-3B6C-7610-E3AE-D25677348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2388" y="1752600"/>
            <a:ext cx="6526212" cy="3922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a:extLst>
              <a:ext uri="{FF2B5EF4-FFF2-40B4-BE49-F238E27FC236}">
                <a16:creationId xmlns:a16="http://schemas.microsoft.com/office/drawing/2014/main" id="{669A73BF-28DF-F3FC-4046-18C4209A7B6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F22B61AF-7894-4CE5-9959-D46E98E62E4C}" type="slidenum">
              <a:rPr lang="en-US" altLang="en-US" sz="2000" smtClean="0">
                <a:solidFill>
                  <a:schemeClr val="bg2"/>
                </a:solidFill>
              </a:rPr>
              <a:pPr/>
              <a:t>4</a:t>
            </a:fld>
            <a:endParaRPr lang="en-US" altLang="en-US" sz="2000">
              <a:solidFill>
                <a:schemeClr val="bg2"/>
              </a:solidFill>
            </a:endParaRPr>
          </a:p>
        </p:txBody>
      </p:sp>
      <p:sp>
        <p:nvSpPr>
          <p:cNvPr id="10243" name="Line 2">
            <a:extLst>
              <a:ext uri="{FF2B5EF4-FFF2-40B4-BE49-F238E27FC236}">
                <a16:creationId xmlns:a16="http://schemas.microsoft.com/office/drawing/2014/main" id="{AFF9011E-9DBA-D590-0A91-C3BBC184AFB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244" name="Line 3">
            <a:extLst>
              <a:ext uri="{FF2B5EF4-FFF2-40B4-BE49-F238E27FC236}">
                <a16:creationId xmlns:a16="http://schemas.microsoft.com/office/drawing/2014/main" id="{B3B7A35A-D21B-F59B-1766-2D7F7C1F5A5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245" name="Text Box 4">
            <a:extLst>
              <a:ext uri="{FF2B5EF4-FFF2-40B4-BE49-F238E27FC236}">
                <a16:creationId xmlns:a16="http://schemas.microsoft.com/office/drawing/2014/main" id="{4F386D94-F2C7-9FA4-8AF5-94A46BAED85F}"/>
              </a:ext>
            </a:extLst>
          </p:cNvPr>
          <p:cNvSpPr txBox="1">
            <a:spLocks noChangeArrowheads="1"/>
          </p:cNvSpPr>
          <p:nvPr/>
        </p:nvSpPr>
        <p:spPr bwMode="auto">
          <a:xfrm>
            <a:off x="304800" y="762000"/>
            <a:ext cx="2682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27.2  </a:t>
            </a:r>
            <a:r>
              <a:rPr lang="en-US" altLang="en-US" sz="2000" i="1">
                <a:latin typeface="Times New Roman" panose="02020603050405020304" pitchFamily="18" charset="0"/>
              </a:rPr>
              <a:t>Browser</a:t>
            </a:r>
          </a:p>
        </p:txBody>
      </p:sp>
      <p:sp>
        <p:nvSpPr>
          <p:cNvPr id="10246" name="Line 5">
            <a:extLst>
              <a:ext uri="{FF2B5EF4-FFF2-40B4-BE49-F238E27FC236}">
                <a16:creationId xmlns:a16="http://schemas.microsoft.com/office/drawing/2014/main" id="{2BEBC548-27C3-E542-BBEC-96BFB797D49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0247" name="Picture 6">
            <a:extLst>
              <a:ext uri="{FF2B5EF4-FFF2-40B4-BE49-F238E27FC236}">
                <a16:creationId xmlns:a16="http://schemas.microsoft.com/office/drawing/2014/main" id="{518B1BB3-0AAA-AD71-FA66-EFEE78270B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63" y="1752600"/>
            <a:ext cx="8885237"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3556D296-9BED-E6C6-FE43-2B8F8F9C85BD}"/>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0F5EDA85-3F09-41F4-A22C-CF7C81826D39}" type="slidenum">
              <a:rPr lang="en-US" altLang="en-US" sz="2000" smtClean="0">
                <a:solidFill>
                  <a:schemeClr val="bg2"/>
                </a:solidFill>
              </a:rPr>
              <a:pPr/>
              <a:t>5</a:t>
            </a:fld>
            <a:endParaRPr lang="en-US" altLang="en-US" sz="2000">
              <a:solidFill>
                <a:schemeClr val="bg2"/>
              </a:solidFill>
            </a:endParaRPr>
          </a:p>
        </p:txBody>
      </p:sp>
      <p:sp>
        <p:nvSpPr>
          <p:cNvPr id="12291" name="Line 2">
            <a:extLst>
              <a:ext uri="{FF2B5EF4-FFF2-40B4-BE49-F238E27FC236}">
                <a16:creationId xmlns:a16="http://schemas.microsoft.com/office/drawing/2014/main" id="{39E85536-10ED-6615-BDB0-11A7EE2C638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292" name="Line 3">
            <a:extLst>
              <a:ext uri="{FF2B5EF4-FFF2-40B4-BE49-F238E27FC236}">
                <a16:creationId xmlns:a16="http://schemas.microsoft.com/office/drawing/2014/main" id="{CFB09D2C-F4F3-07B9-98EA-2E73E22FF36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293" name="Text Box 4">
            <a:extLst>
              <a:ext uri="{FF2B5EF4-FFF2-40B4-BE49-F238E27FC236}">
                <a16:creationId xmlns:a16="http://schemas.microsoft.com/office/drawing/2014/main" id="{E1DB8FF2-06DD-7360-AC23-B64A1BF5BDB5}"/>
              </a:ext>
            </a:extLst>
          </p:cNvPr>
          <p:cNvSpPr txBox="1">
            <a:spLocks noChangeArrowheads="1"/>
          </p:cNvSpPr>
          <p:nvPr/>
        </p:nvSpPr>
        <p:spPr bwMode="auto">
          <a:xfrm>
            <a:off x="304800" y="762000"/>
            <a:ext cx="2317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27.3  </a:t>
            </a:r>
            <a:r>
              <a:rPr lang="en-US" altLang="en-US" sz="2000" i="1">
                <a:latin typeface="Times New Roman" panose="02020603050405020304" pitchFamily="18" charset="0"/>
              </a:rPr>
              <a:t>URL</a:t>
            </a:r>
          </a:p>
        </p:txBody>
      </p:sp>
      <p:sp>
        <p:nvSpPr>
          <p:cNvPr id="12294" name="Line 5">
            <a:extLst>
              <a:ext uri="{FF2B5EF4-FFF2-40B4-BE49-F238E27FC236}">
                <a16:creationId xmlns:a16="http://schemas.microsoft.com/office/drawing/2014/main" id="{066500EE-67FB-B0E6-CEA3-3ED0F2F7C34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2295" name="Picture 6">
            <a:extLst>
              <a:ext uri="{FF2B5EF4-FFF2-40B4-BE49-F238E27FC236}">
                <a16:creationId xmlns:a16="http://schemas.microsoft.com/office/drawing/2014/main" id="{CCDEF7D8-E470-7C22-D01E-496429E27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450" y="3225800"/>
            <a:ext cx="7550150"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3">
            <a:extLst>
              <a:ext uri="{FF2B5EF4-FFF2-40B4-BE49-F238E27FC236}">
                <a16:creationId xmlns:a16="http://schemas.microsoft.com/office/drawing/2014/main" id="{49807E24-B63E-0A72-EDD2-C04426B7A9E4}"/>
              </a:ext>
            </a:extLst>
          </p:cNvPr>
          <p:cNvSpPr>
            <a:spLocks noGrp="1"/>
          </p:cNvSpPr>
          <p:nvPr>
            <p:ph idx="1"/>
          </p:nvPr>
        </p:nvSpPr>
        <p:spPr bwMode="auto">
          <a:xfrm>
            <a:off x="628650" y="457200"/>
            <a:ext cx="7886700" cy="5719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sz="2800"/>
              <a:t>The </a:t>
            </a:r>
            <a:r>
              <a:rPr lang="en-US" altLang="en-US" sz="2800" b="1" i="1"/>
              <a:t>protocol</a:t>
            </a:r>
            <a:r>
              <a:rPr lang="en-US" altLang="en-US" sz="2800" i="1"/>
              <a:t> </a:t>
            </a:r>
            <a:r>
              <a:rPr lang="en-US" altLang="en-US" sz="2800"/>
              <a:t>is the client-server application program used to retrieve the document.</a:t>
            </a:r>
          </a:p>
          <a:p>
            <a:pPr eaLnBrk="1" hangingPunct="1"/>
            <a:r>
              <a:rPr lang="en-US" altLang="en-US" sz="2800"/>
              <a:t>Many different protocols can retrieve a document; among them are Gopher, FTP, HTTP, News, and TELNET. The most common today is HTTP.</a:t>
            </a:r>
          </a:p>
          <a:p>
            <a:pPr eaLnBrk="1" hangingPunct="1"/>
            <a:r>
              <a:rPr lang="en-US" altLang="en-US" sz="2800"/>
              <a:t>The </a:t>
            </a:r>
            <a:r>
              <a:rPr lang="en-US" altLang="en-US" sz="2800" b="1"/>
              <a:t>host </a:t>
            </a:r>
            <a:r>
              <a:rPr lang="en-US" altLang="en-US" sz="2800"/>
              <a:t>is the domain name of the computer on which the information is located.</a:t>
            </a:r>
          </a:p>
          <a:p>
            <a:pPr eaLnBrk="1" hangingPunct="1"/>
            <a:r>
              <a:rPr lang="en-US" altLang="en-US" sz="2800"/>
              <a:t>The </a:t>
            </a:r>
            <a:r>
              <a:rPr lang="en-US" altLang="en-US" sz="2800" b="1"/>
              <a:t>URL</a:t>
            </a:r>
            <a:r>
              <a:rPr lang="en-US" altLang="en-US" sz="2800"/>
              <a:t> can optionally contain the port number of the server.</a:t>
            </a:r>
          </a:p>
          <a:p>
            <a:pPr eaLnBrk="1" hangingPunct="1"/>
            <a:r>
              <a:rPr lang="en-US" altLang="en-US" sz="2800" b="1"/>
              <a:t>Path </a:t>
            </a:r>
            <a:r>
              <a:rPr lang="en-US" altLang="en-US" sz="2800"/>
              <a:t>is the pathname of the file where the information is located.</a:t>
            </a:r>
          </a:p>
        </p:txBody>
      </p:sp>
      <p:sp>
        <p:nvSpPr>
          <p:cNvPr id="14339" name="Slide Number Placeholder 1">
            <a:extLst>
              <a:ext uri="{FF2B5EF4-FFF2-40B4-BE49-F238E27FC236}">
                <a16:creationId xmlns:a16="http://schemas.microsoft.com/office/drawing/2014/main" id="{F86921DB-FD13-9B56-DD87-4CAD6CAA56E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1B54994E-B48A-4E60-86CD-64E2A27F9187}" type="slidenum">
              <a:rPr lang="en-US" altLang="en-US" sz="2000" smtClean="0">
                <a:solidFill>
                  <a:schemeClr val="bg2"/>
                </a:solidFill>
              </a:rPr>
              <a:pPr/>
              <a:t>6</a:t>
            </a:fld>
            <a:endParaRPr lang="en-US" altLang="en-US" sz="2000">
              <a:solidFill>
                <a:schemeClr val="bg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F8400A98-8D8E-77C6-E1E0-3D503A0E745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FB3C3F06-D3F7-473C-AD37-D027DF334CA8}" type="slidenum">
              <a:rPr lang="en-US" altLang="en-US" sz="2000" smtClean="0">
                <a:solidFill>
                  <a:schemeClr val="bg2"/>
                </a:solidFill>
              </a:rPr>
              <a:pPr/>
              <a:t>7</a:t>
            </a:fld>
            <a:endParaRPr lang="en-US" altLang="en-US" sz="2000">
              <a:solidFill>
                <a:schemeClr val="bg2"/>
              </a:solidFill>
            </a:endParaRPr>
          </a:p>
        </p:txBody>
      </p:sp>
      <p:sp>
        <p:nvSpPr>
          <p:cNvPr id="857090" name="Rectangle 2">
            <a:extLst>
              <a:ext uri="{FF2B5EF4-FFF2-40B4-BE49-F238E27FC236}">
                <a16:creationId xmlns:a16="http://schemas.microsoft.com/office/drawing/2014/main" id="{B79F03E3-51A6-532F-0645-1627D497FD9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57091" name="Text Box 3">
            <a:extLst>
              <a:ext uri="{FF2B5EF4-FFF2-40B4-BE49-F238E27FC236}">
                <a16:creationId xmlns:a16="http://schemas.microsoft.com/office/drawing/2014/main" id="{9D89C843-C9EA-DA1A-3060-2DB1C8001BDD}"/>
              </a:ext>
            </a:extLst>
          </p:cNvPr>
          <p:cNvSpPr txBox="1">
            <a:spLocks noChangeArrowheads="1"/>
          </p:cNvSpPr>
          <p:nvPr/>
        </p:nvSpPr>
        <p:spPr bwMode="auto">
          <a:xfrm>
            <a:off x="228600" y="406400"/>
            <a:ext cx="4927600"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27-2   WEB DOCUMENTS</a:t>
            </a:r>
          </a:p>
        </p:txBody>
      </p:sp>
      <p:sp>
        <p:nvSpPr>
          <p:cNvPr id="15365" name="Text Box 4">
            <a:extLst>
              <a:ext uri="{FF2B5EF4-FFF2-40B4-BE49-F238E27FC236}">
                <a16:creationId xmlns:a16="http://schemas.microsoft.com/office/drawing/2014/main" id="{27E69A5E-FFB8-886E-BC7D-9031ACF8E997}"/>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57093" name="Rectangle 5">
            <a:extLst>
              <a:ext uri="{FF2B5EF4-FFF2-40B4-BE49-F238E27FC236}">
                <a16:creationId xmlns:a16="http://schemas.microsoft.com/office/drawing/2014/main" id="{280FD4E1-B538-4FEA-9BE3-19E6D35812AF}"/>
              </a:ext>
            </a:extLst>
          </p:cNvPr>
          <p:cNvSpPr>
            <a:spLocks noChangeArrowheads="1"/>
          </p:cNvSpPr>
          <p:nvPr/>
        </p:nvSpPr>
        <p:spPr bwMode="auto">
          <a:xfrm>
            <a:off x="152400" y="1524000"/>
            <a:ext cx="8229600" cy="1800225"/>
          </a:xfrm>
          <a:prstGeom prst="rect">
            <a:avLst/>
          </a:prstGeom>
          <a:noFill/>
          <a:ln>
            <a:noFill/>
          </a:ln>
          <a:effectLst/>
        </p:spPr>
        <p:txBody>
          <a:bodyPr anchor="ctr">
            <a:spAutoFit/>
          </a:bodyPr>
          <a:lstStyle/>
          <a:p>
            <a:pPr algn="just" eaLnBrk="1" hangingPunct="1">
              <a:defRPr/>
            </a:pPr>
            <a:r>
              <a:rPr lang="en-US" altLang="en-US" sz="2800" i="1">
                <a:effectLst>
                  <a:outerShdw blurRad="38100" dist="38100" dir="2700000" algn="tl">
                    <a:srgbClr val="C0C0C0"/>
                  </a:outerShdw>
                </a:effectLst>
                <a:latin typeface="Times New Roman" panose="02020603050405020304" pitchFamily="18" charset="0"/>
              </a:rPr>
              <a:t>The documents in the WWW can be grouped into three broad categories: </a:t>
            </a:r>
            <a:r>
              <a:rPr lang="en-US" altLang="en-US" sz="2800" i="1">
                <a:solidFill>
                  <a:schemeClr val="hlink"/>
                </a:solidFill>
                <a:effectLst>
                  <a:outerShdw blurRad="38100" dist="38100" dir="2700000" algn="tl">
                    <a:srgbClr val="C0C0C0"/>
                  </a:outerShdw>
                </a:effectLst>
                <a:latin typeface="Times New Roman" panose="02020603050405020304" pitchFamily="18" charset="0"/>
              </a:rPr>
              <a:t>static</a:t>
            </a:r>
            <a:r>
              <a:rPr lang="en-US" altLang="en-US" sz="2800" i="1">
                <a:effectLst>
                  <a:outerShdw blurRad="38100" dist="38100" dir="2700000" algn="tl">
                    <a:srgbClr val="C0C0C0"/>
                  </a:outerShdw>
                </a:effectLst>
                <a:latin typeface="Times New Roman" panose="02020603050405020304" pitchFamily="18" charset="0"/>
              </a:rPr>
              <a:t>, </a:t>
            </a:r>
            <a:r>
              <a:rPr lang="en-US" altLang="en-US" sz="2800" i="1">
                <a:solidFill>
                  <a:schemeClr val="hlink"/>
                </a:solidFill>
                <a:effectLst>
                  <a:outerShdw blurRad="38100" dist="38100" dir="2700000" algn="tl">
                    <a:srgbClr val="C0C0C0"/>
                  </a:outerShdw>
                </a:effectLst>
                <a:latin typeface="Times New Roman" panose="02020603050405020304" pitchFamily="18" charset="0"/>
              </a:rPr>
              <a:t>dynamic</a:t>
            </a:r>
            <a:r>
              <a:rPr lang="en-US" altLang="en-US" sz="2800" i="1">
                <a:effectLst>
                  <a:outerShdw blurRad="38100" dist="38100" dir="2700000" algn="tl">
                    <a:srgbClr val="C0C0C0"/>
                  </a:outerShdw>
                </a:effectLst>
                <a:latin typeface="Times New Roman" panose="02020603050405020304" pitchFamily="18" charset="0"/>
              </a:rPr>
              <a:t>, and </a:t>
            </a:r>
            <a:r>
              <a:rPr lang="en-US" altLang="en-US" sz="2800" i="1">
                <a:solidFill>
                  <a:schemeClr val="hlink"/>
                </a:solidFill>
                <a:effectLst>
                  <a:outerShdw blurRad="38100" dist="38100" dir="2700000" algn="tl">
                    <a:srgbClr val="C0C0C0"/>
                  </a:outerShdw>
                </a:effectLst>
                <a:latin typeface="Times New Roman" panose="02020603050405020304" pitchFamily="18" charset="0"/>
              </a:rPr>
              <a:t>active</a:t>
            </a:r>
            <a:r>
              <a:rPr lang="en-US" altLang="en-US" sz="2800" i="1">
                <a:effectLst>
                  <a:outerShdw blurRad="38100" dist="38100" dir="2700000" algn="tl">
                    <a:srgbClr val="C0C0C0"/>
                  </a:outerShdw>
                </a:effectLst>
                <a:latin typeface="Times New Roman" panose="02020603050405020304" pitchFamily="18" charset="0"/>
              </a:rPr>
              <a:t>. The category is based on the time at which the contents of the document are determined.</a:t>
            </a:r>
          </a:p>
        </p:txBody>
      </p:sp>
      <p:sp>
        <p:nvSpPr>
          <p:cNvPr id="15367" name="Rectangle 6">
            <a:extLst>
              <a:ext uri="{FF2B5EF4-FFF2-40B4-BE49-F238E27FC236}">
                <a16:creationId xmlns:a16="http://schemas.microsoft.com/office/drawing/2014/main" id="{4C76C3E9-2632-F110-AF56-207AE16E205C}"/>
              </a:ext>
            </a:extLst>
          </p:cNvPr>
          <p:cNvSpPr>
            <a:spLocks noChangeArrowheads="1"/>
          </p:cNvSpPr>
          <p:nvPr/>
        </p:nvSpPr>
        <p:spPr bwMode="auto">
          <a:xfrm>
            <a:off x="152400" y="46799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a:solidFill>
                  <a:srgbClr val="0033CC"/>
                </a:solidFill>
                <a:latin typeface="Times New Roman" panose="02020603050405020304" pitchFamily="18" charset="0"/>
              </a:rPr>
              <a:t>Static Documents</a:t>
            </a:r>
          </a:p>
          <a:p>
            <a:pPr>
              <a:buClr>
                <a:schemeClr val="tx1"/>
              </a:buClr>
              <a:buSzPct val="117000"/>
              <a:buFont typeface="Wingdings" panose="05000000000000000000" pitchFamily="2" charset="2"/>
              <a:buNone/>
            </a:pPr>
            <a:r>
              <a:rPr lang="fr-FR" altLang="en-US" sz="2400">
                <a:solidFill>
                  <a:srgbClr val="0033CC"/>
                </a:solidFill>
                <a:latin typeface="Times New Roman" panose="02020603050405020304" pitchFamily="18" charset="0"/>
              </a:rPr>
              <a:t>Dynamic Documents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Active Documents</a:t>
            </a:r>
            <a:endParaRPr lang="en-US" altLang="en-US" sz="2400">
              <a:solidFill>
                <a:srgbClr val="0033CC"/>
              </a:solidFill>
              <a:latin typeface="Times New Roman" panose="02020603050405020304" pitchFamily="18" charset="0"/>
            </a:endParaRPr>
          </a:p>
        </p:txBody>
      </p:sp>
      <p:sp>
        <p:nvSpPr>
          <p:cNvPr id="857095" name="Text Box 7">
            <a:extLst>
              <a:ext uri="{FF2B5EF4-FFF2-40B4-BE49-F238E27FC236}">
                <a16:creationId xmlns:a16="http://schemas.microsoft.com/office/drawing/2014/main" id="{5514D2EF-5B0C-6BFF-4771-9D5FD37AF4A5}"/>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en-US" sz="2800" i="1" u="sng">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a:extLst>
              <a:ext uri="{FF2B5EF4-FFF2-40B4-BE49-F238E27FC236}">
                <a16:creationId xmlns:a16="http://schemas.microsoft.com/office/drawing/2014/main" id="{90BEB1F3-C842-1076-67A7-869BABB85DF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D58C8555-1568-453C-A3E1-B60BFCD39881}" type="slidenum">
              <a:rPr lang="en-US" altLang="en-US" sz="2000" smtClean="0">
                <a:solidFill>
                  <a:schemeClr val="bg2"/>
                </a:solidFill>
              </a:rPr>
              <a:pPr/>
              <a:t>8</a:t>
            </a:fld>
            <a:endParaRPr lang="en-US" altLang="en-US" sz="2000">
              <a:solidFill>
                <a:schemeClr val="bg2"/>
              </a:solidFill>
            </a:endParaRPr>
          </a:p>
        </p:txBody>
      </p:sp>
      <p:sp>
        <p:nvSpPr>
          <p:cNvPr id="17411" name="Line 2">
            <a:extLst>
              <a:ext uri="{FF2B5EF4-FFF2-40B4-BE49-F238E27FC236}">
                <a16:creationId xmlns:a16="http://schemas.microsoft.com/office/drawing/2014/main" id="{CDF0F914-71EB-0317-D196-2BB4E083D78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412" name="Line 3">
            <a:extLst>
              <a:ext uri="{FF2B5EF4-FFF2-40B4-BE49-F238E27FC236}">
                <a16:creationId xmlns:a16="http://schemas.microsoft.com/office/drawing/2014/main" id="{D8073BC5-E2AA-2974-C8C4-9C86FAB317D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7413" name="Text Box 4">
            <a:extLst>
              <a:ext uri="{FF2B5EF4-FFF2-40B4-BE49-F238E27FC236}">
                <a16:creationId xmlns:a16="http://schemas.microsoft.com/office/drawing/2014/main" id="{E309FF17-BE5A-EF34-4B59-2B0B9360BF65}"/>
              </a:ext>
            </a:extLst>
          </p:cNvPr>
          <p:cNvSpPr txBox="1">
            <a:spLocks noChangeArrowheads="1"/>
          </p:cNvSpPr>
          <p:nvPr/>
        </p:nvSpPr>
        <p:spPr bwMode="auto">
          <a:xfrm>
            <a:off x="304800" y="762000"/>
            <a:ext cx="3490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27.4  </a:t>
            </a:r>
            <a:r>
              <a:rPr lang="en-US" altLang="en-US" sz="2000" i="1">
                <a:latin typeface="Times New Roman" panose="02020603050405020304" pitchFamily="18" charset="0"/>
              </a:rPr>
              <a:t>Static document</a:t>
            </a:r>
          </a:p>
        </p:txBody>
      </p:sp>
      <p:sp>
        <p:nvSpPr>
          <p:cNvPr id="17414" name="Line 5">
            <a:extLst>
              <a:ext uri="{FF2B5EF4-FFF2-40B4-BE49-F238E27FC236}">
                <a16:creationId xmlns:a16="http://schemas.microsoft.com/office/drawing/2014/main" id="{062ACB31-6F10-16D2-A583-D9BA6D96BEF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17415" name="Picture 6">
            <a:extLst>
              <a:ext uri="{FF2B5EF4-FFF2-40B4-BE49-F238E27FC236}">
                <a16:creationId xmlns:a16="http://schemas.microsoft.com/office/drawing/2014/main" id="{4D0A89BB-6063-002F-ABD0-D1B26EAB8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3" y="258763"/>
            <a:ext cx="4332287" cy="31702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6" name="TextBox 1">
            <a:extLst>
              <a:ext uri="{FF2B5EF4-FFF2-40B4-BE49-F238E27FC236}">
                <a16:creationId xmlns:a16="http://schemas.microsoft.com/office/drawing/2014/main" id="{09A4D337-AFB7-5C31-AF46-59C8A7BF9002}"/>
              </a:ext>
            </a:extLst>
          </p:cNvPr>
          <p:cNvSpPr txBox="1">
            <a:spLocks noChangeArrowheads="1"/>
          </p:cNvSpPr>
          <p:nvPr/>
        </p:nvSpPr>
        <p:spPr bwMode="auto">
          <a:xfrm>
            <a:off x="685800" y="3657600"/>
            <a:ext cx="8229600" cy="1938338"/>
          </a:xfrm>
          <a:prstGeom prst="rect">
            <a:avLst/>
          </a:prstGeom>
          <a:noFill/>
          <a:ln w="9525">
            <a:solidFill>
              <a:schemeClr val="tx1">
                <a:alpha val="23137"/>
              </a:schemeClr>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b="0"/>
              <a:t>Static documents are prepared using one of the several languages: </a:t>
            </a:r>
            <a:r>
              <a:rPr lang="en-US" altLang="en-US" sz="2400"/>
              <a:t>Hypertext Markup Language (HTML)</a:t>
            </a:r>
            <a:r>
              <a:rPr lang="en-US" altLang="en-US" sz="2400" b="0"/>
              <a:t>, </a:t>
            </a:r>
            <a:r>
              <a:rPr lang="en-US" altLang="en-US" sz="2400"/>
              <a:t>Extensible Markup Language (XML)</a:t>
            </a:r>
            <a:r>
              <a:rPr lang="en-US" altLang="en-US" sz="2400" b="0"/>
              <a:t>, </a:t>
            </a:r>
            <a:r>
              <a:rPr lang="en-US" altLang="en-US" sz="2400"/>
              <a:t>Extensible</a:t>
            </a:r>
          </a:p>
          <a:p>
            <a:r>
              <a:rPr lang="en-US" altLang="en-US" sz="2400"/>
              <a:t>Style Language (XSL)</a:t>
            </a:r>
            <a:r>
              <a:rPr lang="en-US" altLang="en-US" sz="2400" b="0"/>
              <a:t>, and </a:t>
            </a:r>
            <a:r>
              <a:rPr lang="en-US" altLang="en-US" sz="2400"/>
              <a:t>Extended Hypertext Markup Language (XHTML)</a:t>
            </a:r>
            <a:r>
              <a:rPr lang="en-US" altLang="en-US" sz="2400" b="0"/>
              <a:t>.</a:t>
            </a:r>
            <a:endParaRPr lang="en-US" altLang="en-US" sz="2400"/>
          </a:p>
        </p:txBody>
      </p:sp>
      <p:sp>
        <p:nvSpPr>
          <p:cNvPr id="17417" name="TextBox 2">
            <a:extLst>
              <a:ext uri="{FF2B5EF4-FFF2-40B4-BE49-F238E27FC236}">
                <a16:creationId xmlns:a16="http://schemas.microsoft.com/office/drawing/2014/main" id="{92B29042-E15B-04EE-A102-DE9EB8EB0453}"/>
              </a:ext>
            </a:extLst>
          </p:cNvPr>
          <p:cNvSpPr txBox="1">
            <a:spLocks noChangeArrowheads="1"/>
          </p:cNvSpPr>
          <p:nvPr/>
        </p:nvSpPr>
        <p:spPr bwMode="auto">
          <a:xfrm>
            <a:off x="762000" y="1600200"/>
            <a:ext cx="3733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t>Static documents </a:t>
            </a:r>
            <a:r>
              <a:rPr lang="en-US" altLang="en-US" sz="2400" b="0"/>
              <a:t>are fixed-content documents that are created and stored in a server.</a:t>
            </a: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a:extLst>
              <a:ext uri="{FF2B5EF4-FFF2-40B4-BE49-F238E27FC236}">
                <a16:creationId xmlns:a16="http://schemas.microsoft.com/office/drawing/2014/main" id="{5CFE4FB4-5766-DB49-5D14-EA3D551268E8}"/>
              </a:ext>
            </a:extLst>
          </p:cNvPr>
          <p:cNvSpPr txBox="1">
            <a:spLocks noChangeArrowheads="1"/>
          </p:cNvSpPr>
          <p:nvPr/>
        </p:nvSpPr>
        <p:spPr bwMode="auto">
          <a:xfrm>
            <a:off x="161925" y="152400"/>
            <a:ext cx="42386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Dynamic Documents</a:t>
            </a:r>
            <a:endParaRPr lang="en-US" altLang="en-US" sz="2000" i="1">
              <a:latin typeface="Times New Roman" panose="02020603050405020304" pitchFamily="18" charset="0"/>
            </a:endParaRPr>
          </a:p>
        </p:txBody>
      </p:sp>
      <p:sp>
        <p:nvSpPr>
          <p:cNvPr id="19459" name="TextBox 1">
            <a:extLst>
              <a:ext uri="{FF2B5EF4-FFF2-40B4-BE49-F238E27FC236}">
                <a16:creationId xmlns:a16="http://schemas.microsoft.com/office/drawing/2014/main" id="{801DCAAA-85EC-97E7-A1E0-B71EA124E4EC}"/>
              </a:ext>
            </a:extLst>
          </p:cNvPr>
          <p:cNvSpPr txBox="1">
            <a:spLocks noChangeArrowheads="1"/>
          </p:cNvSpPr>
          <p:nvPr/>
        </p:nvSpPr>
        <p:spPr bwMode="auto">
          <a:xfrm>
            <a:off x="19050" y="914400"/>
            <a:ext cx="897255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000" b="0"/>
              <a:t>A </a:t>
            </a:r>
            <a:r>
              <a:rPr lang="en-US" altLang="en-US" sz="2000"/>
              <a:t>dynamic document </a:t>
            </a:r>
            <a:r>
              <a:rPr lang="en-US" altLang="en-US" sz="2000" b="0"/>
              <a:t>is created by a Web server whenever a browser requests the document. When a request arrives, the Web server runs an application program or a script that creates the dynamic document.</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The server returns the output of the program or script as a response to the browser that requested the document</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A very simple example of a dynamic document is the retrieval of the time and date from a server.</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The </a:t>
            </a:r>
            <a:r>
              <a:rPr lang="en-US" altLang="en-US" sz="2000"/>
              <a:t>Common Gateway Interface (CGI) </a:t>
            </a:r>
            <a:r>
              <a:rPr lang="en-US" altLang="en-US" sz="2000" b="0"/>
              <a:t>is a technology that creates and handles dynamic documents.</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CGI is a set of standards that defines how a dynamic document is written, how data are input to the program, and how the output result is used.</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CGI defines is a set of rules and terms that the programmer must follow.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A11468EA-2B3B-25EE-D68C-AE2C9210B91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2652F777-EA7D-45F5-A2F8-7B91B6DF0921}" type="slidenum">
              <a:rPr lang="en-US" altLang="en-US" sz="2000" smtClean="0">
                <a:solidFill>
                  <a:schemeClr val="bg2"/>
                </a:solidFill>
              </a:rPr>
              <a:pPr/>
              <a:t>10</a:t>
            </a:fld>
            <a:endParaRPr lang="en-US" altLang="en-US" sz="2000">
              <a:solidFill>
                <a:schemeClr val="bg2"/>
              </a:solidFill>
            </a:endParaRPr>
          </a:p>
        </p:txBody>
      </p:sp>
      <p:sp>
        <p:nvSpPr>
          <p:cNvPr id="21507" name="TextBox 2">
            <a:extLst>
              <a:ext uri="{FF2B5EF4-FFF2-40B4-BE49-F238E27FC236}">
                <a16:creationId xmlns:a16="http://schemas.microsoft.com/office/drawing/2014/main" id="{911C8EDD-65E4-C443-973F-EC2B2977AE19}"/>
              </a:ext>
            </a:extLst>
          </p:cNvPr>
          <p:cNvSpPr txBox="1">
            <a:spLocks noChangeArrowheads="1"/>
          </p:cNvSpPr>
          <p:nvPr/>
        </p:nvSpPr>
        <p:spPr bwMode="auto">
          <a:xfrm>
            <a:off x="304800" y="762000"/>
            <a:ext cx="83058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000" b="0"/>
              <a:t>The </a:t>
            </a:r>
            <a:r>
              <a:rPr lang="en-US" altLang="en-US" sz="2000"/>
              <a:t>Common Gateway Interface (CGI) </a:t>
            </a:r>
            <a:r>
              <a:rPr lang="en-US" altLang="en-US" sz="2000" b="0"/>
              <a:t>is a technology that creates and handles dynamic documents.</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CGI is a set of standards that defines how a dynamic document is written, how data are input to the program, and how the output result is used.</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CGI defines is a set of rules and terms that the programmer must follow.</a:t>
            </a:r>
          </a:p>
          <a:p>
            <a:pPr>
              <a:buFont typeface="Arial" panose="020B0604020202020204" pitchFamily="34" charset="0"/>
              <a:buChar char="•"/>
            </a:pPr>
            <a:endParaRPr lang="en-US" altLang="en-US" sz="2000" b="0"/>
          </a:p>
          <a:p>
            <a:pPr>
              <a:buFont typeface="Arial" panose="020B0604020202020204" pitchFamily="34" charset="0"/>
              <a:buChar char="•"/>
            </a:pPr>
            <a:r>
              <a:rPr lang="en-US" altLang="en-US" sz="2000" b="0"/>
              <a:t>The term gateway here means that a CGI program can be used to access other resources such as databases, graphic packages, and so on. </a:t>
            </a:r>
          </a:p>
          <a:p>
            <a:pPr>
              <a:buFont typeface="Arial" panose="020B0604020202020204" pitchFamily="34" charset="0"/>
              <a:buChar char="•"/>
            </a:pPr>
            <a:r>
              <a:rPr lang="en-US" altLang="en-US" sz="2000" b="0"/>
              <a:t>The term interface here means that there is a set of predefined terms, variables, calls, and so on that can be used in any CGI program.</a:t>
            </a:r>
          </a:p>
        </p:txBody>
      </p:sp>
      <p:sp>
        <p:nvSpPr>
          <p:cNvPr id="21508" name="Text Box 4">
            <a:extLst>
              <a:ext uri="{FF2B5EF4-FFF2-40B4-BE49-F238E27FC236}">
                <a16:creationId xmlns:a16="http://schemas.microsoft.com/office/drawing/2014/main" id="{42BEDD2B-B16C-BC10-F190-027DEA2586F8}"/>
              </a:ext>
            </a:extLst>
          </p:cNvPr>
          <p:cNvSpPr txBox="1">
            <a:spLocks noChangeArrowheads="1"/>
          </p:cNvSpPr>
          <p:nvPr/>
        </p:nvSpPr>
        <p:spPr bwMode="auto">
          <a:xfrm>
            <a:off x="161925" y="152400"/>
            <a:ext cx="5332413"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Dynamic Documents : CGI</a:t>
            </a:r>
            <a:endParaRPr lang="en-US" altLang="en-US" sz="2000" i="1">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a:extLst>
              <a:ext uri="{FF2B5EF4-FFF2-40B4-BE49-F238E27FC236}">
                <a16:creationId xmlns:a16="http://schemas.microsoft.com/office/drawing/2014/main" id="{79704E41-23AE-D3E5-BE0D-6BB068C5B0A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C9827F0B-3936-4BF9-B67E-1587B97786FC}" type="slidenum">
              <a:rPr lang="en-US" altLang="en-US" sz="2000" smtClean="0">
                <a:solidFill>
                  <a:schemeClr val="bg2"/>
                </a:solidFill>
              </a:rPr>
              <a:pPr/>
              <a:t>11</a:t>
            </a:fld>
            <a:endParaRPr lang="en-US" altLang="en-US" sz="2000">
              <a:solidFill>
                <a:schemeClr val="bg2"/>
              </a:solidFill>
            </a:endParaRPr>
          </a:p>
        </p:txBody>
      </p:sp>
      <p:sp>
        <p:nvSpPr>
          <p:cNvPr id="22531" name="Line 2">
            <a:extLst>
              <a:ext uri="{FF2B5EF4-FFF2-40B4-BE49-F238E27FC236}">
                <a16:creationId xmlns:a16="http://schemas.microsoft.com/office/drawing/2014/main" id="{A3FED7CD-5D92-D057-C0D8-20DA2917146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2" name="Line 3">
            <a:extLst>
              <a:ext uri="{FF2B5EF4-FFF2-40B4-BE49-F238E27FC236}">
                <a16:creationId xmlns:a16="http://schemas.microsoft.com/office/drawing/2014/main" id="{A4C03AC3-45A9-E9BA-7910-3CDB26799E1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2533" name="Text Box 4">
            <a:extLst>
              <a:ext uri="{FF2B5EF4-FFF2-40B4-BE49-F238E27FC236}">
                <a16:creationId xmlns:a16="http://schemas.microsoft.com/office/drawing/2014/main" id="{E4CDA393-44AC-63BB-EA7D-B45A3BFE220C}"/>
              </a:ext>
            </a:extLst>
          </p:cNvPr>
          <p:cNvSpPr txBox="1">
            <a:spLocks noChangeArrowheads="1"/>
          </p:cNvSpPr>
          <p:nvPr/>
        </p:nvSpPr>
        <p:spPr bwMode="auto">
          <a:xfrm>
            <a:off x="304800" y="762000"/>
            <a:ext cx="5002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27.8  </a:t>
            </a:r>
            <a:r>
              <a:rPr lang="en-US" altLang="en-US" sz="2000" i="1">
                <a:latin typeface="Times New Roman" panose="02020603050405020304" pitchFamily="18" charset="0"/>
              </a:rPr>
              <a:t>Dynamic document using CGI</a:t>
            </a:r>
          </a:p>
        </p:txBody>
      </p:sp>
      <p:sp>
        <p:nvSpPr>
          <p:cNvPr id="22534" name="Line 5">
            <a:extLst>
              <a:ext uri="{FF2B5EF4-FFF2-40B4-BE49-F238E27FC236}">
                <a16:creationId xmlns:a16="http://schemas.microsoft.com/office/drawing/2014/main" id="{25B43B93-45CB-0326-E9BE-6FEEF320F46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22535" name="Picture 6">
            <a:extLst>
              <a:ext uri="{FF2B5EF4-FFF2-40B4-BE49-F238E27FC236}">
                <a16:creationId xmlns:a16="http://schemas.microsoft.com/office/drawing/2014/main" id="{60CB9B88-C07B-AAF7-F926-38346F82A9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1997075"/>
            <a:ext cx="4972050" cy="295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1">
            <a:extLst>
              <a:ext uri="{FF2B5EF4-FFF2-40B4-BE49-F238E27FC236}">
                <a16:creationId xmlns:a16="http://schemas.microsoft.com/office/drawing/2014/main" id="{53FB33E3-5FEE-D386-C2DE-6E1625FC2C39}"/>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E4BEC0C6-F4F4-428D-8C9E-E010357DD3AB}" type="slidenum">
              <a:rPr lang="en-US" altLang="en-US" sz="2000" smtClean="0">
                <a:solidFill>
                  <a:schemeClr val="bg2"/>
                </a:solidFill>
              </a:rPr>
              <a:pPr/>
              <a:t>12</a:t>
            </a:fld>
            <a:endParaRPr lang="en-US" altLang="en-US" sz="2000">
              <a:solidFill>
                <a:schemeClr val="bg2"/>
              </a:solidFill>
            </a:endParaRPr>
          </a:p>
        </p:txBody>
      </p:sp>
      <p:sp>
        <p:nvSpPr>
          <p:cNvPr id="24579" name="TextBox 2">
            <a:extLst>
              <a:ext uri="{FF2B5EF4-FFF2-40B4-BE49-F238E27FC236}">
                <a16:creationId xmlns:a16="http://schemas.microsoft.com/office/drawing/2014/main" id="{A507787D-A252-F13B-3F52-A6B031D57883}"/>
              </a:ext>
            </a:extLst>
          </p:cNvPr>
          <p:cNvSpPr txBox="1">
            <a:spLocks noChangeArrowheads="1"/>
          </p:cNvSpPr>
          <p:nvPr/>
        </p:nvSpPr>
        <p:spPr bwMode="auto">
          <a:xfrm>
            <a:off x="381000" y="533400"/>
            <a:ext cx="7848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i="1"/>
              <a:t>Scripting Technologies for Dynamic Documents</a:t>
            </a:r>
            <a:endParaRPr lang="en-US" altLang="en-US" sz="2400"/>
          </a:p>
        </p:txBody>
      </p:sp>
      <p:sp>
        <p:nvSpPr>
          <p:cNvPr id="4" name="TextBox 3">
            <a:extLst>
              <a:ext uri="{FF2B5EF4-FFF2-40B4-BE49-F238E27FC236}">
                <a16:creationId xmlns:a16="http://schemas.microsoft.com/office/drawing/2014/main" id="{82F211CE-D7C2-BC79-FB31-FBE08BABCBF8}"/>
              </a:ext>
            </a:extLst>
          </p:cNvPr>
          <p:cNvSpPr txBox="1"/>
          <p:nvPr/>
        </p:nvSpPr>
        <p:spPr>
          <a:xfrm>
            <a:off x="228600" y="1295400"/>
            <a:ext cx="8686800" cy="4524375"/>
          </a:xfrm>
          <a:prstGeom prst="rect">
            <a:avLst/>
          </a:prstGeom>
          <a:noFill/>
        </p:spPr>
        <p:txBody>
          <a:bodyPr>
            <a:spAutoFit/>
          </a:bodyPr>
          <a:lstStyle/>
          <a:p>
            <a:pPr marL="457200" indent="-457200">
              <a:buFont typeface="Arial" panose="020B0604020202020204" pitchFamily="34" charset="0"/>
              <a:buChar char="•"/>
              <a:defRPr/>
            </a:pPr>
            <a:r>
              <a:rPr lang="en-US" sz="2400" b="0" dirty="0"/>
              <a:t>problem with CGI technology is the inefficiency.</a:t>
            </a:r>
          </a:p>
          <a:p>
            <a:pPr marL="457200" indent="-457200">
              <a:buFont typeface="Arial" panose="020B0604020202020204" pitchFamily="34" charset="0"/>
              <a:buChar char="•"/>
              <a:defRPr/>
            </a:pPr>
            <a:endParaRPr lang="en-US" sz="2400" b="0" dirty="0"/>
          </a:p>
          <a:p>
            <a:pPr marL="457200" indent="-457200">
              <a:buFont typeface="Arial" panose="020B0604020202020204" pitchFamily="34" charset="0"/>
              <a:buChar char="•"/>
              <a:defRPr/>
            </a:pPr>
            <a:r>
              <a:rPr lang="en-US" sz="2400" b="0" dirty="0"/>
              <a:t>Solution is to create a file containing the fixed part of the document using HTML and embed a script, a source code, that can be run by the server.</a:t>
            </a:r>
          </a:p>
          <a:p>
            <a:pPr>
              <a:defRPr/>
            </a:pPr>
            <a:endParaRPr lang="en-US" sz="2400" b="0" dirty="0"/>
          </a:p>
          <a:p>
            <a:pPr>
              <a:defRPr/>
            </a:pPr>
            <a:r>
              <a:rPr lang="en-US" sz="2400" b="0" dirty="0"/>
              <a:t>Technologies involved in creating dynamic documents using scripts:</a:t>
            </a:r>
          </a:p>
          <a:p>
            <a:pPr marL="342900" indent="-342900">
              <a:buFont typeface="Arial" panose="020B0604020202020204" pitchFamily="34" charset="0"/>
              <a:buChar char="•"/>
              <a:defRPr/>
            </a:pPr>
            <a:r>
              <a:rPr lang="en-US" sz="2400" b="0" dirty="0"/>
              <a:t>Hypertext Preprocessor (PHP),</a:t>
            </a:r>
          </a:p>
          <a:p>
            <a:pPr marL="342900" indent="-342900">
              <a:buFont typeface="Arial" panose="020B0604020202020204" pitchFamily="34" charset="0"/>
              <a:buChar char="•"/>
              <a:defRPr/>
            </a:pPr>
            <a:r>
              <a:rPr lang="en-US" sz="2400" b="0" dirty="0"/>
              <a:t>Java Server Pages (JSP),</a:t>
            </a:r>
          </a:p>
          <a:p>
            <a:pPr marL="342900" indent="-342900">
              <a:buFont typeface="Arial" panose="020B0604020202020204" pitchFamily="34" charset="0"/>
              <a:buChar char="•"/>
              <a:defRPr/>
            </a:pPr>
            <a:r>
              <a:rPr lang="en-US" sz="2400" b="0" dirty="0"/>
              <a:t>Active Server Pages (ASP)</a:t>
            </a:r>
          </a:p>
          <a:p>
            <a:pPr marL="342900" indent="-342900">
              <a:buFont typeface="Arial" panose="020B0604020202020204" pitchFamily="34" charset="0"/>
              <a:buChar char="•"/>
              <a:defRPr/>
            </a:pPr>
            <a:r>
              <a:rPr lang="en-US" sz="2400" b="0" dirty="0"/>
              <a:t>ColdFusion,</a:t>
            </a:r>
            <a:endParaRPr lang="en-US" sz="18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a:extLst>
              <a:ext uri="{FF2B5EF4-FFF2-40B4-BE49-F238E27FC236}">
                <a16:creationId xmlns:a16="http://schemas.microsoft.com/office/drawing/2014/main" id="{4CD48B86-0279-5C36-A116-FF35D941727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B682F167-2910-4D44-B081-42DAEC160820}" type="slidenum">
              <a:rPr lang="en-US" altLang="en-US" sz="2000" smtClean="0">
                <a:solidFill>
                  <a:schemeClr val="bg2"/>
                </a:solidFill>
              </a:rPr>
              <a:pPr/>
              <a:t>13</a:t>
            </a:fld>
            <a:endParaRPr lang="en-US" altLang="en-US" sz="2000">
              <a:solidFill>
                <a:schemeClr val="bg2"/>
              </a:solidFill>
            </a:endParaRPr>
          </a:p>
        </p:txBody>
      </p:sp>
      <p:sp>
        <p:nvSpPr>
          <p:cNvPr id="25603" name="Line 2">
            <a:extLst>
              <a:ext uri="{FF2B5EF4-FFF2-40B4-BE49-F238E27FC236}">
                <a16:creationId xmlns:a16="http://schemas.microsoft.com/office/drawing/2014/main" id="{E19CFF14-429E-D240-B812-E322971A05D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04" name="Line 3">
            <a:extLst>
              <a:ext uri="{FF2B5EF4-FFF2-40B4-BE49-F238E27FC236}">
                <a16:creationId xmlns:a16="http://schemas.microsoft.com/office/drawing/2014/main" id="{BB928961-84A6-DBCD-CA5F-7DD28C37D35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5605" name="Text Box 4">
            <a:extLst>
              <a:ext uri="{FF2B5EF4-FFF2-40B4-BE49-F238E27FC236}">
                <a16:creationId xmlns:a16="http://schemas.microsoft.com/office/drawing/2014/main" id="{5B9FA601-6257-0E64-9FE1-E7DD133506FA}"/>
              </a:ext>
            </a:extLst>
          </p:cNvPr>
          <p:cNvSpPr txBox="1">
            <a:spLocks noChangeArrowheads="1"/>
          </p:cNvSpPr>
          <p:nvPr/>
        </p:nvSpPr>
        <p:spPr bwMode="auto">
          <a:xfrm>
            <a:off x="304800" y="762000"/>
            <a:ext cx="625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27.9  </a:t>
            </a:r>
            <a:r>
              <a:rPr lang="en-US" altLang="en-US" sz="2000" i="1">
                <a:latin typeface="Times New Roman" panose="02020603050405020304" pitchFamily="18" charset="0"/>
              </a:rPr>
              <a:t>Dynamic document using server-site script</a:t>
            </a:r>
          </a:p>
        </p:txBody>
      </p:sp>
      <p:sp>
        <p:nvSpPr>
          <p:cNvPr id="25606" name="Line 5">
            <a:extLst>
              <a:ext uri="{FF2B5EF4-FFF2-40B4-BE49-F238E27FC236}">
                <a16:creationId xmlns:a16="http://schemas.microsoft.com/office/drawing/2014/main" id="{E6602298-B421-F5FB-004E-24804868101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25607" name="Picture 6">
            <a:extLst>
              <a:ext uri="{FF2B5EF4-FFF2-40B4-BE49-F238E27FC236}">
                <a16:creationId xmlns:a16="http://schemas.microsoft.com/office/drawing/2014/main" id="{732B3987-4169-68E9-E076-AE59815BA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1163" y="2409825"/>
            <a:ext cx="5100637"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423F0614-DC74-2A46-2B07-5CB85CBF860F}"/>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ED827BA9-C5B2-49F2-A471-E5AAAA493E7B}" type="slidenum">
              <a:rPr lang="en-US" altLang="en-US" sz="2000" smtClean="0">
                <a:solidFill>
                  <a:schemeClr val="bg2"/>
                </a:solidFill>
              </a:rPr>
              <a:pPr/>
              <a:t>14</a:t>
            </a:fld>
            <a:endParaRPr lang="en-US" altLang="en-US" sz="2000">
              <a:solidFill>
                <a:schemeClr val="bg2"/>
              </a:solidFill>
            </a:endParaRPr>
          </a:p>
        </p:txBody>
      </p:sp>
      <p:sp>
        <p:nvSpPr>
          <p:cNvPr id="27651" name="Rectangle 2">
            <a:extLst>
              <a:ext uri="{FF2B5EF4-FFF2-40B4-BE49-F238E27FC236}">
                <a16:creationId xmlns:a16="http://schemas.microsoft.com/office/drawing/2014/main" id="{4AFB9288-7342-5FA1-FA80-A5933F754EC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2" name="Rectangle 3">
            <a:extLst>
              <a:ext uri="{FF2B5EF4-FFF2-40B4-BE49-F238E27FC236}">
                <a16:creationId xmlns:a16="http://schemas.microsoft.com/office/drawing/2014/main" id="{4609F605-2F91-DDF4-9A73-FE9075D94EF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3" name="Rectangle 4">
            <a:extLst>
              <a:ext uri="{FF2B5EF4-FFF2-40B4-BE49-F238E27FC236}">
                <a16:creationId xmlns:a16="http://schemas.microsoft.com/office/drawing/2014/main" id="{0911EB20-16B5-16AD-50A9-593EB049F4D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4" name="Rectangle 5">
            <a:extLst>
              <a:ext uri="{FF2B5EF4-FFF2-40B4-BE49-F238E27FC236}">
                <a16:creationId xmlns:a16="http://schemas.microsoft.com/office/drawing/2014/main" id="{6E475213-78CD-EA3F-1813-E95C2E28489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5" name="Rectangle 6">
            <a:extLst>
              <a:ext uri="{FF2B5EF4-FFF2-40B4-BE49-F238E27FC236}">
                <a16:creationId xmlns:a16="http://schemas.microsoft.com/office/drawing/2014/main" id="{05F4A733-CF94-E6EF-847D-E5EDF1D014F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6" name="Rectangle 7">
            <a:extLst>
              <a:ext uri="{FF2B5EF4-FFF2-40B4-BE49-F238E27FC236}">
                <a16:creationId xmlns:a16="http://schemas.microsoft.com/office/drawing/2014/main" id="{9E32DF7D-391D-34DA-A78D-8C847FDEDF9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7" name="Rectangle 8">
            <a:extLst>
              <a:ext uri="{FF2B5EF4-FFF2-40B4-BE49-F238E27FC236}">
                <a16:creationId xmlns:a16="http://schemas.microsoft.com/office/drawing/2014/main" id="{B34E37FD-8DC0-B02A-5F6B-A93A6368519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27658" name="Line 9">
            <a:extLst>
              <a:ext uri="{FF2B5EF4-FFF2-40B4-BE49-F238E27FC236}">
                <a16:creationId xmlns:a16="http://schemas.microsoft.com/office/drawing/2014/main" id="{A4C116A6-42D1-B161-9791-D119C043E75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7659" name="Line 10">
            <a:extLst>
              <a:ext uri="{FF2B5EF4-FFF2-40B4-BE49-F238E27FC236}">
                <a16:creationId xmlns:a16="http://schemas.microsoft.com/office/drawing/2014/main" id="{46A47579-DF18-6922-FA2E-048F9D3CFF32}"/>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7660" name="Rectangle 11">
            <a:extLst>
              <a:ext uri="{FF2B5EF4-FFF2-40B4-BE49-F238E27FC236}">
                <a16:creationId xmlns:a16="http://schemas.microsoft.com/office/drawing/2014/main" id="{1ED669B1-8CEB-6A3F-6941-2492A924E6BF}"/>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Dynamic documents are sometimes referred to as server-site dynamic documents.</a:t>
            </a:r>
          </a:p>
        </p:txBody>
      </p:sp>
      <p:grpSp>
        <p:nvGrpSpPr>
          <p:cNvPr id="27661" name="Group 12">
            <a:extLst>
              <a:ext uri="{FF2B5EF4-FFF2-40B4-BE49-F238E27FC236}">
                <a16:creationId xmlns:a16="http://schemas.microsoft.com/office/drawing/2014/main" id="{0603096E-BF5D-2DBC-CB86-9ED736FA8D27}"/>
              </a:ext>
            </a:extLst>
          </p:cNvPr>
          <p:cNvGrpSpPr>
            <a:grpSpLocks/>
          </p:cNvGrpSpPr>
          <p:nvPr/>
        </p:nvGrpSpPr>
        <p:grpSpPr bwMode="auto">
          <a:xfrm>
            <a:off x="457200" y="1981200"/>
            <a:ext cx="1143000" cy="566738"/>
            <a:chOff x="1200" y="1248"/>
            <a:chExt cx="720" cy="357"/>
          </a:xfrm>
        </p:grpSpPr>
        <p:pic>
          <p:nvPicPr>
            <p:cNvPr id="27662" name="Picture 13">
              <a:extLst>
                <a:ext uri="{FF2B5EF4-FFF2-40B4-BE49-F238E27FC236}">
                  <a16:creationId xmlns:a16="http://schemas.microsoft.com/office/drawing/2014/main" id="{26E74A0C-DD17-16AC-6E84-8C373DB7A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63" name="Text Box 14">
              <a:extLst>
                <a:ext uri="{FF2B5EF4-FFF2-40B4-BE49-F238E27FC236}">
                  <a16:creationId xmlns:a16="http://schemas.microsoft.com/office/drawing/2014/main" id="{ACBA2121-8E31-89CE-D5B6-2FADF9A869B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752743C8-8547-443D-5EDD-AD93184ED6B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7D2412CE-317D-4A4E-B43E-6F5D4D028012}" type="slidenum">
              <a:rPr lang="en-US" altLang="en-US" sz="2000" smtClean="0">
                <a:solidFill>
                  <a:schemeClr val="bg2"/>
                </a:solidFill>
              </a:rPr>
              <a:pPr/>
              <a:t>15</a:t>
            </a:fld>
            <a:endParaRPr lang="en-US" altLang="en-US" sz="2000">
              <a:solidFill>
                <a:schemeClr val="bg2"/>
              </a:solidFill>
            </a:endParaRPr>
          </a:p>
        </p:txBody>
      </p:sp>
      <p:sp>
        <p:nvSpPr>
          <p:cNvPr id="29699" name="TextBox 2">
            <a:extLst>
              <a:ext uri="{FF2B5EF4-FFF2-40B4-BE49-F238E27FC236}">
                <a16:creationId xmlns:a16="http://schemas.microsoft.com/office/drawing/2014/main" id="{2181E5AC-75D5-FB46-C40D-D6E8C0C4DE96}"/>
              </a:ext>
            </a:extLst>
          </p:cNvPr>
          <p:cNvSpPr txBox="1">
            <a:spLocks noChangeArrowheads="1"/>
          </p:cNvSpPr>
          <p:nvPr/>
        </p:nvSpPr>
        <p:spPr bwMode="auto">
          <a:xfrm>
            <a:off x="228600" y="955675"/>
            <a:ext cx="44958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Active Documents</a:t>
            </a:r>
          </a:p>
        </p:txBody>
      </p:sp>
      <p:sp>
        <p:nvSpPr>
          <p:cNvPr id="29700" name="TextBox 3">
            <a:extLst>
              <a:ext uri="{FF2B5EF4-FFF2-40B4-BE49-F238E27FC236}">
                <a16:creationId xmlns:a16="http://schemas.microsoft.com/office/drawing/2014/main" id="{671FFB59-4DC7-C0D5-3DC4-A71321E71B5D}"/>
              </a:ext>
            </a:extLst>
          </p:cNvPr>
          <p:cNvSpPr txBox="1">
            <a:spLocks noChangeArrowheads="1"/>
          </p:cNvSpPr>
          <p:nvPr/>
        </p:nvSpPr>
        <p:spPr bwMode="auto">
          <a:xfrm>
            <a:off x="228600" y="2268538"/>
            <a:ext cx="8382000"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400" b="0"/>
              <a:t>For many applications, we need a program or a script to be run at the client site. These are called </a:t>
            </a:r>
            <a:r>
              <a:rPr lang="en-US" altLang="en-US" sz="2400"/>
              <a:t>active documents.</a:t>
            </a:r>
          </a:p>
          <a:p>
            <a:pPr>
              <a:buFont typeface="Arial" panose="020B0604020202020204" pitchFamily="34" charset="0"/>
              <a:buChar char="•"/>
            </a:pPr>
            <a:endParaRPr lang="en-US" altLang="en-US" sz="2400" b="0"/>
          </a:p>
          <a:p>
            <a:pPr>
              <a:buFont typeface="Arial" panose="020B0604020202020204" pitchFamily="34" charset="0"/>
              <a:buChar char="•"/>
            </a:pPr>
            <a:r>
              <a:rPr lang="en-US" altLang="en-US" sz="2400" b="0"/>
              <a:t>When a browser requests an active document, the server sends a copy of the document or a script. The document is then run at the client (browser) site.</a:t>
            </a:r>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a:extLst>
              <a:ext uri="{FF2B5EF4-FFF2-40B4-BE49-F238E27FC236}">
                <a16:creationId xmlns:a16="http://schemas.microsoft.com/office/drawing/2014/main" id="{3C4F21D8-F992-9FAC-63AA-36E905651FA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C565C2C5-D8BC-48A5-A51E-3361C36A1F12}" type="slidenum">
              <a:rPr lang="en-US" altLang="en-US" sz="2000" smtClean="0">
                <a:solidFill>
                  <a:schemeClr val="bg2"/>
                </a:solidFill>
              </a:rPr>
              <a:pPr/>
              <a:t>16</a:t>
            </a:fld>
            <a:endParaRPr lang="en-US" altLang="en-US" sz="2000">
              <a:solidFill>
                <a:schemeClr val="bg2"/>
              </a:solidFill>
            </a:endParaRPr>
          </a:p>
        </p:txBody>
      </p:sp>
      <p:sp>
        <p:nvSpPr>
          <p:cNvPr id="30723" name="Line 2">
            <a:extLst>
              <a:ext uri="{FF2B5EF4-FFF2-40B4-BE49-F238E27FC236}">
                <a16:creationId xmlns:a16="http://schemas.microsoft.com/office/drawing/2014/main" id="{191ABF1B-04DC-12DA-D919-A6AD64C4173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24" name="Line 3">
            <a:extLst>
              <a:ext uri="{FF2B5EF4-FFF2-40B4-BE49-F238E27FC236}">
                <a16:creationId xmlns:a16="http://schemas.microsoft.com/office/drawing/2014/main" id="{FE03AD25-F239-3F49-0467-16F8FBFBF95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0725" name="Text Box 4">
            <a:extLst>
              <a:ext uri="{FF2B5EF4-FFF2-40B4-BE49-F238E27FC236}">
                <a16:creationId xmlns:a16="http://schemas.microsoft.com/office/drawing/2014/main" id="{49D63192-A496-950A-7721-1AFBF13098CC}"/>
              </a:ext>
            </a:extLst>
          </p:cNvPr>
          <p:cNvSpPr txBox="1">
            <a:spLocks noChangeArrowheads="1"/>
          </p:cNvSpPr>
          <p:nvPr/>
        </p:nvSpPr>
        <p:spPr bwMode="auto">
          <a:xfrm>
            <a:off x="304800" y="762000"/>
            <a:ext cx="5595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27.10  </a:t>
            </a:r>
            <a:r>
              <a:rPr lang="en-US" altLang="en-US" sz="2000" i="1">
                <a:latin typeface="Times New Roman" panose="02020603050405020304" pitchFamily="18" charset="0"/>
              </a:rPr>
              <a:t>Active document using Java applet</a:t>
            </a:r>
          </a:p>
        </p:txBody>
      </p:sp>
      <p:sp>
        <p:nvSpPr>
          <p:cNvPr id="30726" name="Line 5">
            <a:extLst>
              <a:ext uri="{FF2B5EF4-FFF2-40B4-BE49-F238E27FC236}">
                <a16:creationId xmlns:a16="http://schemas.microsoft.com/office/drawing/2014/main" id="{EB89E941-E69A-32FB-A360-C0FB17A2009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30727" name="Picture 6">
            <a:extLst>
              <a:ext uri="{FF2B5EF4-FFF2-40B4-BE49-F238E27FC236}">
                <a16:creationId xmlns:a16="http://schemas.microsoft.com/office/drawing/2014/main" id="{90AC953B-21CC-FEFB-9311-B02AB534C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00" y="1914525"/>
            <a:ext cx="5969000"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20F68407-4D78-9D8E-1FA0-2524EF904954}"/>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CADCF151-4F7E-48C1-A249-ED715F68E870}" type="slidenum">
              <a:rPr lang="en-US" altLang="en-US" sz="2000" smtClean="0">
                <a:solidFill>
                  <a:schemeClr val="bg2"/>
                </a:solidFill>
              </a:rPr>
              <a:pPr/>
              <a:t>17</a:t>
            </a:fld>
            <a:endParaRPr lang="en-US" altLang="en-US" sz="2000">
              <a:solidFill>
                <a:schemeClr val="bg2"/>
              </a:solidFill>
            </a:endParaRPr>
          </a:p>
        </p:txBody>
      </p:sp>
      <p:sp>
        <p:nvSpPr>
          <p:cNvPr id="32771" name="Line 2">
            <a:extLst>
              <a:ext uri="{FF2B5EF4-FFF2-40B4-BE49-F238E27FC236}">
                <a16:creationId xmlns:a16="http://schemas.microsoft.com/office/drawing/2014/main" id="{71935D45-D02B-0791-F17C-C14737AA0CB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2772" name="Line 3">
            <a:extLst>
              <a:ext uri="{FF2B5EF4-FFF2-40B4-BE49-F238E27FC236}">
                <a16:creationId xmlns:a16="http://schemas.microsoft.com/office/drawing/2014/main" id="{CC00BDF1-0593-6630-ED57-92AE743F00D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2773" name="Text Box 4">
            <a:extLst>
              <a:ext uri="{FF2B5EF4-FFF2-40B4-BE49-F238E27FC236}">
                <a16:creationId xmlns:a16="http://schemas.microsoft.com/office/drawing/2014/main" id="{73D40561-8ADA-BA16-29B6-C85893609D02}"/>
              </a:ext>
            </a:extLst>
          </p:cNvPr>
          <p:cNvSpPr txBox="1">
            <a:spLocks noChangeArrowheads="1"/>
          </p:cNvSpPr>
          <p:nvPr/>
        </p:nvSpPr>
        <p:spPr bwMode="auto">
          <a:xfrm>
            <a:off x="304800" y="762000"/>
            <a:ext cx="6056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27.11  </a:t>
            </a:r>
            <a:r>
              <a:rPr lang="en-US" altLang="en-US" sz="2000" i="1">
                <a:latin typeface="Times New Roman" panose="02020603050405020304" pitchFamily="18" charset="0"/>
              </a:rPr>
              <a:t>Active document using client-site script</a:t>
            </a:r>
          </a:p>
        </p:txBody>
      </p:sp>
      <p:sp>
        <p:nvSpPr>
          <p:cNvPr id="32774" name="Line 5">
            <a:extLst>
              <a:ext uri="{FF2B5EF4-FFF2-40B4-BE49-F238E27FC236}">
                <a16:creationId xmlns:a16="http://schemas.microsoft.com/office/drawing/2014/main" id="{C3F35C12-E081-CF7C-3149-F4B1F148EB7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32775" name="Picture 6">
            <a:extLst>
              <a:ext uri="{FF2B5EF4-FFF2-40B4-BE49-F238E27FC236}">
                <a16:creationId xmlns:a16="http://schemas.microsoft.com/office/drawing/2014/main" id="{7814F53B-01AD-D4FC-6E55-C0BF8369A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881188"/>
            <a:ext cx="6453187" cy="345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a:extLst>
              <a:ext uri="{FF2B5EF4-FFF2-40B4-BE49-F238E27FC236}">
                <a16:creationId xmlns:a16="http://schemas.microsoft.com/office/drawing/2014/main" id="{0300425F-E3AD-F24E-12F0-F61E9648832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02518C02-4A37-42F3-A46C-8B46506D9010}" type="slidenum">
              <a:rPr lang="en-US" altLang="en-US" sz="2000" smtClean="0">
                <a:solidFill>
                  <a:schemeClr val="bg2"/>
                </a:solidFill>
              </a:rPr>
              <a:pPr/>
              <a:t>18</a:t>
            </a:fld>
            <a:endParaRPr lang="en-US" altLang="en-US" sz="2000">
              <a:solidFill>
                <a:schemeClr val="bg2"/>
              </a:solidFill>
            </a:endParaRPr>
          </a:p>
        </p:txBody>
      </p:sp>
      <p:sp>
        <p:nvSpPr>
          <p:cNvPr id="34819" name="Rectangle 2">
            <a:extLst>
              <a:ext uri="{FF2B5EF4-FFF2-40B4-BE49-F238E27FC236}">
                <a16:creationId xmlns:a16="http://schemas.microsoft.com/office/drawing/2014/main" id="{331AD3B6-1579-6B85-E33D-1F40F28DD37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0" name="Rectangle 3">
            <a:extLst>
              <a:ext uri="{FF2B5EF4-FFF2-40B4-BE49-F238E27FC236}">
                <a16:creationId xmlns:a16="http://schemas.microsoft.com/office/drawing/2014/main" id="{0484DEC6-68E8-7A78-B9FB-8632E309A6D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1" name="Rectangle 4">
            <a:extLst>
              <a:ext uri="{FF2B5EF4-FFF2-40B4-BE49-F238E27FC236}">
                <a16:creationId xmlns:a16="http://schemas.microsoft.com/office/drawing/2014/main" id="{71297F5D-1434-37CB-04B4-3683B95C946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2" name="Rectangle 5">
            <a:extLst>
              <a:ext uri="{FF2B5EF4-FFF2-40B4-BE49-F238E27FC236}">
                <a16:creationId xmlns:a16="http://schemas.microsoft.com/office/drawing/2014/main" id="{38D5E842-C602-DD77-87CC-89EFDCD7C68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3" name="Rectangle 6">
            <a:extLst>
              <a:ext uri="{FF2B5EF4-FFF2-40B4-BE49-F238E27FC236}">
                <a16:creationId xmlns:a16="http://schemas.microsoft.com/office/drawing/2014/main" id="{2B42FDB4-54D8-5B0A-9837-62D8EB84A09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4" name="Rectangle 7">
            <a:extLst>
              <a:ext uri="{FF2B5EF4-FFF2-40B4-BE49-F238E27FC236}">
                <a16:creationId xmlns:a16="http://schemas.microsoft.com/office/drawing/2014/main" id="{09367D75-0556-589F-D7D2-D79E3366CD1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5" name="Rectangle 8">
            <a:extLst>
              <a:ext uri="{FF2B5EF4-FFF2-40B4-BE49-F238E27FC236}">
                <a16:creationId xmlns:a16="http://schemas.microsoft.com/office/drawing/2014/main" id="{B5EE7D67-CE90-E6B8-47CC-8537AEE26AB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4826" name="Line 9">
            <a:extLst>
              <a:ext uri="{FF2B5EF4-FFF2-40B4-BE49-F238E27FC236}">
                <a16:creationId xmlns:a16="http://schemas.microsoft.com/office/drawing/2014/main" id="{6B95CF96-0234-9842-895F-BD295710120A}"/>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4827" name="Line 10">
            <a:extLst>
              <a:ext uri="{FF2B5EF4-FFF2-40B4-BE49-F238E27FC236}">
                <a16:creationId xmlns:a16="http://schemas.microsoft.com/office/drawing/2014/main" id="{D4C552E5-72C5-A68F-C575-A4758CE72C63}"/>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4828" name="Rectangle 11">
            <a:extLst>
              <a:ext uri="{FF2B5EF4-FFF2-40B4-BE49-F238E27FC236}">
                <a16:creationId xmlns:a16="http://schemas.microsoft.com/office/drawing/2014/main" id="{47E504D4-DEAA-507B-275A-6E85B82C498C}"/>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Active documents are sometimes referred to as client-site dynamic documents.</a:t>
            </a:r>
          </a:p>
        </p:txBody>
      </p:sp>
      <p:grpSp>
        <p:nvGrpSpPr>
          <p:cNvPr id="34829" name="Group 12">
            <a:extLst>
              <a:ext uri="{FF2B5EF4-FFF2-40B4-BE49-F238E27FC236}">
                <a16:creationId xmlns:a16="http://schemas.microsoft.com/office/drawing/2014/main" id="{1B516984-51A8-CCAB-49AB-5D7E6A80B8CA}"/>
              </a:ext>
            </a:extLst>
          </p:cNvPr>
          <p:cNvGrpSpPr>
            <a:grpSpLocks/>
          </p:cNvGrpSpPr>
          <p:nvPr/>
        </p:nvGrpSpPr>
        <p:grpSpPr bwMode="auto">
          <a:xfrm>
            <a:off x="457200" y="1981200"/>
            <a:ext cx="1143000" cy="566738"/>
            <a:chOff x="1200" y="1248"/>
            <a:chExt cx="720" cy="357"/>
          </a:xfrm>
        </p:grpSpPr>
        <p:pic>
          <p:nvPicPr>
            <p:cNvPr id="34830" name="Picture 13">
              <a:extLst>
                <a:ext uri="{FF2B5EF4-FFF2-40B4-BE49-F238E27FC236}">
                  <a16:creationId xmlns:a16="http://schemas.microsoft.com/office/drawing/2014/main" id="{1CDEFC6B-C7C6-6007-230F-48D37EFCA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31" name="Text Box 14">
              <a:extLst>
                <a:ext uri="{FF2B5EF4-FFF2-40B4-BE49-F238E27FC236}">
                  <a16:creationId xmlns:a16="http://schemas.microsoft.com/office/drawing/2014/main" id="{4B2FF030-E1A9-9896-3331-7D776E0820F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Slide Number Placeholder 1">
            <a:extLst>
              <a:ext uri="{FF2B5EF4-FFF2-40B4-BE49-F238E27FC236}">
                <a16:creationId xmlns:a16="http://schemas.microsoft.com/office/drawing/2014/main" id="{AFFB02DE-4775-232E-AE3E-2FBD300E09FC}"/>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AC242C5A-438F-469F-8AAD-6C20896390E6}" type="slidenum">
              <a:rPr lang="en-US" altLang="en-US" sz="2000" smtClean="0">
                <a:solidFill>
                  <a:schemeClr val="bg2"/>
                </a:solidFill>
              </a:rPr>
              <a:pPr/>
              <a:t>19</a:t>
            </a:fld>
            <a:endParaRPr lang="en-US" altLang="en-US" sz="2000">
              <a:solidFill>
                <a:schemeClr val="bg2"/>
              </a:solidFill>
            </a:endParaRPr>
          </a:p>
        </p:txBody>
      </p:sp>
      <p:sp>
        <p:nvSpPr>
          <p:cNvPr id="858114" name="Rectangle 2">
            <a:extLst>
              <a:ext uri="{FF2B5EF4-FFF2-40B4-BE49-F238E27FC236}">
                <a16:creationId xmlns:a16="http://schemas.microsoft.com/office/drawing/2014/main" id="{A0ADF024-B97A-685C-8CF6-CC79D8CB0BA0}"/>
              </a:ext>
            </a:extLst>
          </p:cNvPr>
          <p:cNvSpPr>
            <a:spLocks noChangeArrowheads="1"/>
          </p:cNvSpPr>
          <p:nvPr/>
        </p:nvSpPr>
        <p:spPr bwMode="auto">
          <a:xfrm>
            <a:off x="0" y="-1270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en-US" altLang="en-US">
              <a:effectLst>
                <a:outerShdw blurRad="38100" dist="38100" dir="2700000" algn="tl">
                  <a:srgbClr val="FFFFFF"/>
                </a:outerShdw>
              </a:effectLst>
              <a:latin typeface="Times New Roman" panose="02020603050405020304" pitchFamily="18" charset="0"/>
            </a:endParaRPr>
          </a:p>
        </p:txBody>
      </p:sp>
      <p:sp>
        <p:nvSpPr>
          <p:cNvPr id="858115" name="Text Box 3">
            <a:extLst>
              <a:ext uri="{FF2B5EF4-FFF2-40B4-BE49-F238E27FC236}">
                <a16:creationId xmlns:a16="http://schemas.microsoft.com/office/drawing/2014/main" id="{44C7F0C7-F437-43BC-FFFE-D62AE4DB8571}"/>
              </a:ext>
            </a:extLst>
          </p:cNvPr>
          <p:cNvSpPr txBox="1">
            <a:spLocks noChangeArrowheads="1"/>
          </p:cNvSpPr>
          <p:nvPr/>
        </p:nvSpPr>
        <p:spPr bwMode="auto">
          <a:xfrm>
            <a:off x="228600" y="406400"/>
            <a:ext cx="2339975" cy="579438"/>
          </a:xfrm>
          <a:prstGeom prst="rect">
            <a:avLst/>
          </a:prstGeom>
          <a:noFill/>
          <a:ln>
            <a:noFill/>
          </a:ln>
          <a:effectLst/>
        </p:spPr>
        <p:txBody>
          <a:bodyPr wrap="none">
            <a:spAutoFit/>
          </a:bodyPr>
          <a:lstStyle/>
          <a:p>
            <a:pPr>
              <a:defRPr/>
            </a:pPr>
            <a:r>
              <a:rPr lang="en-US" altLang="en-US">
                <a:effectLst>
                  <a:outerShdw blurRad="38100" dist="38100" dir="2700000" algn="tl">
                    <a:srgbClr val="C0C0C0"/>
                  </a:outerShdw>
                </a:effectLst>
                <a:latin typeface="Times" panose="02020603050405020304" pitchFamily="18" charset="0"/>
              </a:rPr>
              <a:t>27-3   HTTP</a:t>
            </a:r>
          </a:p>
        </p:txBody>
      </p:sp>
      <p:sp>
        <p:nvSpPr>
          <p:cNvPr id="36869" name="Text Box 4">
            <a:extLst>
              <a:ext uri="{FF2B5EF4-FFF2-40B4-BE49-F238E27FC236}">
                <a16:creationId xmlns:a16="http://schemas.microsoft.com/office/drawing/2014/main" id="{E06FA628-E3DD-ED0B-D6C8-2EE3C8723B9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en-US" altLang="en-US" sz="1800">
              <a:latin typeface="Times New Roman" panose="02020603050405020304" pitchFamily="18" charset="0"/>
            </a:endParaRPr>
          </a:p>
        </p:txBody>
      </p:sp>
      <p:sp>
        <p:nvSpPr>
          <p:cNvPr id="858117" name="Rectangle 5">
            <a:extLst>
              <a:ext uri="{FF2B5EF4-FFF2-40B4-BE49-F238E27FC236}">
                <a16:creationId xmlns:a16="http://schemas.microsoft.com/office/drawing/2014/main" id="{D70E8815-73F2-486C-19B2-511DF7A96D09}"/>
              </a:ext>
            </a:extLst>
          </p:cNvPr>
          <p:cNvSpPr>
            <a:spLocks noChangeArrowheads="1"/>
          </p:cNvSpPr>
          <p:nvPr/>
        </p:nvSpPr>
        <p:spPr bwMode="auto">
          <a:xfrm>
            <a:off x="25400" y="1384300"/>
            <a:ext cx="8509000" cy="3970338"/>
          </a:xfrm>
          <a:prstGeom prst="rect">
            <a:avLst/>
          </a:prstGeom>
          <a:noFill/>
          <a:ln>
            <a:noFill/>
          </a:ln>
          <a:effectLst/>
        </p:spPr>
        <p:txBody>
          <a:bodyPr anchor="ctr">
            <a:spAutoFit/>
          </a:bodyPr>
          <a:lstStyle/>
          <a:p>
            <a:pPr marL="457200" indent="-457200" algn="just" eaLnBrk="1" hangingPunct="1">
              <a:buFont typeface="Arial" panose="020B0604020202020204" pitchFamily="34" charset="0"/>
              <a:buChar char="•"/>
              <a:defRPr/>
            </a:pPr>
            <a:r>
              <a:rPr lang="en-US" altLang="en-US" sz="2800" i="1" dirty="0">
                <a:effectLst>
                  <a:outerShdw blurRad="38100" dist="38100" dir="2700000" algn="tl">
                    <a:srgbClr val="C0C0C0"/>
                  </a:outerShdw>
                </a:effectLst>
                <a:latin typeface="Times New Roman" panose="02020603050405020304" pitchFamily="18" charset="0"/>
              </a:rPr>
              <a:t>The Hypertext Transfer Protocol (HTTP) is a protocol used mainly to access data on the World Wide Web. HTTP functions as a combination of FTP and SMTP. </a:t>
            </a:r>
          </a:p>
          <a:p>
            <a:pPr marL="457200" indent="-457200" algn="just" eaLnBrk="1" hangingPunct="1">
              <a:buFont typeface="Arial" panose="020B0604020202020204" pitchFamily="34" charset="0"/>
              <a:buChar char="•"/>
              <a:defRPr/>
            </a:pPr>
            <a:r>
              <a:rPr lang="en-US" sz="2800" i="1" dirty="0">
                <a:effectLst>
                  <a:outerShdw blurRad="38100" dist="38100" dir="2700000" algn="tl">
                    <a:srgbClr val="C0C0C0"/>
                  </a:outerShdw>
                </a:effectLst>
                <a:latin typeface="Times New Roman" panose="02020603050405020304" pitchFamily="18" charset="0"/>
              </a:rPr>
              <a:t>It is similar to FTP because it transfers files and uses the services of TCP.</a:t>
            </a:r>
          </a:p>
          <a:p>
            <a:pPr marL="457200" indent="-457200">
              <a:buFont typeface="Arial" panose="020B0604020202020204" pitchFamily="34" charset="0"/>
              <a:buChar char="•"/>
              <a:defRPr/>
            </a:pPr>
            <a:r>
              <a:rPr lang="en-US" sz="2800" i="1" dirty="0">
                <a:effectLst>
                  <a:outerShdw blurRad="38100" dist="38100" dir="2700000" algn="tl">
                    <a:srgbClr val="C0C0C0"/>
                  </a:outerShdw>
                </a:effectLst>
                <a:latin typeface="Times New Roman" panose="02020603050405020304" pitchFamily="18" charset="0"/>
              </a:rPr>
              <a:t>HTTP is like SMTP because the data transferred between the client and the server look like SMTP messages.</a:t>
            </a:r>
            <a:endParaRPr lang="en-US" altLang="en-US" sz="2800" i="1" dirty="0">
              <a:effectLst>
                <a:outerShdw blurRad="38100" dist="38100" dir="2700000" algn="tl">
                  <a:srgbClr val="C0C0C0"/>
                </a:outerShdw>
              </a:effectLst>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1">
            <a:extLst>
              <a:ext uri="{FF2B5EF4-FFF2-40B4-BE49-F238E27FC236}">
                <a16:creationId xmlns:a16="http://schemas.microsoft.com/office/drawing/2014/main" id="{E330CB81-AACE-6D1A-A229-FE0A65F96BD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16526D8F-1E27-4F23-BC3E-B7061C145774}" type="slidenum">
              <a:rPr lang="en-US" altLang="en-US" sz="2000" smtClean="0">
                <a:solidFill>
                  <a:schemeClr val="bg2"/>
                </a:solidFill>
              </a:rPr>
              <a:pPr/>
              <a:t>20</a:t>
            </a:fld>
            <a:endParaRPr lang="en-US" altLang="en-US" sz="2000">
              <a:solidFill>
                <a:schemeClr val="bg2"/>
              </a:solidFill>
            </a:endParaRPr>
          </a:p>
        </p:txBody>
      </p:sp>
      <p:sp>
        <p:nvSpPr>
          <p:cNvPr id="38915" name="Rectangle 2">
            <a:extLst>
              <a:ext uri="{FF2B5EF4-FFF2-40B4-BE49-F238E27FC236}">
                <a16:creationId xmlns:a16="http://schemas.microsoft.com/office/drawing/2014/main" id="{240B6111-76B1-04AE-CCE2-F690100DCC6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16" name="Rectangle 3">
            <a:extLst>
              <a:ext uri="{FF2B5EF4-FFF2-40B4-BE49-F238E27FC236}">
                <a16:creationId xmlns:a16="http://schemas.microsoft.com/office/drawing/2014/main" id="{ACAFF7F9-BCF4-364B-F840-ED2ECFDB0A9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17" name="Rectangle 4">
            <a:extLst>
              <a:ext uri="{FF2B5EF4-FFF2-40B4-BE49-F238E27FC236}">
                <a16:creationId xmlns:a16="http://schemas.microsoft.com/office/drawing/2014/main" id="{1FD0517B-6356-3D6A-ADE8-5EBEA99CA9E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18" name="Rectangle 5">
            <a:extLst>
              <a:ext uri="{FF2B5EF4-FFF2-40B4-BE49-F238E27FC236}">
                <a16:creationId xmlns:a16="http://schemas.microsoft.com/office/drawing/2014/main" id="{16EC269C-D319-533B-B38D-713191F7A42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19" name="Rectangle 6">
            <a:extLst>
              <a:ext uri="{FF2B5EF4-FFF2-40B4-BE49-F238E27FC236}">
                <a16:creationId xmlns:a16="http://schemas.microsoft.com/office/drawing/2014/main" id="{9B6F7CC1-4403-20A7-556F-02227A9A51E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20" name="Rectangle 7">
            <a:extLst>
              <a:ext uri="{FF2B5EF4-FFF2-40B4-BE49-F238E27FC236}">
                <a16:creationId xmlns:a16="http://schemas.microsoft.com/office/drawing/2014/main" id="{518CF1B6-671F-C914-ED26-DE4484E2969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21" name="Rectangle 8">
            <a:extLst>
              <a:ext uri="{FF2B5EF4-FFF2-40B4-BE49-F238E27FC236}">
                <a16:creationId xmlns:a16="http://schemas.microsoft.com/office/drawing/2014/main" id="{0196DDFA-9296-CF57-DC07-AFE390244B3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38922" name="Line 9">
            <a:extLst>
              <a:ext uri="{FF2B5EF4-FFF2-40B4-BE49-F238E27FC236}">
                <a16:creationId xmlns:a16="http://schemas.microsoft.com/office/drawing/2014/main" id="{81F0F550-5964-CC5F-4568-B6D754CFD36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8923" name="Line 10">
            <a:extLst>
              <a:ext uri="{FF2B5EF4-FFF2-40B4-BE49-F238E27FC236}">
                <a16:creationId xmlns:a16="http://schemas.microsoft.com/office/drawing/2014/main" id="{21EC3F3D-CFA3-58A4-11E5-620CC079BE16}"/>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38924" name="Rectangle 11">
            <a:extLst>
              <a:ext uri="{FF2B5EF4-FFF2-40B4-BE49-F238E27FC236}">
                <a16:creationId xmlns:a16="http://schemas.microsoft.com/office/drawing/2014/main" id="{4817EE5D-8C5E-AEF1-9B3F-D220C7FD432C}"/>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HTTP uses the services of TCP on well-known port 80.</a:t>
            </a:r>
          </a:p>
        </p:txBody>
      </p:sp>
      <p:grpSp>
        <p:nvGrpSpPr>
          <p:cNvPr id="38925" name="Group 12">
            <a:extLst>
              <a:ext uri="{FF2B5EF4-FFF2-40B4-BE49-F238E27FC236}">
                <a16:creationId xmlns:a16="http://schemas.microsoft.com/office/drawing/2014/main" id="{DD2D12C2-D1CA-B40A-6C68-BF6B84FAE98C}"/>
              </a:ext>
            </a:extLst>
          </p:cNvPr>
          <p:cNvGrpSpPr>
            <a:grpSpLocks/>
          </p:cNvGrpSpPr>
          <p:nvPr/>
        </p:nvGrpSpPr>
        <p:grpSpPr bwMode="auto">
          <a:xfrm>
            <a:off x="457200" y="1981200"/>
            <a:ext cx="1143000" cy="566738"/>
            <a:chOff x="1200" y="1248"/>
            <a:chExt cx="720" cy="357"/>
          </a:xfrm>
        </p:grpSpPr>
        <p:pic>
          <p:nvPicPr>
            <p:cNvPr id="38926" name="Picture 13">
              <a:extLst>
                <a:ext uri="{FF2B5EF4-FFF2-40B4-BE49-F238E27FC236}">
                  <a16:creationId xmlns:a16="http://schemas.microsoft.com/office/drawing/2014/main" id="{AFFB194A-6143-19A9-1E00-70A675B44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27" name="Text Box 14">
              <a:extLst>
                <a:ext uri="{FF2B5EF4-FFF2-40B4-BE49-F238E27FC236}">
                  <a16:creationId xmlns:a16="http://schemas.microsoft.com/office/drawing/2014/main" id="{C2679CF2-8F24-2E81-DCB2-52D1B3F5633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a:extLst>
              <a:ext uri="{FF2B5EF4-FFF2-40B4-BE49-F238E27FC236}">
                <a16:creationId xmlns:a16="http://schemas.microsoft.com/office/drawing/2014/main" id="{04D7B34C-6E99-275C-FD1D-093D3295513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CFDE1B53-FF28-4962-8F56-6076DE338B87}" type="slidenum">
              <a:rPr lang="en-US" altLang="en-US" sz="2000" smtClean="0">
                <a:solidFill>
                  <a:schemeClr val="bg2"/>
                </a:solidFill>
              </a:rPr>
              <a:pPr/>
              <a:t>21</a:t>
            </a:fld>
            <a:endParaRPr lang="en-US" altLang="en-US" sz="2000">
              <a:solidFill>
                <a:schemeClr val="bg2"/>
              </a:solidFill>
            </a:endParaRPr>
          </a:p>
        </p:txBody>
      </p:sp>
      <p:sp>
        <p:nvSpPr>
          <p:cNvPr id="40963" name="Line 2">
            <a:extLst>
              <a:ext uri="{FF2B5EF4-FFF2-40B4-BE49-F238E27FC236}">
                <a16:creationId xmlns:a16="http://schemas.microsoft.com/office/drawing/2014/main" id="{0F941900-8A14-DF76-DA5B-25983C7FD43C}"/>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0964" name="Line 3">
            <a:extLst>
              <a:ext uri="{FF2B5EF4-FFF2-40B4-BE49-F238E27FC236}">
                <a16:creationId xmlns:a16="http://schemas.microsoft.com/office/drawing/2014/main" id="{4523A742-1D60-1371-6A25-A81C92E81EF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0965" name="Text Box 4">
            <a:extLst>
              <a:ext uri="{FF2B5EF4-FFF2-40B4-BE49-F238E27FC236}">
                <a16:creationId xmlns:a16="http://schemas.microsoft.com/office/drawing/2014/main" id="{F627E68F-D12D-9FA2-C920-9F218C2D6707}"/>
              </a:ext>
            </a:extLst>
          </p:cNvPr>
          <p:cNvSpPr txBox="1">
            <a:spLocks noChangeArrowheads="1"/>
          </p:cNvSpPr>
          <p:nvPr/>
        </p:nvSpPr>
        <p:spPr bwMode="auto">
          <a:xfrm>
            <a:off x="304800" y="762000"/>
            <a:ext cx="387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27.12  </a:t>
            </a:r>
            <a:r>
              <a:rPr lang="en-US" altLang="en-US" sz="2000" i="1">
                <a:latin typeface="Times New Roman" panose="02020603050405020304" pitchFamily="18" charset="0"/>
              </a:rPr>
              <a:t>HTTP transaction</a:t>
            </a:r>
          </a:p>
        </p:txBody>
      </p:sp>
      <p:sp>
        <p:nvSpPr>
          <p:cNvPr id="40966" name="Line 5">
            <a:extLst>
              <a:ext uri="{FF2B5EF4-FFF2-40B4-BE49-F238E27FC236}">
                <a16:creationId xmlns:a16="http://schemas.microsoft.com/office/drawing/2014/main" id="{508545CC-7E11-F66F-6CCB-21E08252240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40967" name="Picture 1">
            <a:extLst>
              <a:ext uri="{FF2B5EF4-FFF2-40B4-BE49-F238E27FC236}">
                <a16:creationId xmlns:a16="http://schemas.microsoft.com/office/drawing/2014/main" id="{A0D6D5DA-64CB-0826-19F5-FEF5C14E32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57400"/>
            <a:ext cx="75946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Box 2">
            <a:extLst>
              <a:ext uri="{FF2B5EF4-FFF2-40B4-BE49-F238E27FC236}">
                <a16:creationId xmlns:a16="http://schemas.microsoft.com/office/drawing/2014/main" id="{DA2EC470-20A5-FC03-E883-07B42A716B88}"/>
              </a:ext>
            </a:extLst>
          </p:cNvPr>
          <p:cNvSpPr txBox="1">
            <a:spLocks noChangeArrowheads="1"/>
          </p:cNvSpPr>
          <p:nvPr/>
        </p:nvSpPr>
        <p:spPr bwMode="auto">
          <a:xfrm>
            <a:off x="457200" y="762000"/>
            <a:ext cx="7543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HTTP Transaction</a:t>
            </a:r>
          </a:p>
        </p:txBody>
      </p:sp>
      <p:sp>
        <p:nvSpPr>
          <p:cNvPr id="43011" name="TextBox 3">
            <a:extLst>
              <a:ext uri="{FF2B5EF4-FFF2-40B4-BE49-F238E27FC236}">
                <a16:creationId xmlns:a16="http://schemas.microsoft.com/office/drawing/2014/main" id="{BCFC0FBA-C4E2-4FA2-548F-DA4C308ED864}"/>
              </a:ext>
            </a:extLst>
          </p:cNvPr>
          <p:cNvSpPr txBox="1">
            <a:spLocks noChangeArrowheads="1"/>
          </p:cNvSpPr>
          <p:nvPr/>
        </p:nvSpPr>
        <p:spPr bwMode="auto">
          <a:xfrm>
            <a:off x="228600" y="1676400"/>
            <a:ext cx="868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400" b="0"/>
              <a:t>HTTP uses the services of TCP, HTTP itself is a stateless protocol, which means that the server does not keep information about the client.</a:t>
            </a:r>
          </a:p>
          <a:p>
            <a:pPr>
              <a:buFont typeface="Arial" panose="020B0604020202020204" pitchFamily="34" charset="0"/>
              <a:buChar char="•"/>
            </a:pPr>
            <a:endParaRPr lang="en-US" altLang="en-US" sz="2400" b="0"/>
          </a:p>
          <a:p>
            <a:pPr>
              <a:buFont typeface="Arial" panose="020B0604020202020204" pitchFamily="34" charset="0"/>
              <a:buChar char="•"/>
            </a:pPr>
            <a:r>
              <a:rPr lang="en-US" altLang="en-US" sz="2400" b="0"/>
              <a:t>The client initializes the transaction by sending a request. The server replies by sending a response.</a:t>
            </a:r>
            <a:endParaRPr lang="en-US" altLang="en-US"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41A9AF-B0BA-4A94-71B5-AA6FB778393B}"/>
              </a:ext>
            </a:extLst>
          </p:cNvPr>
          <p:cNvSpPr txBox="1"/>
          <p:nvPr/>
        </p:nvSpPr>
        <p:spPr>
          <a:xfrm>
            <a:off x="304800" y="457200"/>
            <a:ext cx="8458200" cy="5878513"/>
          </a:xfrm>
          <a:prstGeom prst="rect">
            <a:avLst/>
          </a:prstGeom>
          <a:noFill/>
        </p:spPr>
        <p:txBody>
          <a:bodyPr>
            <a:spAutoFit/>
          </a:bodyPr>
          <a:lstStyle/>
          <a:p>
            <a:pPr>
              <a:defRPr/>
            </a:pPr>
            <a:r>
              <a:rPr lang="en-US" i="1" dirty="0"/>
              <a:t>Request Message</a:t>
            </a:r>
          </a:p>
          <a:p>
            <a:pPr marL="342900" indent="-342900">
              <a:buFont typeface="Arial" panose="020B0604020202020204" pitchFamily="34" charset="0"/>
              <a:buChar char="•"/>
              <a:defRPr/>
            </a:pPr>
            <a:r>
              <a:rPr lang="en-US" sz="2400" b="0" dirty="0"/>
              <a:t>A request message consists of a request line, a header, and sometimes a body.</a:t>
            </a:r>
          </a:p>
          <a:p>
            <a:pPr marL="342900" indent="-342900">
              <a:buFont typeface="Arial" panose="020B0604020202020204" pitchFamily="34" charset="0"/>
              <a:buChar char="•"/>
              <a:defRPr/>
            </a:pPr>
            <a:endParaRPr lang="en-US" sz="2400" b="0" dirty="0"/>
          </a:p>
          <a:p>
            <a:pPr marL="342900" indent="-342900">
              <a:buFont typeface="Arial" panose="020B0604020202020204" pitchFamily="34" charset="0"/>
              <a:buChar char="•"/>
              <a:defRPr/>
            </a:pPr>
            <a:r>
              <a:rPr lang="en-US" sz="2400" dirty="0"/>
              <a:t>Request Line: </a:t>
            </a:r>
            <a:r>
              <a:rPr lang="en-US" sz="2400" b="0" dirty="0"/>
              <a:t>The first line in a request message is called a </a:t>
            </a:r>
            <a:r>
              <a:rPr lang="en-US" sz="2400" dirty="0"/>
              <a:t>request line. </a:t>
            </a:r>
            <a:r>
              <a:rPr lang="en-US" sz="2400" b="0" dirty="0"/>
              <a:t>There are three fields in this line separated by some character delimiter. The fields are called methods, URL, and Version.</a:t>
            </a:r>
          </a:p>
          <a:p>
            <a:pPr marL="342900" indent="-342900">
              <a:buFont typeface="Arial" panose="020B0604020202020204" pitchFamily="34" charset="0"/>
              <a:buChar char="•"/>
              <a:defRPr/>
            </a:pPr>
            <a:endParaRPr lang="en-US" sz="2400" b="0" dirty="0"/>
          </a:p>
          <a:p>
            <a:pPr marL="342900" indent="-342900">
              <a:buFont typeface="Arial" panose="020B0604020202020204" pitchFamily="34" charset="0"/>
              <a:buChar char="•"/>
              <a:defRPr/>
            </a:pPr>
            <a:r>
              <a:rPr lang="en-US" sz="2400" b="0" dirty="0"/>
              <a:t>These three should be separated by a space character.</a:t>
            </a:r>
          </a:p>
          <a:p>
            <a:pPr marL="342900" indent="-342900">
              <a:buFont typeface="Arial" panose="020B0604020202020204" pitchFamily="34" charset="0"/>
              <a:buChar char="•"/>
              <a:defRPr/>
            </a:pPr>
            <a:endParaRPr lang="en-US" sz="2400" b="0" dirty="0"/>
          </a:p>
          <a:p>
            <a:pPr marL="342900" indent="-342900">
              <a:buFont typeface="Arial" panose="020B0604020202020204" pitchFamily="34" charset="0"/>
              <a:buChar char="•"/>
              <a:defRPr/>
            </a:pPr>
            <a:r>
              <a:rPr lang="en-US" sz="2400" b="0" dirty="0"/>
              <a:t>At the end two characters, a carriage return followed by a line feed,</a:t>
            </a:r>
            <a:r>
              <a:rPr lang="en-US" b="0" dirty="0"/>
              <a:t> </a:t>
            </a:r>
            <a:r>
              <a:rPr lang="en-US" sz="2400" b="0" dirty="0"/>
              <a:t>terminate the line.</a:t>
            </a:r>
          </a:p>
          <a:p>
            <a:pPr marL="342900" indent="-342900">
              <a:buFont typeface="Arial" panose="020B0604020202020204" pitchFamily="34" charset="0"/>
              <a:buChar char="•"/>
              <a:defRPr/>
            </a:pPr>
            <a:endParaRPr lang="en-US" sz="2400" b="0" dirty="0"/>
          </a:p>
          <a:p>
            <a:pPr marL="342900" indent="-342900">
              <a:buFont typeface="Arial" panose="020B0604020202020204" pitchFamily="34" charset="0"/>
              <a:buChar char="•"/>
              <a:defRPr/>
            </a:pPr>
            <a:r>
              <a:rPr lang="en-US" sz="2400" b="0" dirty="0"/>
              <a:t>The method field defines the </a:t>
            </a:r>
            <a:r>
              <a:rPr lang="en-US" sz="2400" dirty="0"/>
              <a:t>request type</a:t>
            </a:r>
            <a:r>
              <a:rPr lang="en-US" sz="2400" b="0"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a:extLst>
              <a:ext uri="{FF2B5EF4-FFF2-40B4-BE49-F238E27FC236}">
                <a16:creationId xmlns:a16="http://schemas.microsoft.com/office/drawing/2014/main" id="{7A793954-0B08-F2F5-7B08-C7D0A612B3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0525" y="1066800"/>
            <a:ext cx="849788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Box 3">
            <a:extLst>
              <a:ext uri="{FF2B5EF4-FFF2-40B4-BE49-F238E27FC236}">
                <a16:creationId xmlns:a16="http://schemas.microsoft.com/office/drawing/2014/main" id="{7EDD0C9F-4C2B-91A9-D398-1EFD057D1951}"/>
              </a:ext>
            </a:extLst>
          </p:cNvPr>
          <p:cNvSpPr txBox="1">
            <a:spLocks noChangeArrowheads="1"/>
          </p:cNvSpPr>
          <p:nvPr/>
        </p:nvSpPr>
        <p:spPr bwMode="auto">
          <a:xfrm>
            <a:off x="457200" y="304800"/>
            <a:ext cx="838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t>Format of request message: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Box 2">
            <a:extLst>
              <a:ext uri="{FF2B5EF4-FFF2-40B4-BE49-F238E27FC236}">
                <a16:creationId xmlns:a16="http://schemas.microsoft.com/office/drawing/2014/main" id="{16BA42C5-E84C-9981-DA01-5197B6804885}"/>
              </a:ext>
            </a:extLst>
          </p:cNvPr>
          <p:cNvSpPr txBox="1">
            <a:spLocks noChangeArrowheads="1"/>
          </p:cNvSpPr>
          <p:nvPr/>
        </p:nvSpPr>
        <p:spPr bwMode="auto">
          <a:xfrm>
            <a:off x="114300" y="38100"/>
            <a:ext cx="84582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t>Request Message (cont.)</a:t>
            </a:r>
          </a:p>
          <a:p>
            <a:r>
              <a:rPr lang="en-US" altLang="en-US" sz="2400" b="0"/>
              <a:t>The second field, URL, It defines the address</a:t>
            </a:r>
          </a:p>
          <a:p>
            <a:r>
              <a:rPr lang="en-US" altLang="en-US" sz="2400" b="0"/>
              <a:t>and name of corresponding Web page. The third field, version, gives the version of the protocol; the most current version of HTTP is 1.1.</a:t>
            </a:r>
            <a:endParaRPr lang="en-US" altLang="en-US" sz="1800" b="0"/>
          </a:p>
        </p:txBody>
      </p:sp>
      <p:sp>
        <p:nvSpPr>
          <p:cNvPr id="5" name="TextBox 4">
            <a:extLst>
              <a:ext uri="{FF2B5EF4-FFF2-40B4-BE49-F238E27FC236}">
                <a16:creationId xmlns:a16="http://schemas.microsoft.com/office/drawing/2014/main" id="{74A29D1F-12ED-713A-D746-6F74FCB841A7}"/>
              </a:ext>
            </a:extLst>
          </p:cNvPr>
          <p:cNvSpPr txBox="1"/>
          <p:nvPr/>
        </p:nvSpPr>
        <p:spPr>
          <a:xfrm>
            <a:off x="152400" y="2100263"/>
            <a:ext cx="8153400" cy="4646612"/>
          </a:xfrm>
          <a:prstGeom prst="rect">
            <a:avLst/>
          </a:prstGeom>
          <a:noFill/>
        </p:spPr>
        <p:txBody>
          <a:bodyPr>
            <a:spAutoFit/>
          </a:bodyPr>
          <a:lstStyle/>
          <a:p>
            <a:pPr>
              <a:defRPr/>
            </a:pPr>
            <a:r>
              <a:rPr lang="en-US" dirty="0"/>
              <a:t>Header Lines In Request Message</a:t>
            </a:r>
          </a:p>
          <a:p>
            <a:pPr marL="342900" indent="-342900">
              <a:buFont typeface="Arial" panose="020B0604020202020204" pitchFamily="34" charset="0"/>
              <a:buChar char="•"/>
              <a:defRPr/>
            </a:pPr>
            <a:r>
              <a:rPr lang="en-US" sz="2400" b="0" dirty="0"/>
              <a:t>After the request line, we can have zero or more </a:t>
            </a:r>
            <a:r>
              <a:rPr lang="en-US" sz="2400" dirty="0"/>
              <a:t>request header </a:t>
            </a:r>
            <a:r>
              <a:rPr lang="en-US" sz="2400" b="0" dirty="0"/>
              <a:t>lines. Each header line sends additional information from the client to the server.</a:t>
            </a:r>
          </a:p>
          <a:p>
            <a:pPr marL="457200" indent="-457200">
              <a:buFont typeface="Arial" panose="020B0604020202020204" pitchFamily="34" charset="0"/>
              <a:buChar char="•"/>
              <a:defRPr/>
            </a:pPr>
            <a:r>
              <a:rPr lang="en-US" sz="2400" b="0" dirty="0"/>
              <a:t>Each header line has a header name, a colon, a space, and a header value</a:t>
            </a:r>
          </a:p>
          <a:p>
            <a:pPr marL="342900" indent="-342900">
              <a:buFont typeface="Arial" panose="020B0604020202020204" pitchFamily="34" charset="0"/>
              <a:buChar char="•"/>
              <a:defRPr/>
            </a:pPr>
            <a:r>
              <a:rPr lang="en-US" sz="2400" b="0" dirty="0"/>
              <a:t>The value field defines the values associated with each header name.</a:t>
            </a:r>
          </a:p>
          <a:p>
            <a:pPr marL="342900" indent="-342900">
              <a:buFont typeface="Arial" panose="020B0604020202020204" pitchFamily="34" charset="0"/>
              <a:buChar char="•"/>
              <a:defRPr/>
            </a:pPr>
            <a:endParaRPr lang="en-US" sz="2400" b="0" dirty="0"/>
          </a:p>
          <a:p>
            <a:pPr>
              <a:defRPr/>
            </a:pPr>
            <a:r>
              <a:rPr lang="en-US" sz="2400" dirty="0"/>
              <a:t>Body In Request Message </a:t>
            </a:r>
            <a:r>
              <a:rPr lang="en-US" sz="2400" b="0" dirty="0"/>
              <a:t>The body can be present in a request message. Usually, it contains the comment to be sent.</a:t>
            </a:r>
            <a:endParaRPr lang="en-US" sz="1400" b="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a:extLst>
              <a:ext uri="{FF2B5EF4-FFF2-40B4-BE49-F238E27FC236}">
                <a16:creationId xmlns:a16="http://schemas.microsoft.com/office/drawing/2014/main" id="{2D8ACFCF-5E0D-540C-56B2-89D5B9814ED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61D3B541-BE3F-46F6-A37A-EF756E943416}" type="slidenum">
              <a:rPr lang="en-US" altLang="en-US" sz="2000" smtClean="0">
                <a:solidFill>
                  <a:schemeClr val="bg2"/>
                </a:solidFill>
              </a:rPr>
              <a:pPr/>
              <a:t>26</a:t>
            </a:fld>
            <a:endParaRPr lang="en-US" altLang="en-US" sz="2000">
              <a:solidFill>
                <a:schemeClr val="bg2"/>
              </a:solidFill>
            </a:endParaRPr>
          </a:p>
        </p:txBody>
      </p:sp>
      <p:pic>
        <p:nvPicPr>
          <p:cNvPr id="47107" name="Picture 2">
            <a:extLst>
              <a:ext uri="{FF2B5EF4-FFF2-40B4-BE49-F238E27FC236}">
                <a16:creationId xmlns:a16="http://schemas.microsoft.com/office/drawing/2014/main" id="{25AE73D6-0160-54C2-F320-65123DBCDF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219200"/>
            <a:ext cx="8472487"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Box 3">
            <a:extLst>
              <a:ext uri="{FF2B5EF4-FFF2-40B4-BE49-F238E27FC236}">
                <a16:creationId xmlns:a16="http://schemas.microsoft.com/office/drawing/2014/main" id="{DEC7C74E-AD7E-2EDC-93FF-267134784518}"/>
              </a:ext>
            </a:extLst>
          </p:cNvPr>
          <p:cNvSpPr txBox="1">
            <a:spLocks noChangeArrowheads="1"/>
          </p:cNvSpPr>
          <p:nvPr/>
        </p:nvSpPr>
        <p:spPr bwMode="auto">
          <a:xfrm>
            <a:off x="533400" y="609600"/>
            <a:ext cx="5257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i="1"/>
              <a:t>Request Header Names</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a:extLst>
              <a:ext uri="{FF2B5EF4-FFF2-40B4-BE49-F238E27FC236}">
                <a16:creationId xmlns:a16="http://schemas.microsoft.com/office/drawing/2014/main" id="{BCB3554F-A7B3-9E7C-B063-6D34FA96D93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2FA43C5E-A9B9-46B9-9A96-EC23AACD9615}" type="slidenum">
              <a:rPr lang="en-US" altLang="en-US" sz="2000" smtClean="0">
                <a:solidFill>
                  <a:schemeClr val="bg2"/>
                </a:solidFill>
              </a:rPr>
              <a:pPr/>
              <a:t>27</a:t>
            </a:fld>
            <a:endParaRPr lang="en-US" altLang="en-US" sz="2000">
              <a:solidFill>
                <a:schemeClr val="bg2"/>
              </a:solidFill>
            </a:endParaRPr>
          </a:p>
        </p:txBody>
      </p:sp>
      <p:sp>
        <p:nvSpPr>
          <p:cNvPr id="48131" name="Line 2">
            <a:extLst>
              <a:ext uri="{FF2B5EF4-FFF2-40B4-BE49-F238E27FC236}">
                <a16:creationId xmlns:a16="http://schemas.microsoft.com/office/drawing/2014/main" id="{2E6BD7FA-AED3-C8C1-5512-269FB1BB852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8132" name="Line 3">
            <a:extLst>
              <a:ext uri="{FF2B5EF4-FFF2-40B4-BE49-F238E27FC236}">
                <a16:creationId xmlns:a16="http://schemas.microsoft.com/office/drawing/2014/main" id="{485DF8D6-C8D8-55AC-7F73-EDEB55E08BE4}"/>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48133" name="Text Box 4">
            <a:extLst>
              <a:ext uri="{FF2B5EF4-FFF2-40B4-BE49-F238E27FC236}">
                <a16:creationId xmlns:a16="http://schemas.microsoft.com/office/drawing/2014/main" id="{CD4F9C4C-68B6-D2B5-3A2A-37C81FA0F8F1}"/>
              </a:ext>
            </a:extLst>
          </p:cNvPr>
          <p:cNvSpPr txBox="1">
            <a:spLocks noChangeArrowheads="1"/>
          </p:cNvSpPr>
          <p:nvPr/>
        </p:nvSpPr>
        <p:spPr bwMode="auto">
          <a:xfrm>
            <a:off x="304800" y="762000"/>
            <a:ext cx="5265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27.13  </a:t>
            </a:r>
            <a:r>
              <a:rPr lang="en-US" altLang="en-US" sz="2000" i="1">
                <a:latin typeface="Times New Roman" panose="02020603050405020304" pitchFamily="18" charset="0"/>
              </a:rPr>
              <a:t>Request and response messages</a:t>
            </a:r>
          </a:p>
        </p:txBody>
      </p:sp>
      <p:sp>
        <p:nvSpPr>
          <p:cNvPr id="48134" name="Line 5">
            <a:extLst>
              <a:ext uri="{FF2B5EF4-FFF2-40B4-BE49-F238E27FC236}">
                <a16:creationId xmlns:a16="http://schemas.microsoft.com/office/drawing/2014/main" id="{D1222E1C-62FB-2434-F179-113452246D1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48135" name="Picture 6">
            <a:extLst>
              <a:ext uri="{FF2B5EF4-FFF2-40B4-BE49-F238E27FC236}">
                <a16:creationId xmlns:a16="http://schemas.microsoft.com/office/drawing/2014/main" id="{0019743C-87D2-204A-18AC-126081093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1660525"/>
            <a:ext cx="8455025"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1">
            <a:extLst>
              <a:ext uri="{FF2B5EF4-FFF2-40B4-BE49-F238E27FC236}">
                <a16:creationId xmlns:a16="http://schemas.microsoft.com/office/drawing/2014/main" id="{D50DA1A6-E9BE-9963-46AC-A3103C511E2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55D8C5E3-4BC8-47EC-B92B-015819D37AF1}" type="slidenum">
              <a:rPr lang="en-US" altLang="en-US" sz="2000" smtClean="0">
                <a:solidFill>
                  <a:schemeClr val="bg2"/>
                </a:solidFill>
              </a:rPr>
              <a:pPr/>
              <a:t>28</a:t>
            </a:fld>
            <a:endParaRPr lang="en-US" altLang="en-US" sz="2000">
              <a:solidFill>
                <a:schemeClr val="bg2"/>
              </a:solidFill>
            </a:endParaRPr>
          </a:p>
        </p:txBody>
      </p:sp>
      <p:sp>
        <p:nvSpPr>
          <p:cNvPr id="50179" name="TextBox 2">
            <a:extLst>
              <a:ext uri="{FF2B5EF4-FFF2-40B4-BE49-F238E27FC236}">
                <a16:creationId xmlns:a16="http://schemas.microsoft.com/office/drawing/2014/main" id="{CC9C3B89-4B92-5AA2-9A77-9CFE023B8014}"/>
              </a:ext>
            </a:extLst>
          </p:cNvPr>
          <p:cNvSpPr txBox="1">
            <a:spLocks noChangeArrowheads="1"/>
          </p:cNvSpPr>
          <p:nvPr/>
        </p:nvSpPr>
        <p:spPr bwMode="auto">
          <a:xfrm>
            <a:off x="304800" y="5334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t>Response Message</a:t>
            </a:r>
            <a:endParaRPr lang="en-US" altLang="en-US"/>
          </a:p>
        </p:txBody>
      </p:sp>
      <p:sp>
        <p:nvSpPr>
          <p:cNvPr id="50180" name="TextBox 3">
            <a:extLst>
              <a:ext uri="{FF2B5EF4-FFF2-40B4-BE49-F238E27FC236}">
                <a16:creationId xmlns:a16="http://schemas.microsoft.com/office/drawing/2014/main" id="{BA4B8B68-1DC1-6743-9001-00DD5DFFEE55}"/>
              </a:ext>
            </a:extLst>
          </p:cNvPr>
          <p:cNvSpPr txBox="1">
            <a:spLocks noChangeArrowheads="1"/>
          </p:cNvSpPr>
          <p:nvPr/>
        </p:nvSpPr>
        <p:spPr bwMode="auto">
          <a:xfrm>
            <a:off x="304800" y="1117600"/>
            <a:ext cx="8305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b="0"/>
              <a:t>A response message consists of a status line, header lines, a blank line and sometimes a body.</a:t>
            </a:r>
            <a:endParaRPr lang="en-US" altLang="en-US" sz="2400"/>
          </a:p>
        </p:txBody>
      </p:sp>
      <p:sp>
        <p:nvSpPr>
          <p:cNvPr id="50181" name="TextBox 4">
            <a:extLst>
              <a:ext uri="{FF2B5EF4-FFF2-40B4-BE49-F238E27FC236}">
                <a16:creationId xmlns:a16="http://schemas.microsoft.com/office/drawing/2014/main" id="{209A185F-5010-2C2D-4C76-6A3935EED1D5}"/>
              </a:ext>
            </a:extLst>
          </p:cNvPr>
          <p:cNvSpPr txBox="1">
            <a:spLocks noChangeArrowheads="1"/>
          </p:cNvSpPr>
          <p:nvPr/>
        </p:nvSpPr>
        <p:spPr bwMode="auto">
          <a:xfrm>
            <a:off x="304800" y="2133600"/>
            <a:ext cx="4648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Status Line</a:t>
            </a:r>
          </a:p>
        </p:txBody>
      </p:sp>
      <p:sp>
        <p:nvSpPr>
          <p:cNvPr id="50182" name="TextBox 5">
            <a:extLst>
              <a:ext uri="{FF2B5EF4-FFF2-40B4-BE49-F238E27FC236}">
                <a16:creationId xmlns:a16="http://schemas.microsoft.com/office/drawing/2014/main" id="{D569BD27-4C69-E88E-4CA7-6B8611F05E8D}"/>
              </a:ext>
            </a:extLst>
          </p:cNvPr>
          <p:cNvSpPr txBox="1">
            <a:spLocks noChangeArrowheads="1"/>
          </p:cNvSpPr>
          <p:nvPr/>
        </p:nvSpPr>
        <p:spPr bwMode="auto">
          <a:xfrm>
            <a:off x="304800" y="2895600"/>
            <a:ext cx="84582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400" b="0"/>
              <a:t>The first line in a response message is called the </a:t>
            </a:r>
            <a:r>
              <a:rPr lang="en-US" altLang="en-US" sz="2400"/>
              <a:t>status line</a:t>
            </a:r>
            <a:r>
              <a:rPr lang="en-US" altLang="en-US" sz="2400" b="0"/>
              <a:t>. </a:t>
            </a:r>
          </a:p>
          <a:p>
            <a:pPr>
              <a:buFont typeface="Arial" panose="020B0604020202020204" pitchFamily="34" charset="0"/>
              <a:buChar char="•"/>
            </a:pPr>
            <a:r>
              <a:rPr lang="en-US" altLang="en-US" sz="2400" b="0"/>
              <a:t>There are three fields in this line separated by spaces and terminated by a carriage return and line feed. </a:t>
            </a:r>
          </a:p>
          <a:p>
            <a:pPr>
              <a:buFont typeface="Arial" panose="020B0604020202020204" pitchFamily="34" charset="0"/>
              <a:buChar char="•"/>
            </a:pPr>
            <a:r>
              <a:rPr lang="en-US" altLang="en-US" sz="2400" b="0"/>
              <a:t>The first field defines the version of HTTP protocol, currently 1.1.</a:t>
            </a:r>
          </a:p>
          <a:p>
            <a:pPr>
              <a:buFont typeface="Arial" panose="020B0604020202020204" pitchFamily="34" charset="0"/>
              <a:buChar char="•"/>
            </a:pPr>
            <a:r>
              <a:rPr lang="en-US" altLang="en-US" sz="2400" b="0"/>
              <a:t>The status code field defines the status of the request. It consists of three digits.</a:t>
            </a:r>
            <a:endParaRPr lang="en-US" altLang="en-US"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Box 2">
            <a:extLst>
              <a:ext uri="{FF2B5EF4-FFF2-40B4-BE49-F238E27FC236}">
                <a16:creationId xmlns:a16="http://schemas.microsoft.com/office/drawing/2014/main" id="{C23B628A-F939-80A2-9040-BD09E9C3CFD0}"/>
              </a:ext>
            </a:extLst>
          </p:cNvPr>
          <p:cNvSpPr txBox="1">
            <a:spLocks noChangeArrowheads="1"/>
          </p:cNvSpPr>
          <p:nvPr/>
        </p:nvSpPr>
        <p:spPr bwMode="auto">
          <a:xfrm>
            <a:off x="381000" y="3810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Header Lines In Response Message</a:t>
            </a:r>
          </a:p>
        </p:txBody>
      </p:sp>
      <p:sp>
        <p:nvSpPr>
          <p:cNvPr id="51203" name="TextBox 3">
            <a:extLst>
              <a:ext uri="{FF2B5EF4-FFF2-40B4-BE49-F238E27FC236}">
                <a16:creationId xmlns:a16="http://schemas.microsoft.com/office/drawing/2014/main" id="{AEF7A1CB-A3F6-A7CB-4588-27CE791AE671}"/>
              </a:ext>
            </a:extLst>
          </p:cNvPr>
          <p:cNvSpPr txBox="1">
            <a:spLocks noChangeArrowheads="1"/>
          </p:cNvSpPr>
          <p:nvPr/>
        </p:nvSpPr>
        <p:spPr bwMode="auto">
          <a:xfrm>
            <a:off x="457200" y="1295400"/>
            <a:ext cx="8382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400" b="0"/>
              <a:t>After the status line, we can have zero or more </a:t>
            </a:r>
            <a:r>
              <a:rPr lang="en-US" altLang="en-US" sz="2400"/>
              <a:t>response header </a:t>
            </a:r>
            <a:r>
              <a:rPr lang="en-US" altLang="en-US" sz="2400" b="0"/>
              <a:t>lines. </a:t>
            </a:r>
          </a:p>
          <a:p>
            <a:pPr>
              <a:buFont typeface="Arial" panose="020B0604020202020204" pitchFamily="34" charset="0"/>
              <a:buChar char="•"/>
            </a:pPr>
            <a:r>
              <a:rPr lang="en-US" altLang="en-US" sz="2400" b="0"/>
              <a:t>Each header line sends additional information from the server to the client.</a:t>
            </a:r>
          </a:p>
          <a:p>
            <a:pPr>
              <a:buFont typeface="Arial" panose="020B0604020202020204" pitchFamily="34" charset="0"/>
              <a:buChar char="•"/>
            </a:pPr>
            <a:r>
              <a:rPr lang="en-US" altLang="en-US" sz="2400" b="0"/>
              <a:t>For example, the sender can send extra information about the document.</a:t>
            </a:r>
          </a:p>
          <a:p>
            <a:pPr>
              <a:buFont typeface="Arial" panose="020B0604020202020204" pitchFamily="34" charset="0"/>
              <a:buChar char="•"/>
            </a:pPr>
            <a:r>
              <a:rPr lang="en-US" altLang="en-US" sz="2400" b="0"/>
              <a:t>Each header line has a header name, a colon, a space, and a header value</a:t>
            </a:r>
            <a:endParaRPr lang="en-US" altLang="en-US" sz="1400"/>
          </a:p>
        </p:txBody>
      </p:sp>
      <p:sp>
        <p:nvSpPr>
          <p:cNvPr id="51204" name="TextBox 4">
            <a:extLst>
              <a:ext uri="{FF2B5EF4-FFF2-40B4-BE49-F238E27FC236}">
                <a16:creationId xmlns:a16="http://schemas.microsoft.com/office/drawing/2014/main" id="{3ADEFD7E-5E21-2FA7-4B83-7BC8E4AEC661}"/>
              </a:ext>
            </a:extLst>
          </p:cNvPr>
          <p:cNvSpPr txBox="1">
            <a:spLocks noChangeArrowheads="1"/>
          </p:cNvSpPr>
          <p:nvPr/>
        </p:nvSpPr>
        <p:spPr bwMode="auto">
          <a:xfrm>
            <a:off x="457200" y="4341813"/>
            <a:ext cx="822960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Body </a:t>
            </a:r>
          </a:p>
          <a:p>
            <a:endParaRPr lang="en-US" altLang="en-US"/>
          </a:p>
          <a:p>
            <a:r>
              <a:rPr lang="en-US" altLang="en-US" sz="2400" b="0"/>
              <a:t>The body contains the document to be sent from the server to the client. The body is present unless the response is an error message.</a:t>
            </a:r>
            <a:endParaRPr lang="en-US" altLang="en-US"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1">
            <a:extLst>
              <a:ext uri="{FF2B5EF4-FFF2-40B4-BE49-F238E27FC236}">
                <a16:creationId xmlns:a16="http://schemas.microsoft.com/office/drawing/2014/main" id="{0ACB047C-DDB0-BDD4-E02D-BE2C2919EB6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A75EBC9D-3F7B-46C3-A941-6B6B87ECB534}" type="slidenum">
              <a:rPr lang="en-US" altLang="en-US" sz="2000" smtClean="0">
                <a:solidFill>
                  <a:schemeClr val="bg2"/>
                </a:solidFill>
              </a:rPr>
              <a:pPr/>
              <a:t>30</a:t>
            </a:fld>
            <a:endParaRPr lang="en-US" altLang="en-US" sz="2000">
              <a:solidFill>
                <a:schemeClr val="bg2"/>
              </a:solidFill>
            </a:endParaRPr>
          </a:p>
        </p:txBody>
      </p:sp>
      <p:pic>
        <p:nvPicPr>
          <p:cNvPr id="52227" name="Picture 2">
            <a:extLst>
              <a:ext uri="{FF2B5EF4-FFF2-40B4-BE49-F238E27FC236}">
                <a16:creationId xmlns:a16="http://schemas.microsoft.com/office/drawing/2014/main" id="{CFE3014C-958D-203D-22D2-4F92549A17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8650" y="990600"/>
            <a:ext cx="7905750" cy="48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extBox 3">
            <a:extLst>
              <a:ext uri="{FF2B5EF4-FFF2-40B4-BE49-F238E27FC236}">
                <a16:creationId xmlns:a16="http://schemas.microsoft.com/office/drawing/2014/main" id="{574CBF58-AA1C-1C25-1662-14EDE12EA950}"/>
              </a:ext>
            </a:extLst>
          </p:cNvPr>
          <p:cNvSpPr txBox="1">
            <a:spLocks noChangeArrowheads="1"/>
          </p:cNvSpPr>
          <p:nvPr/>
        </p:nvSpPr>
        <p:spPr bwMode="auto">
          <a:xfrm>
            <a:off x="533400" y="176213"/>
            <a:ext cx="6553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b="0" i="1"/>
              <a:t>Format of the response message</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A9EE350F-E5B2-B19E-F6C0-8E190C6A512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A234491D-3E87-4397-B15A-04EFDB8522C4}" type="slidenum">
              <a:rPr lang="en-US" altLang="en-US" sz="2000" smtClean="0">
                <a:solidFill>
                  <a:schemeClr val="bg2"/>
                </a:solidFill>
              </a:rPr>
              <a:pPr/>
              <a:t>31</a:t>
            </a:fld>
            <a:endParaRPr lang="en-US" altLang="en-US" sz="2000">
              <a:solidFill>
                <a:schemeClr val="bg2"/>
              </a:solidFill>
            </a:endParaRPr>
          </a:p>
        </p:txBody>
      </p:sp>
      <p:sp>
        <p:nvSpPr>
          <p:cNvPr id="53251" name="Line 2">
            <a:extLst>
              <a:ext uri="{FF2B5EF4-FFF2-40B4-BE49-F238E27FC236}">
                <a16:creationId xmlns:a16="http://schemas.microsoft.com/office/drawing/2014/main" id="{0CAC1CF4-84B6-CA0E-9C77-4D2DDEAA29E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3252" name="Line 3">
            <a:extLst>
              <a:ext uri="{FF2B5EF4-FFF2-40B4-BE49-F238E27FC236}">
                <a16:creationId xmlns:a16="http://schemas.microsoft.com/office/drawing/2014/main" id="{6BC08EE1-0650-21D7-9BD6-5DDC642E5AB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3253" name="Text Box 4">
            <a:extLst>
              <a:ext uri="{FF2B5EF4-FFF2-40B4-BE49-F238E27FC236}">
                <a16:creationId xmlns:a16="http://schemas.microsoft.com/office/drawing/2014/main" id="{07FE8E03-004A-5393-15AF-36A0783D9689}"/>
              </a:ext>
            </a:extLst>
          </p:cNvPr>
          <p:cNvSpPr txBox="1">
            <a:spLocks noChangeArrowheads="1"/>
          </p:cNvSpPr>
          <p:nvPr/>
        </p:nvSpPr>
        <p:spPr bwMode="auto">
          <a:xfrm>
            <a:off x="304800" y="762000"/>
            <a:ext cx="4475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27.14  </a:t>
            </a:r>
            <a:r>
              <a:rPr lang="en-US" altLang="en-US" sz="2000" i="1">
                <a:latin typeface="Times New Roman" panose="02020603050405020304" pitchFamily="18" charset="0"/>
              </a:rPr>
              <a:t>Request and status lines</a:t>
            </a:r>
          </a:p>
        </p:txBody>
      </p:sp>
      <p:sp>
        <p:nvSpPr>
          <p:cNvPr id="53254" name="Line 5">
            <a:extLst>
              <a:ext uri="{FF2B5EF4-FFF2-40B4-BE49-F238E27FC236}">
                <a16:creationId xmlns:a16="http://schemas.microsoft.com/office/drawing/2014/main" id="{8E258638-0F81-4382-461A-72D24AE3068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53255" name="Picture 6">
            <a:extLst>
              <a:ext uri="{FF2B5EF4-FFF2-40B4-BE49-F238E27FC236}">
                <a16:creationId xmlns:a16="http://schemas.microsoft.com/office/drawing/2014/main" id="{56AE816F-7680-4F5D-56AE-DF65FF057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3175" y="2363788"/>
            <a:ext cx="6499225" cy="258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a:extLst>
              <a:ext uri="{FF2B5EF4-FFF2-40B4-BE49-F238E27FC236}">
                <a16:creationId xmlns:a16="http://schemas.microsoft.com/office/drawing/2014/main" id="{FDFA83D7-C3D0-C597-951F-40EFD535456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EEA33AF2-675C-4869-91CC-C5812A6DB129}" type="slidenum">
              <a:rPr lang="en-US" altLang="en-US" sz="2000" smtClean="0">
                <a:solidFill>
                  <a:schemeClr val="bg2"/>
                </a:solidFill>
              </a:rPr>
              <a:pPr/>
              <a:t>32</a:t>
            </a:fld>
            <a:endParaRPr lang="en-US" altLang="en-US" sz="2000">
              <a:solidFill>
                <a:schemeClr val="bg2"/>
              </a:solidFill>
            </a:endParaRPr>
          </a:p>
        </p:txBody>
      </p:sp>
      <p:sp>
        <p:nvSpPr>
          <p:cNvPr id="55299" name="Text Box 2">
            <a:extLst>
              <a:ext uri="{FF2B5EF4-FFF2-40B4-BE49-F238E27FC236}">
                <a16:creationId xmlns:a16="http://schemas.microsoft.com/office/drawing/2014/main" id="{0E4020A0-A80F-ADE0-FD8D-161C78B1A481}"/>
              </a:ext>
            </a:extLst>
          </p:cNvPr>
          <p:cNvSpPr txBox="1">
            <a:spLocks noChangeArrowheads="1"/>
          </p:cNvSpPr>
          <p:nvPr/>
        </p:nvSpPr>
        <p:spPr bwMode="auto">
          <a:xfrm>
            <a:off x="685800" y="2057400"/>
            <a:ext cx="2592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27.1  </a:t>
            </a:r>
            <a:r>
              <a:rPr lang="en-US" altLang="en-US" sz="2000" i="1">
                <a:latin typeface="Times New Roman" panose="02020603050405020304" pitchFamily="18" charset="0"/>
              </a:rPr>
              <a:t>Methods</a:t>
            </a:r>
          </a:p>
        </p:txBody>
      </p:sp>
      <p:pic>
        <p:nvPicPr>
          <p:cNvPr id="55300" name="Picture 5">
            <a:extLst>
              <a:ext uri="{FF2B5EF4-FFF2-40B4-BE49-F238E27FC236}">
                <a16:creationId xmlns:a16="http://schemas.microsoft.com/office/drawing/2014/main" id="{B56297C4-0E29-F1B7-1BC5-594CF414CA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14600"/>
            <a:ext cx="7880350" cy="321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01" name="TextBox 1">
            <a:extLst>
              <a:ext uri="{FF2B5EF4-FFF2-40B4-BE49-F238E27FC236}">
                <a16:creationId xmlns:a16="http://schemas.microsoft.com/office/drawing/2014/main" id="{7210C71E-6CDA-2248-39D9-BAEEC9D0BB1C}"/>
              </a:ext>
            </a:extLst>
          </p:cNvPr>
          <p:cNvSpPr txBox="1">
            <a:spLocks noChangeArrowheads="1"/>
          </p:cNvSpPr>
          <p:nvPr/>
        </p:nvSpPr>
        <p:spPr bwMode="auto">
          <a:xfrm>
            <a:off x="609600" y="990600"/>
            <a:ext cx="795655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b="0"/>
              <a:t>In version 1.1 of HTTP, several methods are defined</a:t>
            </a:r>
            <a:r>
              <a:rPr lang="en-US" altLang="en-US" b="0"/>
              <a:t>, </a:t>
            </a:r>
            <a:r>
              <a:rPr lang="en-US" altLang="en-US" sz="2000" b="0"/>
              <a:t>as shown in Table below</a:t>
            </a:r>
            <a:endParaRPr lang="en-US" alt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a:extLst>
              <a:ext uri="{FF2B5EF4-FFF2-40B4-BE49-F238E27FC236}">
                <a16:creationId xmlns:a16="http://schemas.microsoft.com/office/drawing/2014/main" id="{F8E5D543-6B17-F725-B6E5-F9312C2FCEA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ADA0CBA9-DB50-4A03-A329-915291DB9EE7}" type="slidenum">
              <a:rPr lang="en-US" altLang="en-US" sz="2000" smtClean="0">
                <a:solidFill>
                  <a:schemeClr val="bg2"/>
                </a:solidFill>
              </a:rPr>
              <a:pPr/>
              <a:t>33</a:t>
            </a:fld>
            <a:endParaRPr lang="en-US" altLang="en-US" sz="2000">
              <a:solidFill>
                <a:schemeClr val="bg2"/>
              </a:solidFill>
            </a:endParaRPr>
          </a:p>
        </p:txBody>
      </p:sp>
      <p:sp>
        <p:nvSpPr>
          <p:cNvPr id="57347" name="Text Box 2">
            <a:extLst>
              <a:ext uri="{FF2B5EF4-FFF2-40B4-BE49-F238E27FC236}">
                <a16:creationId xmlns:a16="http://schemas.microsoft.com/office/drawing/2014/main" id="{8878C90B-7642-AF89-5FD2-9E79260D6746}"/>
              </a:ext>
            </a:extLst>
          </p:cNvPr>
          <p:cNvSpPr txBox="1">
            <a:spLocks noChangeArrowheads="1"/>
          </p:cNvSpPr>
          <p:nvPr/>
        </p:nvSpPr>
        <p:spPr bwMode="auto">
          <a:xfrm>
            <a:off x="762000" y="1219200"/>
            <a:ext cx="297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27.2  </a:t>
            </a:r>
            <a:r>
              <a:rPr lang="en-US" altLang="en-US" sz="2000" i="1">
                <a:latin typeface="Times New Roman" panose="02020603050405020304" pitchFamily="18" charset="0"/>
              </a:rPr>
              <a:t>Status codes</a:t>
            </a:r>
          </a:p>
        </p:txBody>
      </p:sp>
      <p:pic>
        <p:nvPicPr>
          <p:cNvPr id="57348" name="Picture 4">
            <a:extLst>
              <a:ext uri="{FF2B5EF4-FFF2-40B4-BE49-F238E27FC236}">
                <a16:creationId xmlns:a16="http://schemas.microsoft.com/office/drawing/2014/main" id="{A3C6D357-A58A-7EA3-DD82-8F01E5DF5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1708150"/>
            <a:ext cx="7888287" cy="362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504AD902-834D-92CF-07B6-08F3EEE29988}"/>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9A2508CA-A5C2-4918-87F5-69AC4E57A5C7}" type="slidenum">
              <a:rPr lang="en-US" altLang="en-US" sz="2000" smtClean="0">
                <a:solidFill>
                  <a:schemeClr val="bg2"/>
                </a:solidFill>
              </a:rPr>
              <a:pPr/>
              <a:t>34</a:t>
            </a:fld>
            <a:endParaRPr lang="en-US" altLang="en-US" sz="2000">
              <a:solidFill>
                <a:schemeClr val="bg2"/>
              </a:solidFill>
            </a:endParaRPr>
          </a:p>
        </p:txBody>
      </p:sp>
      <p:sp>
        <p:nvSpPr>
          <p:cNvPr id="59395" name="Text Box 2">
            <a:extLst>
              <a:ext uri="{FF2B5EF4-FFF2-40B4-BE49-F238E27FC236}">
                <a16:creationId xmlns:a16="http://schemas.microsoft.com/office/drawing/2014/main" id="{1137D324-BA1D-8460-1355-B3F1A6AE802A}"/>
              </a:ext>
            </a:extLst>
          </p:cNvPr>
          <p:cNvSpPr txBox="1">
            <a:spLocks noChangeArrowheads="1"/>
          </p:cNvSpPr>
          <p:nvPr/>
        </p:nvSpPr>
        <p:spPr bwMode="auto">
          <a:xfrm>
            <a:off x="990600" y="304800"/>
            <a:ext cx="425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27.2  </a:t>
            </a:r>
            <a:r>
              <a:rPr lang="en-US" altLang="en-US" sz="2000" i="1">
                <a:latin typeface="Times New Roman" panose="02020603050405020304" pitchFamily="18" charset="0"/>
              </a:rPr>
              <a:t>Status codes </a:t>
            </a:r>
            <a:r>
              <a:rPr lang="en-US" altLang="en-US" sz="2000" i="1">
                <a:solidFill>
                  <a:schemeClr val="hlink"/>
                </a:solidFill>
                <a:latin typeface="Times New Roman" panose="02020603050405020304" pitchFamily="18" charset="0"/>
              </a:rPr>
              <a:t>(continued)</a:t>
            </a:r>
          </a:p>
        </p:txBody>
      </p:sp>
      <p:pic>
        <p:nvPicPr>
          <p:cNvPr id="59396" name="Picture 4">
            <a:extLst>
              <a:ext uri="{FF2B5EF4-FFF2-40B4-BE49-F238E27FC236}">
                <a16:creationId xmlns:a16="http://schemas.microsoft.com/office/drawing/2014/main" id="{EFA6612A-EF5C-2986-ECA0-3AC29AD09D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50" y="762000"/>
            <a:ext cx="7715250" cy="563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a:extLst>
              <a:ext uri="{FF2B5EF4-FFF2-40B4-BE49-F238E27FC236}">
                <a16:creationId xmlns:a16="http://schemas.microsoft.com/office/drawing/2014/main" id="{F8A5A129-7828-D944-0256-4EB41FA4BD4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102ADC00-D660-4034-99BF-2B3BE513CC7F}" type="slidenum">
              <a:rPr lang="en-US" altLang="en-US" sz="2000" smtClean="0">
                <a:solidFill>
                  <a:schemeClr val="bg2"/>
                </a:solidFill>
              </a:rPr>
              <a:pPr/>
              <a:t>35</a:t>
            </a:fld>
            <a:endParaRPr lang="en-US" altLang="en-US" sz="2000">
              <a:solidFill>
                <a:schemeClr val="bg2"/>
              </a:solidFill>
            </a:endParaRPr>
          </a:p>
        </p:txBody>
      </p:sp>
      <p:sp>
        <p:nvSpPr>
          <p:cNvPr id="61443" name="Line 2">
            <a:extLst>
              <a:ext uri="{FF2B5EF4-FFF2-40B4-BE49-F238E27FC236}">
                <a16:creationId xmlns:a16="http://schemas.microsoft.com/office/drawing/2014/main" id="{457910D7-570B-B938-EEC1-F2D66935395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1444" name="Line 3">
            <a:extLst>
              <a:ext uri="{FF2B5EF4-FFF2-40B4-BE49-F238E27FC236}">
                <a16:creationId xmlns:a16="http://schemas.microsoft.com/office/drawing/2014/main" id="{747F26FA-55A4-53AD-C2F8-F2EA42866AC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1445" name="Text Box 4">
            <a:extLst>
              <a:ext uri="{FF2B5EF4-FFF2-40B4-BE49-F238E27FC236}">
                <a16:creationId xmlns:a16="http://schemas.microsoft.com/office/drawing/2014/main" id="{489738D7-5636-CF60-6568-9DA6D58012A1}"/>
              </a:ext>
            </a:extLst>
          </p:cNvPr>
          <p:cNvSpPr txBox="1">
            <a:spLocks noChangeArrowheads="1"/>
          </p:cNvSpPr>
          <p:nvPr/>
        </p:nvSpPr>
        <p:spPr bwMode="auto">
          <a:xfrm>
            <a:off x="304800" y="762000"/>
            <a:ext cx="3502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27.15  </a:t>
            </a:r>
            <a:r>
              <a:rPr lang="en-US" altLang="en-US" sz="2000" i="1">
                <a:latin typeface="Times New Roman" panose="02020603050405020304" pitchFamily="18" charset="0"/>
              </a:rPr>
              <a:t>Header format</a:t>
            </a:r>
          </a:p>
        </p:txBody>
      </p:sp>
      <p:sp>
        <p:nvSpPr>
          <p:cNvPr id="61446" name="Line 5">
            <a:extLst>
              <a:ext uri="{FF2B5EF4-FFF2-40B4-BE49-F238E27FC236}">
                <a16:creationId xmlns:a16="http://schemas.microsoft.com/office/drawing/2014/main" id="{C4C802F1-C828-4AF2-AD50-D3AE16048FB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61447" name="Picture 6">
            <a:extLst>
              <a:ext uri="{FF2B5EF4-FFF2-40B4-BE49-F238E27FC236}">
                <a16:creationId xmlns:a16="http://schemas.microsoft.com/office/drawing/2014/main" id="{5D4DE741-46E9-6AE4-6D1C-0E3378127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150" y="2633663"/>
            <a:ext cx="623570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a:extLst>
              <a:ext uri="{FF2B5EF4-FFF2-40B4-BE49-F238E27FC236}">
                <a16:creationId xmlns:a16="http://schemas.microsoft.com/office/drawing/2014/main" id="{1E2B2094-5697-8DFD-36B1-C8887D8C95A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41FA13B7-AFF0-4CBD-B019-25833EC4FDD6}" type="slidenum">
              <a:rPr lang="en-US" altLang="en-US" sz="2000" smtClean="0">
                <a:solidFill>
                  <a:schemeClr val="bg2"/>
                </a:solidFill>
              </a:rPr>
              <a:pPr/>
              <a:t>36</a:t>
            </a:fld>
            <a:endParaRPr lang="en-US" altLang="en-US" sz="2000">
              <a:solidFill>
                <a:schemeClr val="bg2"/>
              </a:solidFill>
            </a:endParaRPr>
          </a:p>
        </p:txBody>
      </p:sp>
      <p:sp>
        <p:nvSpPr>
          <p:cNvPr id="63491" name="Text Box 2">
            <a:extLst>
              <a:ext uri="{FF2B5EF4-FFF2-40B4-BE49-F238E27FC236}">
                <a16:creationId xmlns:a16="http://schemas.microsoft.com/office/drawing/2014/main" id="{331B40C0-792E-1F10-C6F8-9652C16708FD}"/>
              </a:ext>
            </a:extLst>
          </p:cNvPr>
          <p:cNvSpPr txBox="1">
            <a:spLocks noChangeArrowheads="1"/>
          </p:cNvSpPr>
          <p:nvPr/>
        </p:nvSpPr>
        <p:spPr bwMode="auto">
          <a:xfrm>
            <a:off x="1219200" y="1600200"/>
            <a:ext cx="3341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27.3 </a:t>
            </a:r>
            <a:r>
              <a:rPr lang="en-US" altLang="en-US" sz="2000" i="1">
                <a:latin typeface="Times New Roman" panose="02020603050405020304" pitchFamily="18" charset="0"/>
              </a:rPr>
              <a:t>General headers</a:t>
            </a:r>
          </a:p>
        </p:txBody>
      </p:sp>
      <p:pic>
        <p:nvPicPr>
          <p:cNvPr id="63492" name="Picture 4">
            <a:extLst>
              <a:ext uri="{FF2B5EF4-FFF2-40B4-BE49-F238E27FC236}">
                <a16:creationId xmlns:a16="http://schemas.microsoft.com/office/drawing/2014/main" id="{E62D7208-086C-94FA-DDFF-95085983D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1979613"/>
            <a:ext cx="6992937"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a:extLst>
              <a:ext uri="{FF2B5EF4-FFF2-40B4-BE49-F238E27FC236}">
                <a16:creationId xmlns:a16="http://schemas.microsoft.com/office/drawing/2014/main" id="{71ACDB9A-62BE-05E7-E84E-BB585E70AE30}"/>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8FC1A350-181B-42CC-94A2-9F3CA228D0C1}" type="slidenum">
              <a:rPr lang="en-US" altLang="en-US" sz="2000" smtClean="0">
                <a:solidFill>
                  <a:schemeClr val="bg2"/>
                </a:solidFill>
              </a:rPr>
              <a:pPr/>
              <a:t>37</a:t>
            </a:fld>
            <a:endParaRPr lang="en-US" altLang="en-US" sz="2000">
              <a:solidFill>
                <a:schemeClr val="bg2"/>
              </a:solidFill>
            </a:endParaRPr>
          </a:p>
        </p:txBody>
      </p:sp>
      <p:sp>
        <p:nvSpPr>
          <p:cNvPr id="65539" name="Text Box 2">
            <a:extLst>
              <a:ext uri="{FF2B5EF4-FFF2-40B4-BE49-F238E27FC236}">
                <a16:creationId xmlns:a16="http://schemas.microsoft.com/office/drawing/2014/main" id="{A50544D5-328E-C8F7-6621-BA48CAC072E5}"/>
              </a:ext>
            </a:extLst>
          </p:cNvPr>
          <p:cNvSpPr txBox="1">
            <a:spLocks noChangeArrowheads="1"/>
          </p:cNvSpPr>
          <p:nvPr/>
        </p:nvSpPr>
        <p:spPr bwMode="auto">
          <a:xfrm>
            <a:off x="1016000" y="304800"/>
            <a:ext cx="340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27.4  </a:t>
            </a:r>
            <a:r>
              <a:rPr lang="en-US" altLang="en-US" sz="2000" i="1">
                <a:latin typeface="Times New Roman" panose="02020603050405020304" pitchFamily="18" charset="0"/>
              </a:rPr>
              <a:t>Request headers</a:t>
            </a:r>
          </a:p>
        </p:txBody>
      </p:sp>
      <p:pic>
        <p:nvPicPr>
          <p:cNvPr id="65540" name="Picture 4">
            <a:extLst>
              <a:ext uri="{FF2B5EF4-FFF2-40B4-BE49-F238E27FC236}">
                <a16:creationId xmlns:a16="http://schemas.microsoft.com/office/drawing/2014/main" id="{70A5322D-3235-E222-CCD0-3AEC3FD26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762000"/>
            <a:ext cx="7550150" cy="556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1">
            <a:extLst>
              <a:ext uri="{FF2B5EF4-FFF2-40B4-BE49-F238E27FC236}">
                <a16:creationId xmlns:a16="http://schemas.microsoft.com/office/drawing/2014/main" id="{C9839875-BE34-1ECF-0C70-30D5A6BBC66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052B4628-3F34-4FE7-A66B-4E7ED637D6BC}" type="slidenum">
              <a:rPr lang="en-US" altLang="en-US" sz="2000" smtClean="0">
                <a:solidFill>
                  <a:schemeClr val="bg2"/>
                </a:solidFill>
              </a:rPr>
              <a:pPr/>
              <a:t>38</a:t>
            </a:fld>
            <a:endParaRPr lang="en-US" altLang="en-US" sz="2000">
              <a:solidFill>
                <a:schemeClr val="bg2"/>
              </a:solidFill>
            </a:endParaRPr>
          </a:p>
        </p:txBody>
      </p:sp>
      <p:sp>
        <p:nvSpPr>
          <p:cNvPr id="67587" name="Text Box 2">
            <a:extLst>
              <a:ext uri="{FF2B5EF4-FFF2-40B4-BE49-F238E27FC236}">
                <a16:creationId xmlns:a16="http://schemas.microsoft.com/office/drawing/2014/main" id="{078D1756-1D6C-96D2-58A4-BC83E8DA982C}"/>
              </a:ext>
            </a:extLst>
          </p:cNvPr>
          <p:cNvSpPr txBox="1">
            <a:spLocks noChangeArrowheads="1"/>
          </p:cNvSpPr>
          <p:nvPr/>
        </p:nvSpPr>
        <p:spPr bwMode="auto">
          <a:xfrm>
            <a:off x="1295400" y="1371600"/>
            <a:ext cx="3559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27.5  </a:t>
            </a:r>
            <a:r>
              <a:rPr lang="en-US" altLang="en-US" sz="2000" i="1">
                <a:latin typeface="Times New Roman" panose="02020603050405020304" pitchFamily="18" charset="0"/>
              </a:rPr>
              <a:t>Response headers</a:t>
            </a:r>
          </a:p>
        </p:txBody>
      </p:sp>
      <p:pic>
        <p:nvPicPr>
          <p:cNvPr id="67588" name="Picture 4">
            <a:extLst>
              <a:ext uri="{FF2B5EF4-FFF2-40B4-BE49-F238E27FC236}">
                <a16:creationId xmlns:a16="http://schemas.microsoft.com/office/drawing/2014/main" id="{99B1226D-972F-D897-90B4-DFD952978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138" y="1868488"/>
            <a:ext cx="6900862" cy="239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a:extLst>
              <a:ext uri="{FF2B5EF4-FFF2-40B4-BE49-F238E27FC236}">
                <a16:creationId xmlns:a16="http://schemas.microsoft.com/office/drawing/2014/main" id="{75809C59-246E-03A5-EFA1-0F482C4B0EC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3F3C213C-5775-4C44-B121-FD91272EFA8B}" type="slidenum">
              <a:rPr lang="en-US" altLang="en-US" sz="2000" smtClean="0">
                <a:solidFill>
                  <a:schemeClr val="bg2"/>
                </a:solidFill>
              </a:rPr>
              <a:pPr/>
              <a:t>39</a:t>
            </a:fld>
            <a:endParaRPr lang="en-US" altLang="en-US" sz="2000">
              <a:solidFill>
                <a:schemeClr val="bg2"/>
              </a:solidFill>
            </a:endParaRPr>
          </a:p>
        </p:txBody>
      </p:sp>
      <p:sp>
        <p:nvSpPr>
          <p:cNvPr id="69635" name="Text Box 2">
            <a:extLst>
              <a:ext uri="{FF2B5EF4-FFF2-40B4-BE49-F238E27FC236}">
                <a16:creationId xmlns:a16="http://schemas.microsoft.com/office/drawing/2014/main" id="{7A66E267-CC8F-59BB-93AA-3901BE38CD46}"/>
              </a:ext>
            </a:extLst>
          </p:cNvPr>
          <p:cNvSpPr txBox="1">
            <a:spLocks noChangeArrowheads="1"/>
          </p:cNvSpPr>
          <p:nvPr/>
        </p:nvSpPr>
        <p:spPr bwMode="auto">
          <a:xfrm>
            <a:off x="1062038" y="1066800"/>
            <a:ext cx="3205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Table 27.6  </a:t>
            </a:r>
            <a:r>
              <a:rPr lang="en-US" altLang="en-US" sz="2000" i="1">
                <a:latin typeface="Times New Roman" panose="02020603050405020304" pitchFamily="18" charset="0"/>
              </a:rPr>
              <a:t>Entity headers</a:t>
            </a:r>
          </a:p>
        </p:txBody>
      </p:sp>
      <p:pic>
        <p:nvPicPr>
          <p:cNvPr id="69636" name="Picture 4">
            <a:extLst>
              <a:ext uri="{FF2B5EF4-FFF2-40B4-BE49-F238E27FC236}">
                <a16:creationId xmlns:a16="http://schemas.microsoft.com/office/drawing/2014/main" id="{52A41556-3811-260E-B04A-9A2116181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524000"/>
            <a:ext cx="7496175"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a:extLst>
              <a:ext uri="{FF2B5EF4-FFF2-40B4-BE49-F238E27FC236}">
                <a16:creationId xmlns:a16="http://schemas.microsoft.com/office/drawing/2014/main" id="{B406484D-DD1E-92C8-80B4-CDD3BEB1715B}"/>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5C62A5A7-C643-4E37-AD17-EB44454F2ECC}" type="slidenum">
              <a:rPr lang="en-US" altLang="en-US" sz="2000" smtClean="0">
                <a:solidFill>
                  <a:schemeClr val="bg2"/>
                </a:solidFill>
              </a:rPr>
              <a:pPr/>
              <a:t>40</a:t>
            </a:fld>
            <a:endParaRPr lang="en-US" altLang="en-US" sz="2000">
              <a:solidFill>
                <a:schemeClr val="bg2"/>
              </a:solidFill>
            </a:endParaRPr>
          </a:p>
        </p:txBody>
      </p:sp>
      <p:sp>
        <p:nvSpPr>
          <p:cNvPr id="71683" name="Rectangle 2">
            <a:extLst>
              <a:ext uri="{FF2B5EF4-FFF2-40B4-BE49-F238E27FC236}">
                <a16:creationId xmlns:a16="http://schemas.microsoft.com/office/drawing/2014/main" id="{69A58C9B-4299-7AAA-29AD-A27BE6EB57B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4" name="Rectangle 3">
            <a:extLst>
              <a:ext uri="{FF2B5EF4-FFF2-40B4-BE49-F238E27FC236}">
                <a16:creationId xmlns:a16="http://schemas.microsoft.com/office/drawing/2014/main" id="{BAD58E33-E254-58EB-A412-3F53995A307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5" name="Rectangle 4">
            <a:extLst>
              <a:ext uri="{FF2B5EF4-FFF2-40B4-BE49-F238E27FC236}">
                <a16:creationId xmlns:a16="http://schemas.microsoft.com/office/drawing/2014/main" id="{1B2DD16F-9E13-8C00-A853-5A23299ED60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6" name="Rectangle 5">
            <a:extLst>
              <a:ext uri="{FF2B5EF4-FFF2-40B4-BE49-F238E27FC236}">
                <a16:creationId xmlns:a16="http://schemas.microsoft.com/office/drawing/2014/main" id="{80B7F83B-B2FE-7481-2B40-CEF08E67B7F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7" name="Rectangle 6">
            <a:extLst>
              <a:ext uri="{FF2B5EF4-FFF2-40B4-BE49-F238E27FC236}">
                <a16:creationId xmlns:a16="http://schemas.microsoft.com/office/drawing/2014/main" id="{C1FC5BFD-EDEB-13D2-5B31-9185A173D88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8" name="Rectangle 7">
            <a:extLst>
              <a:ext uri="{FF2B5EF4-FFF2-40B4-BE49-F238E27FC236}">
                <a16:creationId xmlns:a16="http://schemas.microsoft.com/office/drawing/2014/main" id="{26D05EA9-FA95-B54F-D182-610B2520757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89" name="Rectangle 8">
            <a:extLst>
              <a:ext uri="{FF2B5EF4-FFF2-40B4-BE49-F238E27FC236}">
                <a16:creationId xmlns:a16="http://schemas.microsoft.com/office/drawing/2014/main" id="{B46428EE-9CB7-0834-06B6-19C551139D8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1690" name="Rectangle 9">
            <a:extLst>
              <a:ext uri="{FF2B5EF4-FFF2-40B4-BE49-F238E27FC236}">
                <a16:creationId xmlns:a16="http://schemas.microsoft.com/office/drawing/2014/main" id="{8C374818-4081-30B8-9AAB-1753F8DDC118}"/>
              </a:ext>
            </a:extLst>
          </p:cNvPr>
          <p:cNvSpPr>
            <a:spLocks noChangeArrowheads="1"/>
          </p:cNvSpPr>
          <p:nvPr/>
        </p:nvSpPr>
        <p:spPr bwMode="auto">
          <a:xfrm>
            <a:off x="152400" y="1143000"/>
            <a:ext cx="87630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latin typeface="Times New Roman" panose="02020603050405020304" pitchFamily="18" charset="0"/>
              </a:rPr>
              <a:t>This example retrieves a document. We use the GET method to retrieve an image with the path /usr/bin/image1. The request line shows the method (GET), the URL, and the HTTP version (1.1). The header has two lines that show that the client can accept images in the GIF or JPEG format. The request does not have a body. The response message contains the status line and four lines of header. The header lines define the date, server, MIME version, and length of the document. The body of the document follows the header (see Figure 27.16).</a:t>
            </a:r>
          </a:p>
        </p:txBody>
      </p:sp>
      <p:sp>
        <p:nvSpPr>
          <p:cNvPr id="71691" name="Text Box 11">
            <a:extLst>
              <a:ext uri="{FF2B5EF4-FFF2-40B4-BE49-F238E27FC236}">
                <a16:creationId xmlns:a16="http://schemas.microsoft.com/office/drawing/2014/main" id="{19CDD378-63AB-DD53-0024-493232B2F4CE}"/>
              </a:ext>
            </a:extLst>
          </p:cNvPr>
          <p:cNvSpPr txBox="1">
            <a:spLocks noChangeArrowheads="1"/>
          </p:cNvSpPr>
          <p:nvPr/>
        </p:nvSpPr>
        <p:spPr bwMode="auto">
          <a:xfrm>
            <a:off x="1143000" y="-762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27.1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a:extLst>
              <a:ext uri="{FF2B5EF4-FFF2-40B4-BE49-F238E27FC236}">
                <a16:creationId xmlns:a16="http://schemas.microsoft.com/office/drawing/2014/main" id="{7E538A96-EB5F-6ECA-A042-E1F3E6648DB5}"/>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0BD30005-ABD6-41DC-8699-9B43662D5398}" type="slidenum">
              <a:rPr lang="en-US" altLang="en-US" sz="2000" smtClean="0">
                <a:solidFill>
                  <a:schemeClr val="bg2"/>
                </a:solidFill>
              </a:rPr>
              <a:pPr/>
              <a:t>41</a:t>
            </a:fld>
            <a:endParaRPr lang="en-US" altLang="en-US" sz="2000">
              <a:solidFill>
                <a:schemeClr val="bg2"/>
              </a:solidFill>
            </a:endParaRPr>
          </a:p>
        </p:txBody>
      </p:sp>
      <p:sp>
        <p:nvSpPr>
          <p:cNvPr id="73731" name="Line 2">
            <a:extLst>
              <a:ext uri="{FF2B5EF4-FFF2-40B4-BE49-F238E27FC236}">
                <a16:creationId xmlns:a16="http://schemas.microsoft.com/office/drawing/2014/main" id="{D49D40F4-FB20-56C3-9495-1304913E322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3732" name="Line 3">
            <a:extLst>
              <a:ext uri="{FF2B5EF4-FFF2-40B4-BE49-F238E27FC236}">
                <a16:creationId xmlns:a16="http://schemas.microsoft.com/office/drawing/2014/main" id="{960B0262-77EF-57D4-6635-511DF8D78B7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3733" name="Text Box 4">
            <a:extLst>
              <a:ext uri="{FF2B5EF4-FFF2-40B4-BE49-F238E27FC236}">
                <a16:creationId xmlns:a16="http://schemas.microsoft.com/office/drawing/2014/main" id="{99D4AC47-C635-1D46-9B7C-F7CC5BAC3779}"/>
              </a:ext>
            </a:extLst>
          </p:cNvPr>
          <p:cNvSpPr txBox="1">
            <a:spLocks noChangeArrowheads="1"/>
          </p:cNvSpPr>
          <p:nvPr/>
        </p:nvSpPr>
        <p:spPr bwMode="auto">
          <a:xfrm>
            <a:off x="304800" y="762000"/>
            <a:ext cx="3398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27.16  </a:t>
            </a:r>
            <a:r>
              <a:rPr lang="en-US" altLang="en-US" sz="2000" i="1">
                <a:latin typeface="Times New Roman" panose="02020603050405020304" pitchFamily="18" charset="0"/>
              </a:rPr>
              <a:t>Example 27.1</a:t>
            </a:r>
          </a:p>
        </p:txBody>
      </p:sp>
      <p:sp>
        <p:nvSpPr>
          <p:cNvPr id="73734" name="Line 5">
            <a:extLst>
              <a:ext uri="{FF2B5EF4-FFF2-40B4-BE49-F238E27FC236}">
                <a16:creationId xmlns:a16="http://schemas.microsoft.com/office/drawing/2014/main" id="{EEF1BF9A-20F7-BEBE-FA1B-E07EF5B313B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73735" name="Picture 6">
            <a:extLst>
              <a:ext uri="{FF2B5EF4-FFF2-40B4-BE49-F238E27FC236}">
                <a16:creationId xmlns:a16="http://schemas.microsoft.com/office/drawing/2014/main" id="{ED5C27DE-9ACE-FDC6-4670-8C33FBC63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1688" y="1785938"/>
            <a:ext cx="4862512" cy="362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a:extLst>
              <a:ext uri="{FF2B5EF4-FFF2-40B4-BE49-F238E27FC236}">
                <a16:creationId xmlns:a16="http://schemas.microsoft.com/office/drawing/2014/main" id="{92A32E1A-C681-17BA-A93A-883FDE56A037}"/>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DFBAEE0B-740C-4C09-B189-F3AF30F1614E}" type="slidenum">
              <a:rPr lang="en-US" altLang="en-US" sz="2000" smtClean="0">
                <a:solidFill>
                  <a:schemeClr val="bg2"/>
                </a:solidFill>
              </a:rPr>
              <a:pPr/>
              <a:t>42</a:t>
            </a:fld>
            <a:endParaRPr lang="en-US" altLang="en-US" sz="2000">
              <a:solidFill>
                <a:schemeClr val="bg2"/>
              </a:solidFill>
            </a:endParaRPr>
          </a:p>
        </p:txBody>
      </p:sp>
      <p:sp>
        <p:nvSpPr>
          <p:cNvPr id="75779" name="Rectangle 2">
            <a:extLst>
              <a:ext uri="{FF2B5EF4-FFF2-40B4-BE49-F238E27FC236}">
                <a16:creationId xmlns:a16="http://schemas.microsoft.com/office/drawing/2014/main" id="{760F7828-9B43-9B91-F590-75573C6BCDF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0" name="Rectangle 3">
            <a:extLst>
              <a:ext uri="{FF2B5EF4-FFF2-40B4-BE49-F238E27FC236}">
                <a16:creationId xmlns:a16="http://schemas.microsoft.com/office/drawing/2014/main" id="{E030C0A7-9E70-36B5-603D-C1E12B20A54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1" name="Rectangle 4">
            <a:extLst>
              <a:ext uri="{FF2B5EF4-FFF2-40B4-BE49-F238E27FC236}">
                <a16:creationId xmlns:a16="http://schemas.microsoft.com/office/drawing/2014/main" id="{2C2565E9-12D9-E987-3F7A-B4FDCE7B89A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2" name="Rectangle 5">
            <a:extLst>
              <a:ext uri="{FF2B5EF4-FFF2-40B4-BE49-F238E27FC236}">
                <a16:creationId xmlns:a16="http://schemas.microsoft.com/office/drawing/2014/main" id="{BE1B8D82-9AFA-4BFB-4AE4-969BDFA6D94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3" name="Rectangle 6">
            <a:extLst>
              <a:ext uri="{FF2B5EF4-FFF2-40B4-BE49-F238E27FC236}">
                <a16:creationId xmlns:a16="http://schemas.microsoft.com/office/drawing/2014/main" id="{8E853DE6-CDD8-E821-9843-9198904BD06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4" name="Rectangle 7">
            <a:extLst>
              <a:ext uri="{FF2B5EF4-FFF2-40B4-BE49-F238E27FC236}">
                <a16:creationId xmlns:a16="http://schemas.microsoft.com/office/drawing/2014/main" id="{910FF36B-2297-92E1-7C93-54496454B75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5" name="Rectangle 8">
            <a:extLst>
              <a:ext uri="{FF2B5EF4-FFF2-40B4-BE49-F238E27FC236}">
                <a16:creationId xmlns:a16="http://schemas.microsoft.com/office/drawing/2014/main" id="{8C6DA7D8-9907-EC06-BB55-58F45121658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5786" name="Rectangle 9">
            <a:extLst>
              <a:ext uri="{FF2B5EF4-FFF2-40B4-BE49-F238E27FC236}">
                <a16:creationId xmlns:a16="http://schemas.microsoft.com/office/drawing/2014/main" id="{A2EFE03F-EF86-B959-3D45-691F47DAC2C6}"/>
              </a:ext>
            </a:extLst>
          </p:cNvPr>
          <p:cNvSpPr>
            <a:spLocks noChangeArrowheads="1"/>
          </p:cNvSpPr>
          <p:nvPr/>
        </p:nvSpPr>
        <p:spPr bwMode="auto">
          <a:xfrm>
            <a:off x="228600" y="1143000"/>
            <a:ext cx="86868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latin typeface="Times New Roman" panose="02020603050405020304" pitchFamily="18" charset="0"/>
              </a:rPr>
              <a:t>In this example, the client wants to send data to the server. We use the POST method. The request line shows the method (POST), URL, and HTTP version (1.1). There are four lines of headers. The request body contains the input information. The response message contains the status line and four lines of headers. The created document, which is a CGI document, is included as the body (see Figure 27.17).</a:t>
            </a:r>
          </a:p>
        </p:txBody>
      </p:sp>
      <p:sp>
        <p:nvSpPr>
          <p:cNvPr id="75787" name="Text Box 11">
            <a:extLst>
              <a:ext uri="{FF2B5EF4-FFF2-40B4-BE49-F238E27FC236}">
                <a16:creationId xmlns:a16="http://schemas.microsoft.com/office/drawing/2014/main" id="{9377BEDF-1E47-2FE5-4299-44FBA12B7EEF}"/>
              </a:ext>
            </a:extLst>
          </p:cNvPr>
          <p:cNvSpPr txBox="1">
            <a:spLocks noChangeArrowheads="1"/>
          </p:cNvSpPr>
          <p:nvPr/>
        </p:nvSpPr>
        <p:spPr bwMode="auto">
          <a:xfrm>
            <a:off x="1143000" y="-762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27.2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a:extLst>
              <a:ext uri="{FF2B5EF4-FFF2-40B4-BE49-F238E27FC236}">
                <a16:creationId xmlns:a16="http://schemas.microsoft.com/office/drawing/2014/main" id="{7D327EAA-6B53-4D1A-4663-1C27D726ED13}"/>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F05FA8B9-D413-494D-B400-2CF3B49E09AA}" type="slidenum">
              <a:rPr lang="en-US" altLang="en-US" sz="2000" smtClean="0">
                <a:solidFill>
                  <a:schemeClr val="bg2"/>
                </a:solidFill>
              </a:rPr>
              <a:pPr/>
              <a:t>43</a:t>
            </a:fld>
            <a:endParaRPr lang="en-US" altLang="en-US" sz="2000">
              <a:solidFill>
                <a:schemeClr val="bg2"/>
              </a:solidFill>
            </a:endParaRPr>
          </a:p>
        </p:txBody>
      </p:sp>
      <p:sp>
        <p:nvSpPr>
          <p:cNvPr id="77827" name="Line 2">
            <a:extLst>
              <a:ext uri="{FF2B5EF4-FFF2-40B4-BE49-F238E27FC236}">
                <a16:creationId xmlns:a16="http://schemas.microsoft.com/office/drawing/2014/main" id="{911D1A59-838A-5119-ADE1-2B2B3061B2C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828" name="Line 3">
            <a:extLst>
              <a:ext uri="{FF2B5EF4-FFF2-40B4-BE49-F238E27FC236}">
                <a16:creationId xmlns:a16="http://schemas.microsoft.com/office/drawing/2014/main" id="{2BC6F2F5-E598-E9CE-F315-1BF75E733B4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829" name="Text Box 4">
            <a:extLst>
              <a:ext uri="{FF2B5EF4-FFF2-40B4-BE49-F238E27FC236}">
                <a16:creationId xmlns:a16="http://schemas.microsoft.com/office/drawing/2014/main" id="{0C6841E3-6A0A-BF91-80F6-22563C0127CC}"/>
              </a:ext>
            </a:extLst>
          </p:cNvPr>
          <p:cNvSpPr txBox="1">
            <a:spLocks noChangeArrowheads="1"/>
          </p:cNvSpPr>
          <p:nvPr/>
        </p:nvSpPr>
        <p:spPr bwMode="auto">
          <a:xfrm>
            <a:off x="304800" y="762000"/>
            <a:ext cx="3398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a:solidFill>
                  <a:schemeClr val="folHlink"/>
                </a:solidFill>
                <a:latin typeface="Times New Roman" panose="02020603050405020304" pitchFamily="18" charset="0"/>
              </a:rPr>
              <a:t>Figure 27.17  </a:t>
            </a:r>
            <a:r>
              <a:rPr lang="en-US" altLang="en-US" sz="2000" i="1">
                <a:latin typeface="Times New Roman" panose="02020603050405020304" pitchFamily="18" charset="0"/>
              </a:rPr>
              <a:t>Example 27.2</a:t>
            </a:r>
          </a:p>
        </p:txBody>
      </p:sp>
      <p:sp>
        <p:nvSpPr>
          <p:cNvPr id="77830" name="Line 5">
            <a:extLst>
              <a:ext uri="{FF2B5EF4-FFF2-40B4-BE49-F238E27FC236}">
                <a16:creationId xmlns:a16="http://schemas.microsoft.com/office/drawing/2014/main" id="{C37E833D-E076-4048-72B0-932C1717553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77831" name="Picture 6">
            <a:extLst>
              <a:ext uri="{FF2B5EF4-FFF2-40B4-BE49-F238E27FC236}">
                <a16:creationId xmlns:a16="http://schemas.microsoft.com/office/drawing/2014/main" id="{B392E048-E181-3975-8B18-F5EDCAE82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1571625"/>
            <a:ext cx="5064125"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1">
            <a:extLst>
              <a:ext uri="{FF2B5EF4-FFF2-40B4-BE49-F238E27FC236}">
                <a16:creationId xmlns:a16="http://schemas.microsoft.com/office/drawing/2014/main" id="{A222B91B-CB48-A126-219F-52A952E62B61}"/>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070BB4B6-5EED-4131-94B1-1041B154A8A7}" type="slidenum">
              <a:rPr lang="en-US" altLang="en-US" sz="2000" smtClean="0">
                <a:solidFill>
                  <a:schemeClr val="bg2"/>
                </a:solidFill>
              </a:rPr>
              <a:pPr/>
              <a:t>44</a:t>
            </a:fld>
            <a:endParaRPr lang="en-US" altLang="en-US" sz="2000">
              <a:solidFill>
                <a:schemeClr val="bg2"/>
              </a:solidFill>
            </a:endParaRPr>
          </a:p>
        </p:txBody>
      </p:sp>
      <p:sp>
        <p:nvSpPr>
          <p:cNvPr id="79875" name="Rectangle 2">
            <a:extLst>
              <a:ext uri="{FF2B5EF4-FFF2-40B4-BE49-F238E27FC236}">
                <a16:creationId xmlns:a16="http://schemas.microsoft.com/office/drawing/2014/main" id="{F5993F83-C013-2818-4590-7AAC4ED6530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76" name="Rectangle 3">
            <a:extLst>
              <a:ext uri="{FF2B5EF4-FFF2-40B4-BE49-F238E27FC236}">
                <a16:creationId xmlns:a16="http://schemas.microsoft.com/office/drawing/2014/main" id="{8D1D8996-1AEF-0C23-76EA-778AC6FAE2C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77" name="Rectangle 4">
            <a:extLst>
              <a:ext uri="{FF2B5EF4-FFF2-40B4-BE49-F238E27FC236}">
                <a16:creationId xmlns:a16="http://schemas.microsoft.com/office/drawing/2014/main" id="{98A73843-C670-3BF5-0212-580272BB91A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78" name="Rectangle 5">
            <a:extLst>
              <a:ext uri="{FF2B5EF4-FFF2-40B4-BE49-F238E27FC236}">
                <a16:creationId xmlns:a16="http://schemas.microsoft.com/office/drawing/2014/main" id="{0C8C5AA1-5652-66A8-010D-ECD9C00D2F8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79" name="Rectangle 6">
            <a:extLst>
              <a:ext uri="{FF2B5EF4-FFF2-40B4-BE49-F238E27FC236}">
                <a16:creationId xmlns:a16="http://schemas.microsoft.com/office/drawing/2014/main" id="{C19B6D29-37E7-B4CB-5884-1E4BCBA42E9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80" name="Rectangle 7">
            <a:extLst>
              <a:ext uri="{FF2B5EF4-FFF2-40B4-BE49-F238E27FC236}">
                <a16:creationId xmlns:a16="http://schemas.microsoft.com/office/drawing/2014/main" id="{551645AE-C222-90BF-D0B8-3C2F01A1565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81" name="Rectangle 8">
            <a:extLst>
              <a:ext uri="{FF2B5EF4-FFF2-40B4-BE49-F238E27FC236}">
                <a16:creationId xmlns:a16="http://schemas.microsoft.com/office/drawing/2014/main" id="{12AA0B35-9053-3221-903F-B66EB253B79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79882" name="Rectangle 9">
            <a:extLst>
              <a:ext uri="{FF2B5EF4-FFF2-40B4-BE49-F238E27FC236}">
                <a16:creationId xmlns:a16="http://schemas.microsoft.com/office/drawing/2014/main" id="{62BA663A-E87A-0111-CF22-FB2E60A421AB}"/>
              </a:ext>
            </a:extLst>
          </p:cNvPr>
          <p:cNvSpPr>
            <a:spLocks noChangeArrowheads="1"/>
          </p:cNvSpPr>
          <p:nvPr/>
        </p:nvSpPr>
        <p:spPr bwMode="auto">
          <a:xfrm>
            <a:off x="228600" y="1143000"/>
            <a:ext cx="8686800"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en-US" sz="2800" i="1">
                <a:latin typeface="Times New Roman" panose="02020603050405020304" pitchFamily="18" charset="0"/>
              </a:rPr>
              <a:t>HTTP uses ASCII characters. A client can directly connect to a server using TELNET, which logs into port 80 (</a:t>
            </a:r>
            <a:r>
              <a:rPr lang="en-US" altLang="en-US" sz="2800" i="1">
                <a:solidFill>
                  <a:schemeClr val="hlink"/>
                </a:solidFill>
                <a:latin typeface="Times New Roman" panose="02020603050405020304" pitchFamily="18" charset="0"/>
              </a:rPr>
              <a:t>see next slide</a:t>
            </a:r>
            <a:r>
              <a:rPr lang="en-US" altLang="en-US" sz="2800" i="1">
                <a:latin typeface="Times New Roman" panose="02020603050405020304" pitchFamily="18" charset="0"/>
              </a:rPr>
              <a:t>). The next three lines show that the connection is successful. We then type three lines. The first shows the request line (GET method), the second is the header (defining the host), the third is a blank, terminating the request. The server response is seven lines starting with the status line. The blank line at the end terminates the server response. The file of 14,230 lines is received after the blank line (not shown here). The last line is the output by the client.</a:t>
            </a:r>
          </a:p>
        </p:txBody>
      </p:sp>
      <p:sp>
        <p:nvSpPr>
          <p:cNvPr id="79883" name="Text Box 11">
            <a:extLst>
              <a:ext uri="{FF2B5EF4-FFF2-40B4-BE49-F238E27FC236}">
                <a16:creationId xmlns:a16="http://schemas.microsoft.com/office/drawing/2014/main" id="{8F663B70-CD60-0520-E799-694F4A9BCA32}"/>
              </a:ext>
            </a:extLst>
          </p:cNvPr>
          <p:cNvSpPr txBox="1">
            <a:spLocks noChangeArrowheads="1"/>
          </p:cNvSpPr>
          <p:nvPr/>
        </p:nvSpPr>
        <p:spPr bwMode="auto">
          <a:xfrm>
            <a:off x="1143000" y="-762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27.3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1">
            <a:extLst>
              <a:ext uri="{FF2B5EF4-FFF2-40B4-BE49-F238E27FC236}">
                <a16:creationId xmlns:a16="http://schemas.microsoft.com/office/drawing/2014/main" id="{78D464D8-C62F-1D13-DC73-839CA6861D6A}"/>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DA7C5119-2095-40F8-8CA1-169231017D8A}" type="slidenum">
              <a:rPr lang="en-US" altLang="en-US" sz="2000" smtClean="0">
                <a:solidFill>
                  <a:schemeClr val="bg2"/>
                </a:solidFill>
              </a:rPr>
              <a:pPr/>
              <a:t>45</a:t>
            </a:fld>
            <a:endParaRPr lang="en-US" altLang="en-US" sz="2000">
              <a:solidFill>
                <a:schemeClr val="bg2"/>
              </a:solidFill>
            </a:endParaRPr>
          </a:p>
        </p:txBody>
      </p:sp>
      <p:sp>
        <p:nvSpPr>
          <p:cNvPr id="81923" name="Rectangle 2">
            <a:extLst>
              <a:ext uri="{FF2B5EF4-FFF2-40B4-BE49-F238E27FC236}">
                <a16:creationId xmlns:a16="http://schemas.microsoft.com/office/drawing/2014/main" id="{51977649-BB90-D5FB-6382-676FF0D345F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4" name="Rectangle 3">
            <a:extLst>
              <a:ext uri="{FF2B5EF4-FFF2-40B4-BE49-F238E27FC236}">
                <a16:creationId xmlns:a16="http://schemas.microsoft.com/office/drawing/2014/main" id="{EC7D91AD-19BF-CF9E-63CA-63EB029C61E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5" name="Rectangle 4">
            <a:extLst>
              <a:ext uri="{FF2B5EF4-FFF2-40B4-BE49-F238E27FC236}">
                <a16:creationId xmlns:a16="http://schemas.microsoft.com/office/drawing/2014/main" id="{98E50499-33D6-D6A7-67E0-DD0EC946FC0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6" name="Rectangle 5">
            <a:extLst>
              <a:ext uri="{FF2B5EF4-FFF2-40B4-BE49-F238E27FC236}">
                <a16:creationId xmlns:a16="http://schemas.microsoft.com/office/drawing/2014/main" id="{F17713DD-A803-E491-4257-1865D9E5B3B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7" name="Rectangle 6">
            <a:extLst>
              <a:ext uri="{FF2B5EF4-FFF2-40B4-BE49-F238E27FC236}">
                <a16:creationId xmlns:a16="http://schemas.microsoft.com/office/drawing/2014/main" id="{F57178F4-8620-53FA-02B4-C819F4E3B71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8" name="Rectangle 7">
            <a:extLst>
              <a:ext uri="{FF2B5EF4-FFF2-40B4-BE49-F238E27FC236}">
                <a16:creationId xmlns:a16="http://schemas.microsoft.com/office/drawing/2014/main" id="{6F46E223-22E1-4C8A-54D8-F7D98C68137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29" name="Rectangle 8">
            <a:extLst>
              <a:ext uri="{FF2B5EF4-FFF2-40B4-BE49-F238E27FC236}">
                <a16:creationId xmlns:a16="http://schemas.microsoft.com/office/drawing/2014/main" id="{38BEF722-D76E-8A3F-858C-0984DD3374B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1930" name="Text Box 11">
            <a:extLst>
              <a:ext uri="{FF2B5EF4-FFF2-40B4-BE49-F238E27FC236}">
                <a16:creationId xmlns:a16="http://schemas.microsoft.com/office/drawing/2014/main" id="{D65FDFE6-32D7-A5F8-AEE7-078D2AB18D01}"/>
              </a:ext>
            </a:extLst>
          </p:cNvPr>
          <p:cNvSpPr txBox="1">
            <a:spLocks noChangeArrowheads="1"/>
          </p:cNvSpPr>
          <p:nvPr/>
        </p:nvSpPr>
        <p:spPr bwMode="auto">
          <a:xfrm>
            <a:off x="1143000" y="-76200"/>
            <a:ext cx="4529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solidFill>
                  <a:schemeClr val="hlink"/>
                </a:solidFill>
                <a:latin typeface="Times New Roman" panose="02020603050405020304" pitchFamily="18" charset="0"/>
              </a:rPr>
              <a:t>Example 27.3 (continued)</a:t>
            </a:r>
          </a:p>
        </p:txBody>
      </p:sp>
      <p:pic>
        <p:nvPicPr>
          <p:cNvPr id="81931" name="Picture 12">
            <a:extLst>
              <a:ext uri="{FF2B5EF4-FFF2-40B4-BE49-F238E27FC236}">
                <a16:creationId xmlns:a16="http://schemas.microsoft.com/office/drawing/2014/main" id="{FFA5F99F-8339-ECA5-FEE6-05F5B0AA9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219200"/>
            <a:ext cx="8534400" cy="46323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Box 2">
            <a:extLst>
              <a:ext uri="{FF2B5EF4-FFF2-40B4-BE49-F238E27FC236}">
                <a16:creationId xmlns:a16="http://schemas.microsoft.com/office/drawing/2014/main" id="{2003529B-3195-4780-E2DF-E4264987D224}"/>
              </a:ext>
            </a:extLst>
          </p:cNvPr>
          <p:cNvSpPr txBox="1">
            <a:spLocks noChangeArrowheads="1"/>
          </p:cNvSpPr>
          <p:nvPr/>
        </p:nvSpPr>
        <p:spPr bwMode="auto">
          <a:xfrm>
            <a:off x="457200" y="381000"/>
            <a:ext cx="7620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a:t>Persistence</a:t>
            </a:r>
          </a:p>
        </p:txBody>
      </p:sp>
      <p:sp>
        <p:nvSpPr>
          <p:cNvPr id="83971" name="TextBox 3">
            <a:extLst>
              <a:ext uri="{FF2B5EF4-FFF2-40B4-BE49-F238E27FC236}">
                <a16:creationId xmlns:a16="http://schemas.microsoft.com/office/drawing/2014/main" id="{E5F773FE-8690-044B-8951-2C7A7F931221}"/>
              </a:ext>
            </a:extLst>
          </p:cNvPr>
          <p:cNvSpPr txBox="1">
            <a:spLocks noChangeArrowheads="1"/>
          </p:cNvSpPr>
          <p:nvPr/>
        </p:nvSpPr>
        <p:spPr bwMode="auto">
          <a:xfrm>
            <a:off x="304800" y="114300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b="0"/>
              <a:t>HTTP, prior to version 1.1, specified a non-persistent connection, while a persistent connection is the default in version 1.1.</a:t>
            </a:r>
            <a:endParaRPr lang="en-US" altLang="en-US" sz="2400"/>
          </a:p>
        </p:txBody>
      </p:sp>
      <p:sp>
        <p:nvSpPr>
          <p:cNvPr id="83972" name="TextBox 4">
            <a:extLst>
              <a:ext uri="{FF2B5EF4-FFF2-40B4-BE49-F238E27FC236}">
                <a16:creationId xmlns:a16="http://schemas.microsoft.com/office/drawing/2014/main" id="{F1F08B1C-8534-D0F8-9887-0EACE0C82FA9}"/>
              </a:ext>
            </a:extLst>
          </p:cNvPr>
          <p:cNvSpPr txBox="1">
            <a:spLocks noChangeArrowheads="1"/>
          </p:cNvSpPr>
          <p:nvPr/>
        </p:nvSpPr>
        <p:spPr bwMode="auto">
          <a:xfrm>
            <a:off x="304800" y="2847975"/>
            <a:ext cx="85344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400" i="1"/>
              <a:t>Non-persistent Connection</a:t>
            </a:r>
          </a:p>
          <a:p>
            <a:r>
              <a:rPr lang="en-US" altLang="en-US" sz="2400" b="0"/>
              <a:t>In a </a:t>
            </a:r>
            <a:r>
              <a:rPr lang="en-US" altLang="en-US" sz="2400"/>
              <a:t>non-persistent connection, </a:t>
            </a:r>
            <a:r>
              <a:rPr lang="en-US" altLang="en-US" sz="2400" b="0"/>
              <a:t>one TCP connection is made for each request/response.</a:t>
            </a:r>
          </a:p>
          <a:p>
            <a:r>
              <a:rPr lang="en-US" altLang="en-US" sz="2400" b="0"/>
              <a:t>The following lists the steps in this strategy:</a:t>
            </a:r>
          </a:p>
          <a:p>
            <a:r>
              <a:rPr lang="en-US" altLang="en-US" sz="2400"/>
              <a:t>1. </a:t>
            </a:r>
            <a:r>
              <a:rPr lang="en-US" altLang="en-US" sz="2400" b="0"/>
              <a:t>The client opens a TCP connection and sends a request.</a:t>
            </a:r>
          </a:p>
          <a:p>
            <a:r>
              <a:rPr lang="en-US" altLang="en-US" sz="2400"/>
              <a:t>2. </a:t>
            </a:r>
            <a:r>
              <a:rPr lang="en-US" altLang="en-US" sz="2400" b="0"/>
              <a:t>The server sends the response and closes the connection.</a:t>
            </a:r>
          </a:p>
          <a:p>
            <a:r>
              <a:rPr lang="en-US" altLang="en-US" sz="2400"/>
              <a:t>3. </a:t>
            </a:r>
            <a:r>
              <a:rPr lang="en-US" altLang="en-US" sz="2400" b="0"/>
              <a:t>The client reads the data until it encounters an end-of-file marker; it then closes the  connection.</a:t>
            </a:r>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1">
            <a:extLst>
              <a:ext uri="{FF2B5EF4-FFF2-40B4-BE49-F238E27FC236}">
                <a16:creationId xmlns:a16="http://schemas.microsoft.com/office/drawing/2014/main" id="{9AE314CF-9605-3E4B-0787-BB3D743522D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A5042C68-D404-4C75-8E21-230631A9DCC1}" type="slidenum">
              <a:rPr lang="en-US" altLang="en-US" sz="2000" smtClean="0">
                <a:solidFill>
                  <a:schemeClr val="bg2"/>
                </a:solidFill>
              </a:rPr>
              <a:pPr/>
              <a:t>47</a:t>
            </a:fld>
            <a:endParaRPr lang="en-US" altLang="en-US" sz="2000">
              <a:solidFill>
                <a:schemeClr val="bg2"/>
              </a:solidFill>
            </a:endParaRPr>
          </a:p>
        </p:txBody>
      </p:sp>
      <p:sp>
        <p:nvSpPr>
          <p:cNvPr id="84995" name="TextBox 2">
            <a:extLst>
              <a:ext uri="{FF2B5EF4-FFF2-40B4-BE49-F238E27FC236}">
                <a16:creationId xmlns:a16="http://schemas.microsoft.com/office/drawing/2014/main" id="{ECA1928C-B55F-DC08-3B46-8AF14CA648D5}"/>
              </a:ext>
            </a:extLst>
          </p:cNvPr>
          <p:cNvSpPr txBox="1">
            <a:spLocks noChangeArrowheads="1"/>
          </p:cNvSpPr>
          <p:nvPr/>
        </p:nvSpPr>
        <p:spPr bwMode="auto">
          <a:xfrm>
            <a:off x="609600" y="457200"/>
            <a:ext cx="7772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i="1"/>
              <a:t>Persistent Connection</a:t>
            </a:r>
            <a:endParaRPr lang="en-US" altLang="en-US"/>
          </a:p>
        </p:txBody>
      </p:sp>
      <p:sp>
        <p:nvSpPr>
          <p:cNvPr id="84996" name="TextBox 3">
            <a:extLst>
              <a:ext uri="{FF2B5EF4-FFF2-40B4-BE49-F238E27FC236}">
                <a16:creationId xmlns:a16="http://schemas.microsoft.com/office/drawing/2014/main" id="{12786BB2-E9CB-7025-6525-F3972593AA3E}"/>
              </a:ext>
            </a:extLst>
          </p:cNvPr>
          <p:cNvSpPr txBox="1">
            <a:spLocks noChangeArrowheads="1"/>
          </p:cNvSpPr>
          <p:nvPr/>
        </p:nvSpPr>
        <p:spPr bwMode="auto">
          <a:xfrm>
            <a:off x="609600" y="1524000"/>
            <a:ext cx="8229600" cy="366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Font typeface="Arial" panose="020B0604020202020204" pitchFamily="34" charset="0"/>
              <a:buChar char="•"/>
            </a:pPr>
            <a:r>
              <a:rPr lang="en-US" altLang="en-US" sz="2400" b="0"/>
              <a:t>HTTP version 1.1 specifies a </a:t>
            </a:r>
            <a:r>
              <a:rPr lang="en-US" altLang="en-US" sz="2400"/>
              <a:t>persistent connection </a:t>
            </a:r>
            <a:r>
              <a:rPr lang="en-US" altLang="en-US" sz="2400" b="0"/>
              <a:t>by default.</a:t>
            </a:r>
          </a:p>
          <a:p>
            <a:pPr>
              <a:buFont typeface="Arial" panose="020B0604020202020204" pitchFamily="34" charset="0"/>
              <a:buChar char="•"/>
            </a:pPr>
            <a:r>
              <a:rPr lang="en-US" altLang="en-US" sz="2400" b="0"/>
              <a:t>In a persistent connection, the server leaves the connection open for more requests after sending a response.</a:t>
            </a:r>
          </a:p>
          <a:p>
            <a:pPr>
              <a:buFont typeface="Arial" panose="020B0604020202020204" pitchFamily="34" charset="0"/>
              <a:buChar char="•"/>
            </a:pPr>
            <a:r>
              <a:rPr lang="en-US" altLang="en-US" sz="2400" b="0"/>
              <a:t>The server can close the connection at the request of a client or if a time-out has been reached.</a:t>
            </a:r>
          </a:p>
          <a:p>
            <a:pPr>
              <a:buFont typeface="Arial" panose="020B0604020202020204" pitchFamily="34" charset="0"/>
              <a:buChar char="•"/>
            </a:pPr>
            <a:r>
              <a:rPr lang="en-US" altLang="en-US" sz="2400" b="0"/>
              <a:t>The sender usually sends the length of the data with each response</a:t>
            </a:r>
            <a:r>
              <a:rPr lang="en-US" altLang="en-US" b="0"/>
              <a:t>.</a:t>
            </a:r>
            <a:endParaRPr lang="en-US" altLang="en-US" sz="2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1">
            <a:extLst>
              <a:ext uri="{FF2B5EF4-FFF2-40B4-BE49-F238E27FC236}">
                <a16:creationId xmlns:a16="http://schemas.microsoft.com/office/drawing/2014/main" id="{CA4F8081-8F2A-64BC-2DA6-C941AF63B736}"/>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000">
                <a:solidFill>
                  <a:schemeClr val="bg2"/>
                </a:solidFill>
              </a:rPr>
              <a:t>27.</a:t>
            </a:r>
            <a:fld id="{1EBA216D-CDB6-42AF-853E-89315C3E4E62}" type="slidenum">
              <a:rPr lang="en-US" altLang="en-US" sz="2000" smtClean="0">
                <a:solidFill>
                  <a:schemeClr val="bg2"/>
                </a:solidFill>
              </a:rPr>
              <a:pPr/>
              <a:t>48</a:t>
            </a:fld>
            <a:endParaRPr lang="en-US" altLang="en-US" sz="2000">
              <a:solidFill>
                <a:schemeClr val="bg2"/>
              </a:solidFill>
            </a:endParaRPr>
          </a:p>
        </p:txBody>
      </p:sp>
      <p:sp>
        <p:nvSpPr>
          <p:cNvPr id="86019" name="Rectangle 2">
            <a:extLst>
              <a:ext uri="{FF2B5EF4-FFF2-40B4-BE49-F238E27FC236}">
                <a16:creationId xmlns:a16="http://schemas.microsoft.com/office/drawing/2014/main" id="{25248650-4364-95EB-6897-A00E56C2814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0" name="Rectangle 3">
            <a:extLst>
              <a:ext uri="{FF2B5EF4-FFF2-40B4-BE49-F238E27FC236}">
                <a16:creationId xmlns:a16="http://schemas.microsoft.com/office/drawing/2014/main" id="{D18E5F08-2101-7981-1AE1-E1F2DAC4617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1" name="Rectangle 4">
            <a:extLst>
              <a:ext uri="{FF2B5EF4-FFF2-40B4-BE49-F238E27FC236}">
                <a16:creationId xmlns:a16="http://schemas.microsoft.com/office/drawing/2014/main" id="{1DD5F1B0-4D6E-3D77-7100-C932CDDA00B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2" name="Rectangle 5">
            <a:extLst>
              <a:ext uri="{FF2B5EF4-FFF2-40B4-BE49-F238E27FC236}">
                <a16:creationId xmlns:a16="http://schemas.microsoft.com/office/drawing/2014/main" id="{B53E8531-941A-109E-D40E-1D2CD8AAC33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3" name="Rectangle 6">
            <a:extLst>
              <a:ext uri="{FF2B5EF4-FFF2-40B4-BE49-F238E27FC236}">
                <a16:creationId xmlns:a16="http://schemas.microsoft.com/office/drawing/2014/main" id="{EF3532BE-0A56-797A-6D4F-6DF082C771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4" name="Rectangle 7">
            <a:extLst>
              <a:ext uri="{FF2B5EF4-FFF2-40B4-BE49-F238E27FC236}">
                <a16:creationId xmlns:a16="http://schemas.microsoft.com/office/drawing/2014/main" id="{1117D6B1-BD91-B5B1-7B7F-19493F586CD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5" name="Rectangle 8">
            <a:extLst>
              <a:ext uri="{FF2B5EF4-FFF2-40B4-BE49-F238E27FC236}">
                <a16:creationId xmlns:a16="http://schemas.microsoft.com/office/drawing/2014/main" id="{12E4F01A-F1EE-F94B-ACB3-FD78530D60F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en-US" altLang="en-US" sz="2400" b="0">
              <a:latin typeface="Tahoma" panose="020B0604030504040204" pitchFamily="34" charset="0"/>
            </a:endParaRPr>
          </a:p>
        </p:txBody>
      </p:sp>
      <p:sp>
        <p:nvSpPr>
          <p:cNvPr id="86026" name="Line 9">
            <a:extLst>
              <a:ext uri="{FF2B5EF4-FFF2-40B4-BE49-F238E27FC236}">
                <a16:creationId xmlns:a16="http://schemas.microsoft.com/office/drawing/2014/main" id="{3C601C13-7D7E-7714-9EF4-0FAC5A57450A}"/>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6027" name="Line 10">
            <a:extLst>
              <a:ext uri="{FF2B5EF4-FFF2-40B4-BE49-F238E27FC236}">
                <a16:creationId xmlns:a16="http://schemas.microsoft.com/office/drawing/2014/main" id="{6126C8A4-7070-DE40-4919-BCBDCE4A849D}"/>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6028" name="Rectangle 11">
            <a:extLst>
              <a:ext uri="{FF2B5EF4-FFF2-40B4-BE49-F238E27FC236}">
                <a16:creationId xmlns:a16="http://schemas.microsoft.com/office/drawing/2014/main" id="{76EBD7DD-45D9-FEBF-360E-3E8DED02631C}"/>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a:t>HTTP version 1.1 specifies a persistent connection by default.</a:t>
            </a:r>
          </a:p>
        </p:txBody>
      </p:sp>
      <p:grpSp>
        <p:nvGrpSpPr>
          <p:cNvPr id="86029" name="Group 12">
            <a:extLst>
              <a:ext uri="{FF2B5EF4-FFF2-40B4-BE49-F238E27FC236}">
                <a16:creationId xmlns:a16="http://schemas.microsoft.com/office/drawing/2014/main" id="{B4E69779-C4FA-AC7B-59DE-7541A98C79A8}"/>
              </a:ext>
            </a:extLst>
          </p:cNvPr>
          <p:cNvGrpSpPr>
            <a:grpSpLocks/>
          </p:cNvGrpSpPr>
          <p:nvPr/>
        </p:nvGrpSpPr>
        <p:grpSpPr bwMode="auto">
          <a:xfrm>
            <a:off x="457200" y="2024063"/>
            <a:ext cx="1143000" cy="566737"/>
            <a:chOff x="1200" y="1248"/>
            <a:chExt cx="720" cy="357"/>
          </a:xfrm>
        </p:grpSpPr>
        <p:pic>
          <p:nvPicPr>
            <p:cNvPr id="86030" name="Picture 13">
              <a:extLst>
                <a:ext uri="{FF2B5EF4-FFF2-40B4-BE49-F238E27FC236}">
                  <a16:creationId xmlns:a16="http://schemas.microsoft.com/office/drawing/2014/main" id="{B5CC2516-A7AB-8FE0-7D4D-3FC89F65A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31" name="Text Box 14">
              <a:extLst>
                <a:ext uri="{FF2B5EF4-FFF2-40B4-BE49-F238E27FC236}">
                  <a16:creationId xmlns:a16="http://schemas.microsoft.com/office/drawing/2014/main" id="{30CBB457-45BF-6C79-8F4C-28F104BBD94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2688</TotalTime>
  <Words>1932</Words>
  <Application>Microsoft Office PowerPoint</Application>
  <PresentationFormat>On-screen Show (4:3)</PresentationFormat>
  <Paragraphs>223</Paragraphs>
  <Slides>48</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Tahoma</vt:lpstr>
      <vt:lpstr>Wingdings</vt:lpstr>
      <vt:lpstr>Times New Roman</vt:lpstr>
      <vt:lpstr>McGrawHill-Italic</vt:lpstr>
      <vt:lpstr>Times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Aaryan Sharma</cp:lastModifiedBy>
  <cp:revision>189</cp:revision>
  <dcterms:created xsi:type="dcterms:W3CDTF">2000-01-15T04:50:39Z</dcterms:created>
  <dcterms:modified xsi:type="dcterms:W3CDTF">2025-11-15T17:34:22Z</dcterms:modified>
</cp:coreProperties>
</file>