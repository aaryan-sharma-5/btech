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497C9-9EA5-E484-A00F-C27A1C32A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586916-8057-28CB-C3CD-35648A244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FE6CD-3464-2BF6-AB43-F973C5E66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9D28-A1FC-437A-96BC-84894782476B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2DEB4-C172-3774-09A5-A652581A3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50800-D250-B231-AEE5-5D1D564C7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FC68-AA1D-40BD-840E-39B6CAE9F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153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8B9D6-EEE1-4047-E024-38CAA5334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29EDB-71E9-3C7F-EBC9-7D2BB9443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C7711-427C-8BB6-48B0-EFA010D3C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9D28-A1FC-437A-96BC-84894782476B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4687A-8325-8350-6B66-7E9EDF3A4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5059C-45A7-86AC-84A9-95DD309C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FC68-AA1D-40BD-840E-39B6CAE9F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246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A2518-A9A2-8BB0-84AB-3E79FB326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6A448-892B-6D46-19D5-6DD283256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6A2D0-7EF1-3D17-921D-B2EEB619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9D28-A1FC-437A-96BC-84894782476B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BA68D-A338-9660-3EA7-4CD70FA19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AAF59-E5A7-48BE-7E40-E0E9E1D8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FC68-AA1D-40BD-840E-39B6CAE9F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862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752B7-32DA-FF84-8A08-CEC7FC59D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3825B-04FF-B2F6-0141-AE2250A78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01471-B567-446E-40DD-D9982B0F8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6C4E3-57A2-5B05-80D8-FD2349A84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9D28-A1FC-437A-96BC-84894782476B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C5D18-92EC-B0AD-4916-1FC51A7CF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4BBE8-66FA-3AEC-CB98-24E3AD7D8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FC68-AA1D-40BD-840E-39B6CAE9F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11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535D6-6133-C7BC-0869-65CAC6CC1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6D83B-67CF-3749-84A5-762446858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B3948-1E6E-FEE2-9A3F-EA4A9C4EB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B9648C-D785-8A18-F8A1-C4B8350603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AE0EE7-B164-1599-3754-B727F08330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1AC686-E5E8-9EC3-1673-375F73D23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9D28-A1FC-437A-96BC-84894782476B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6304F1-7D62-43FE-745B-28F8BADF0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E5A0F2-3CD4-A1BC-5270-BC767A86C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FC68-AA1D-40BD-840E-39B6CAE9F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016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5E7EF-B6CC-4954-AD09-F7CB51933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7BA51-D6D4-3F14-6575-01979F2E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9D28-A1FC-437A-96BC-84894782476B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CCDB4E-B781-02C2-7E65-B620E6569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D3509-47EA-BDBC-D6E9-7E8D1A16E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FC68-AA1D-40BD-840E-39B6CAE9F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440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232929-6BB1-8722-5E69-8541D302E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9D28-A1FC-437A-96BC-84894782476B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7D282C-B39B-0480-4518-5F2DA275C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BFCD2-AF46-F6A5-2A3F-F48EE779D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FC68-AA1D-40BD-840E-39B6CAE9F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886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76D2D-7ED5-7273-F3CD-1A7203A1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B0DEE-FCC0-D6D1-D774-878BBAAB4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79732-B7D1-9058-DA2F-8983ACC301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C0A83-B0E1-4C64-6657-893ADD328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9D28-A1FC-437A-96BC-84894782476B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65990-6048-6F80-13C8-72A837809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DD1DF-62A4-CFFA-2BCE-89355E594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FC68-AA1D-40BD-840E-39B6CAE9F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264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9EFDF-D3E4-E813-B888-0F405EF41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7D090D-F3AD-DD3F-94D5-263424D156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12F572-CC03-6CD5-C574-E8AB6DF2E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341B3-16AA-30D5-A00A-99963E710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9D28-A1FC-437A-96BC-84894782476B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1282A-F137-565D-3339-6157D3F80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E9CC07-E12F-EAE1-D8DB-0CD26E699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FC68-AA1D-40BD-840E-39B6CAE9F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389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65940-8281-525B-5CB6-724234C65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20A84F-CA8E-6689-C375-10457EA3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EAF0C-A98D-EB41-0F47-FB0A36669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9D28-A1FC-437A-96BC-84894782476B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12209-3673-BDB7-FD4D-F43A4AA14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1D42A-D439-3343-7000-DD451C83C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FC68-AA1D-40BD-840E-39B6CAE9F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670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142037-BCB0-BC9F-6E7F-08DE7F86A6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DF1D3C-514C-B749-D164-5EE5D550CD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EF682-CF44-2680-A165-E386DD6C3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F9D28-A1FC-437A-96BC-84894782476B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BBF5C-1ADD-1FBB-C34F-50FC5C156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8DD45-8334-69DE-F808-DB2A90B9A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FC68-AA1D-40BD-840E-39B6CAE9F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383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3E6A0-9A43-3343-4D16-4D6598FFA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090A1-3B92-8F1B-20A5-63D0139EE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7AFFD-943B-AE47-2A25-141C66621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2F9D28-A1FC-437A-96BC-84894782476B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F98E1-CF4E-4AF7-67DE-A5C5BEA3E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CB03D-221E-DEEB-548C-B4BB02C1B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A6FC68-AA1D-40BD-840E-39B6CAE9F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216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F28B-CB78-0B51-F5BA-D9BE4ED779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GIS coordinate system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261BF-4EC3-AA76-55B3-886F669EF5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730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E8FD2-123E-51BC-EC22-BFC4D533F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6C3437-00B2-D546-D420-A3A2FA39AD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4301" y="439276"/>
            <a:ext cx="5243398" cy="59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354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24B319-F613-3FD0-2061-CEB15DD028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0647" y="503804"/>
            <a:ext cx="10530706" cy="585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031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CBA0E-F9A9-7D8D-DD72-464CC8AE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A1F76-4005-9015-BD14-8EB7152F2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569C90-79EA-D2F8-834C-BDFDC9A02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775" y="0"/>
            <a:ext cx="56308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0549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3976-D82B-AB64-0DE8-467493878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F03F6-D347-41C6-AE12-F3E9DC609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7D036E0-D0F8-8B2F-882C-BC4959531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132" y="770279"/>
            <a:ext cx="5287736" cy="5317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9937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DB1A7-CAB8-EABA-1F71-0615D247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2E392-5F81-01F3-19D6-08C972DCF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BFC295-92B8-B093-0704-707E04070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9010"/>
            <a:ext cx="12192000" cy="487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66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4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GIS coordinate system basics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Kaustubh Kulkarni</dc:creator>
  <cp:lastModifiedBy>Kaustubh Kulkarni</cp:lastModifiedBy>
  <cp:revision>2</cp:revision>
  <dcterms:created xsi:type="dcterms:W3CDTF">2025-08-06T04:11:52Z</dcterms:created>
  <dcterms:modified xsi:type="dcterms:W3CDTF">2025-08-18T08:07:23Z</dcterms:modified>
</cp:coreProperties>
</file>