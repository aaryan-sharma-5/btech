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17.jpe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2110083"/>
            <a:ext cx="12547997" cy="95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Algorithmic Vision Lane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3137745"/>
            <a:ext cx="427613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890" y="4030713"/>
            <a:ext cx="16392230" cy="51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Objective translates raw pixel data into mathematical line equations.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90" y="4917872"/>
            <a:ext cx="427613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Core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90" y="5810841"/>
            <a:ext cx="16392230" cy="51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Core problem is computers see matrices of numbers, not roads.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90" y="6698009"/>
            <a:ext cx="427613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Solution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890" y="7590977"/>
            <a:ext cx="16392230" cy="51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Solution pipeline combines Canny Edge Detection and Hough Transform.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86840" y="4129535"/>
            <a:ext cx="4669784" cy="2436914"/>
            <a:chOff x="0" y="0"/>
            <a:chExt cx="6226378" cy="32492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6175502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502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721" y="0"/>
                  </a:lnTo>
                  <a:cubicBezTo>
                    <a:pt x="6107176" y="0"/>
                    <a:pt x="6175502" y="67945"/>
                    <a:pt x="6175502" y="151638"/>
                  </a:cubicBezTo>
                  <a:lnTo>
                    <a:pt x="6175502" y="3046730"/>
                  </a:lnTo>
                  <a:cubicBezTo>
                    <a:pt x="6175502" y="3130550"/>
                    <a:pt x="6107049" y="3198368"/>
                    <a:pt x="6022721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26302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302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121" y="0"/>
                  </a:lnTo>
                  <a:lnTo>
                    <a:pt x="6048121" y="25400"/>
                  </a:lnTo>
                  <a:lnTo>
                    <a:pt x="6048121" y="0"/>
                  </a:lnTo>
                  <a:cubicBezTo>
                    <a:pt x="6146419" y="0"/>
                    <a:pt x="6226302" y="79121"/>
                    <a:pt x="6226302" y="177038"/>
                  </a:cubicBezTo>
                  <a:lnTo>
                    <a:pt x="6200902" y="177038"/>
                  </a:lnTo>
                  <a:lnTo>
                    <a:pt x="6226302" y="177038"/>
                  </a:lnTo>
                  <a:lnTo>
                    <a:pt x="6226302" y="3072130"/>
                  </a:lnTo>
                  <a:lnTo>
                    <a:pt x="6200902" y="3072130"/>
                  </a:lnTo>
                  <a:lnTo>
                    <a:pt x="6226302" y="3072130"/>
                  </a:lnTo>
                  <a:cubicBezTo>
                    <a:pt x="6226302" y="3170047"/>
                    <a:pt x="6146292" y="3249168"/>
                    <a:pt x="6048121" y="3249168"/>
                  </a:cubicBezTo>
                  <a:lnTo>
                    <a:pt x="6048121" y="3223768"/>
                  </a:lnTo>
                  <a:lnTo>
                    <a:pt x="6048121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121" y="3198368"/>
                  </a:lnTo>
                  <a:cubicBezTo>
                    <a:pt x="6118733" y="3198368"/>
                    <a:pt x="6175502" y="3141599"/>
                    <a:pt x="6175502" y="3072130"/>
                  </a:cubicBezTo>
                  <a:lnTo>
                    <a:pt x="6175502" y="177038"/>
                  </a:lnTo>
                  <a:cubicBezTo>
                    <a:pt x="6175502" y="107442"/>
                    <a:pt x="6118606" y="50800"/>
                    <a:pt x="6048121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89234" y="4129535"/>
            <a:ext cx="4669927" cy="2436914"/>
            <a:chOff x="0" y="0"/>
            <a:chExt cx="6226569" cy="32492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6175756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756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975" y="0"/>
                  </a:lnTo>
                  <a:cubicBezTo>
                    <a:pt x="6107430" y="0"/>
                    <a:pt x="6175756" y="67945"/>
                    <a:pt x="6175756" y="151638"/>
                  </a:cubicBezTo>
                  <a:lnTo>
                    <a:pt x="6175756" y="3046730"/>
                  </a:lnTo>
                  <a:cubicBezTo>
                    <a:pt x="6175756" y="3130550"/>
                    <a:pt x="6107303" y="3198368"/>
                    <a:pt x="6022975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26556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556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375" y="0"/>
                  </a:lnTo>
                  <a:lnTo>
                    <a:pt x="6048375" y="25400"/>
                  </a:lnTo>
                  <a:lnTo>
                    <a:pt x="6048375" y="0"/>
                  </a:lnTo>
                  <a:cubicBezTo>
                    <a:pt x="6146673" y="0"/>
                    <a:pt x="6226556" y="79121"/>
                    <a:pt x="6226556" y="177038"/>
                  </a:cubicBezTo>
                  <a:lnTo>
                    <a:pt x="6201156" y="177038"/>
                  </a:lnTo>
                  <a:lnTo>
                    <a:pt x="6226556" y="177038"/>
                  </a:lnTo>
                  <a:lnTo>
                    <a:pt x="6226556" y="3072130"/>
                  </a:lnTo>
                  <a:lnTo>
                    <a:pt x="6201156" y="3072130"/>
                  </a:lnTo>
                  <a:lnTo>
                    <a:pt x="6226556" y="3072130"/>
                  </a:lnTo>
                  <a:cubicBezTo>
                    <a:pt x="6226556" y="3170047"/>
                    <a:pt x="6146546" y="3249168"/>
                    <a:pt x="6048375" y="3249168"/>
                  </a:cubicBezTo>
                  <a:lnTo>
                    <a:pt x="6048375" y="3223768"/>
                  </a:lnTo>
                  <a:lnTo>
                    <a:pt x="6048375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375" y="3198368"/>
                  </a:lnTo>
                  <a:cubicBezTo>
                    <a:pt x="6118987" y="3198368"/>
                    <a:pt x="6175756" y="3141599"/>
                    <a:pt x="6175756" y="3072130"/>
                  </a:cubicBezTo>
                  <a:lnTo>
                    <a:pt x="6175756" y="177038"/>
                  </a:lnTo>
                  <a:cubicBezTo>
                    <a:pt x="6175756" y="107442"/>
                    <a:pt x="6118860" y="50800"/>
                    <a:pt x="6048375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86840" y="6799059"/>
            <a:ext cx="9572330" cy="1546327"/>
            <a:chOff x="0" y="0"/>
            <a:chExt cx="12763106" cy="2061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2712319" cy="2010918"/>
            </a:xfrm>
            <a:custGeom>
              <a:avLst/>
              <a:gdLst/>
              <a:ahLst/>
              <a:cxnLst/>
              <a:rect r="r" b="b" t="t" l="l"/>
              <a:pathLst>
                <a:path h="2010918" w="12712319">
                  <a:moveTo>
                    <a:pt x="0" y="151638"/>
                  </a:moveTo>
                  <a:cubicBezTo>
                    <a:pt x="0" y="67945"/>
                    <a:pt x="69342" y="0"/>
                    <a:pt x="154940" y="0"/>
                  </a:cubicBezTo>
                  <a:lnTo>
                    <a:pt x="12557379" y="0"/>
                  </a:lnTo>
                  <a:cubicBezTo>
                    <a:pt x="12642977" y="0"/>
                    <a:pt x="12712319" y="67945"/>
                    <a:pt x="12712319" y="151638"/>
                  </a:cubicBezTo>
                  <a:lnTo>
                    <a:pt x="12712319" y="1859280"/>
                  </a:lnTo>
                  <a:cubicBezTo>
                    <a:pt x="12712319" y="1943100"/>
                    <a:pt x="12642977" y="2010918"/>
                    <a:pt x="12557379" y="2010918"/>
                  </a:cubicBezTo>
                  <a:lnTo>
                    <a:pt x="154940" y="2010918"/>
                  </a:lnTo>
                  <a:cubicBezTo>
                    <a:pt x="69342" y="2010918"/>
                    <a:pt x="0" y="1943100"/>
                    <a:pt x="0" y="1859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3119" cy="2061718"/>
            </a:xfrm>
            <a:custGeom>
              <a:avLst/>
              <a:gdLst/>
              <a:ahLst/>
              <a:cxnLst/>
              <a:rect r="r" b="b" t="t" l="l"/>
              <a:pathLst>
                <a:path h="2061718" w="12763119">
                  <a:moveTo>
                    <a:pt x="0" y="177038"/>
                  </a:moveTo>
                  <a:cubicBezTo>
                    <a:pt x="0" y="78740"/>
                    <a:pt x="81280" y="0"/>
                    <a:pt x="180340" y="0"/>
                  </a:cubicBezTo>
                  <a:lnTo>
                    <a:pt x="12582779" y="0"/>
                  </a:lnTo>
                  <a:lnTo>
                    <a:pt x="12582779" y="25400"/>
                  </a:lnTo>
                  <a:lnTo>
                    <a:pt x="12582779" y="0"/>
                  </a:lnTo>
                  <a:cubicBezTo>
                    <a:pt x="12681839" y="0"/>
                    <a:pt x="12763119" y="78740"/>
                    <a:pt x="12763119" y="177038"/>
                  </a:cubicBezTo>
                  <a:lnTo>
                    <a:pt x="12737719" y="177038"/>
                  </a:lnTo>
                  <a:lnTo>
                    <a:pt x="12763119" y="177038"/>
                  </a:lnTo>
                  <a:lnTo>
                    <a:pt x="12763119" y="1884680"/>
                  </a:lnTo>
                  <a:lnTo>
                    <a:pt x="12737719" y="1884680"/>
                  </a:lnTo>
                  <a:lnTo>
                    <a:pt x="12763119" y="1884680"/>
                  </a:lnTo>
                  <a:cubicBezTo>
                    <a:pt x="12763119" y="1982978"/>
                    <a:pt x="12681839" y="2061718"/>
                    <a:pt x="12582779" y="2061718"/>
                  </a:cubicBezTo>
                  <a:lnTo>
                    <a:pt x="12582779" y="2036318"/>
                  </a:lnTo>
                  <a:lnTo>
                    <a:pt x="12582779" y="2061718"/>
                  </a:lnTo>
                  <a:lnTo>
                    <a:pt x="180340" y="2061718"/>
                  </a:lnTo>
                  <a:lnTo>
                    <a:pt x="180340" y="2036318"/>
                  </a:lnTo>
                  <a:lnTo>
                    <a:pt x="180340" y="2061718"/>
                  </a:lnTo>
                  <a:cubicBezTo>
                    <a:pt x="81280" y="2061718"/>
                    <a:pt x="0" y="1982978"/>
                    <a:pt x="0" y="188468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1884680"/>
                  </a:lnTo>
                  <a:lnTo>
                    <a:pt x="25400" y="1884680"/>
                  </a:lnTo>
                  <a:lnTo>
                    <a:pt x="50800" y="1884680"/>
                  </a:lnTo>
                  <a:cubicBezTo>
                    <a:pt x="50800" y="1953895"/>
                    <a:pt x="108204" y="2010918"/>
                    <a:pt x="180340" y="2010918"/>
                  </a:cubicBezTo>
                  <a:lnTo>
                    <a:pt x="12582779" y="2010918"/>
                  </a:lnTo>
                  <a:cubicBezTo>
                    <a:pt x="12654788" y="2010918"/>
                    <a:pt x="12712319" y="1953895"/>
                    <a:pt x="12712319" y="1884680"/>
                  </a:cubicBezTo>
                  <a:lnTo>
                    <a:pt x="12712319" y="177038"/>
                  </a:lnTo>
                  <a:cubicBezTo>
                    <a:pt x="12712319" y="107823"/>
                    <a:pt x="12654915" y="50800"/>
                    <a:pt x="12582779" y="50800"/>
                  </a:cubicBezTo>
                  <a:lnTo>
                    <a:pt x="180340" y="50800"/>
                  </a:lnTo>
                  <a:lnTo>
                    <a:pt x="180340" y="25400"/>
                  </a:lnTo>
                  <a:lnTo>
                    <a:pt x="180340" y="50800"/>
                  </a:lnTo>
                  <a:cubicBezTo>
                    <a:pt x="108204" y="50800"/>
                    <a:pt x="50800" y="107823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9397" y="3267068"/>
            <a:ext cx="7398843" cy="4161849"/>
            <a:chOff x="0" y="0"/>
            <a:chExt cx="9865124" cy="55491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65124" cy="5549132"/>
            </a:xfrm>
            <a:custGeom>
              <a:avLst/>
              <a:gdLst/>
              <a:ahLst/>
              <a:cxnLst/>
              <a:rect r="r" b="b" t="t" l="l"/>
              <a:pathLst>
                <a:path h="5549132" w="9865124">
                  <a:moveTo>
                    <a:pt x="0" y="0"/>
                  </a:moveTo>
                  <a:lnTo>
                    <a:pt x="9865124" y="0"/>
                  </a:lnTo>
                  <a:lnTo>
                    <a:pt x="9865124" y="5549132"/>
                  </a:lnTo>
                  <a:lnTo>
                    <a:pt x="0" y="5549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25" id="25"/>
            <p:cNvGrpSpPr/>
            <p:nvPr/>
          </p:nvGrpSpPr>
          <p:grpSpPr>
            <a:xfrm rot="0">
              <a:off x="3639343" y="1481347"/>
              <a:ext cx="2586437" cy="2586437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D64F50">
                  <a:alpha val="0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7805890" y="1893989"/>
            <a:ext cx="9534230" cy="184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Why Basic Thresholding Fails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14709" y="4409780"/>
            <a:ext cx="4014045" cy="13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Global thresholding assumes uniform lighting.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17103" y="4409780"/>
            <a:ext cx="401419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Shadows and road textures destroy basic binary segmentation.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14709" y="7079304"/>
            <a:ext cx="8916591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Conclusion mandates looking for edges, not raw intensity values.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05890" y="4895698"/>
            <a:ext cx="4631684" cy="38100"/>
            <a:chOff x="0" y="0"/>
            <a:chExt cx="6175578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75629" cy="50800"/>
            </a:xfrm>
            <a:custGeom>
              <a:avLst/>
              <a:gdLst/>
              <a:ahLst/>
              <a:cxnLst/>
              <a:rect r="r" b="b" t="t" l="l"/>
              <a:pathLst>
                <a:path h="50800" w="6175629">
                  <a:moveTo>
                    <a:pt x="0" y="0"/>
                  </a:moveTo>
                  <a:lnTo>
                    <a:pt x="6175629" y="0"/>
                  </a:lnTo>
                  <a:lnTo>
                    <a:pt x="617562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A1B2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08284" y="4895698"/>
            <a:ext cx="4631827" cy="38100"/>
            <a:chOff x="0" y="0"/>
            <a:chExt cx="6175769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75756" cy="50800"/>
            </a:xfrm>
            <a:custGeom>
              <a:avLst/>
              <a:gdLst/>
              <a:ahLst/>
              <a:cxnLst/>
              <a:rect r="r" b="b" t="t" l="l"/>
              <a:pathLst>
                <a:path h="50800" w="6175756">
                  <a:moveTo>
                    <a:pt x="0" y="0"/>
                  </a:moveTo>
                  <a:lnTo>
                    <a:pt x="6175756" y="0"/>
                  </a:lnTo>
                  <a:lnTo>
                    <a:pt x="617575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A1B2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05890" y="7338717"/>
            <a:ext cx="9534230" cy="38100"/>
            <a:chOff x="0" y="0"/>
            <a:chExt cx="12712306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12319" cy="50800"/>
            </a:xfrm>
            <a:custGeom>
              <a:avLst/>
              <a:gdLst/>
              <a:ahLst/>
              <a:cxnLst/>
              <a:rect r="r" b="b" t="t" l="l"/>
              <a:pathLst>
                <a:path h="50800" w="12712319">
                  <a:moveTo>
                    <a:pt x="0" y="0"/>
                  </a:moveTo>
                  <a:lnTo>
                    <a:pt x="12712319" y="0"/>
                  </a:lnTo>
                  <a:lnTo>
                    <a:pt x="1271231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A1B2E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805890" y="1576540"/>
            <a:ext cx="9534230" cy="184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Gradients and Noise Reduction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05890" y="3495084"/>
            <a:ext cx="427613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Step 1 of Canny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05890" y="4388053"/>
            <a:ext cx="541582" cy="42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05890" y="5059566"/>
            <a:ext cx="4631684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Grayscale reduces computational load.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08284" y="4388053"/>
            <a:ext cx="541582" cy="42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08284" y="5059566"/>
            <a:ext cx="4631827" cy="13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Gaussian blur removes high frequency noise causing false edges.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05890" y="6831063"/>
            <a:ext cx="541582" cy="42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05890" y="7502576"/>
            <a:ext cx="9534230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Sobel operators highlight rapid intensity changes in x and y directions.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19199" y="3305378"/>
            <a:ext cx="7021943" cy="3949843"/>
            <a:chOff x="0" y="0"/>
            <a:chExt cx="9362591" cy="526645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2426231" y="378164"/>
              <a:ext cx="4510129" cy="4510129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62591" cy="5266457"/>
            </a:xfrm>
            <a:custGeom>
              <a:avLst/>
              <a:gdLst/>
              <a:ahLst/>
              <a:cxnLst/>
              <a:rect r="r" b="b" t="t" l="l"/>
              <a:pathLst>
                <a:path h="5266457" w="9362591">
                  <a:moveTo>
                    <a:pt x="0" y="0"/>
                  </a:moveTo>
                  <a:lnTo>
                    <a:pt x="9362591" y="0"/>
                  </a:lnTo>
                  <a:lnTo>
                    <a:pt x="9362591" y="5266457"/>
                  </a:lnTo>
                  <a:lnTo>
                    <a:pt x="0" y="5266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1162793"/>
            <a:ext cx="9534230" cy="179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Non Maximum Suppression and Hysteresis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3329588"/>
            <a:ext cx="427613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Step 2 of Canny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8840" y="4289231"/>
            <a:ext cx="4669784" cy="2436914"/>
            <a:chOff x="0" y="0"/>
            <a:chExt cx="6226378" cy="32492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175502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502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721" y="0"/>
                  </a:lnTo>
                  <a:cubicBezTo>
                    <a:pt x="6107176" y="0"/>
                    <a:pt x="6175502" y="67945"/>
                    <a:pt x="6175502" y="151638"/>
                  </a:cubicBezTo>
                  <a:lnTo>
                    <a:pt x="6175502" y="3046730"/>
                  </a:lnTo>
                  <a:cubicBezTo>
                    <a:pt x="6175502" y="3130550"/>
                    <a:pt x="6107049" y="3198368"/>
                    <a:pt x="6022721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26302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302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121" y="0"/>
                  </a:lnTo>
                  <a:lnTo>
                    <a:pt x="6048121" y="25400"/>
                  </a:lnTo>
                  <a:lnTo>
                    <a:pt x="6048121" y="0"/>
                  </a:lnTo>
                  <a:cubicBezTo>
                    <a:pt x="6146419" y="0"/>
                    <a:pt x="6226302" y="79121"/>
                    <a:pt x="6226302" y="177038"/>
                  </a:cubicBezTo>
                  <a:lnTo>
                    <a:pt x="6200902" y="177038"/>
                  </a:lnTo>
                  <a:lnTo>
                    <a:pt x="6226302" y="177038"/>
                  </a:lnTo>
                  <a:lnTo>
                    <a:pt x="6226302" y="3072130"/>
                  </a:lnTo>
                  <a:lnTo>
                    <a:pt x="6200902" y="3072130"/>
                  </a:lnTo>
                  <a:lnTo>
                    <a:pt x="6226302" y="3072130"/>
                  </a:lnTo>
                  <a:cubicBezTo>
                    <a:pt x="6226302" y="3170047"/>
                    <a:pt x="6146292" y="3249168"/>
                    <a:pt x="6048121" y="3249168"/>
                  </a:cubicBezTo>
                  <a:lnTo>
                    <a:pt x="6048121" y="3223768"/>
                  </a:lnTo>
                  <a:lnTo>
                    <a:pt x="6048121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121" y="3198368"/>
                  </a:lnTo>
                  <a:cubicBezTo>
                    <a:pt x="6118733" y="3198368"/>
                    <a:pt x="6175502" y="3141599"/>
                    <a:pt x="6175502" y="3072130"/>
                  </a:cubicBezTo>
                  <a:lnTo>
                    <a:pt x="6175502" y="177038"/>
                  </a:lnTo>
                  <a:cubicBezTo>
                    <a:pt x="6175502" y="107442"/>
                    <a:pt x="6118606" y="50800"/>
                    <a:pt x="6048121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6709" y="4569476"/>
            <a:ext cx="4014045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Thick edges are useless for precision.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831234" y="4289231"/>
            <a:ext cx="4669927" cy="2436914"/>
            <a:chOff x="0" y="0"/>
            <a:chExt cx="6226569" cy="32492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175756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756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975" y="0"/>
                  </a:lnTo>
                  <a:cubicBezTo>
                    <a:pt x="6107430" y="0"/>
                    <a:pt x="6175756" y="67945"/>
                    <a:pt x="6175756" y="151638"/>
                  </a:cubicBezTo>
                  <a:lnTo>
                    <a:pt x="6175756" y="3046730"/>
                  </a:lnTo>
                  <a:cubicBezTo>
                    <a:pt x="6175756" y="3130550"/>
                    <a:pt x="6107303" y="3198368"/>
                    <a:pt x="6022975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6556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556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375" y="0"/>
                  </a:lnTo>
                  <a:lnTo>
                    <a:pt x="6048375" y="25400"/>
                  </a:lnTo>
                  <a:lnTo>
                    <a:pt x="6048375" y="0"/>
                  </a:lnTo>
                  <a:cubicBezTo>
                    <a:pt x="6146673" y="0"/>
                    <a:pt x="6226556" y="79121"/>
                    <a:pt x="6226556" y="177038"/>
                  </a:cubicBezTo>
                  <a:lnTo>
                    <a:pt x="6201156" y="177038"/>
                  </a:lnTo>
                  <a:lnTo>
                    <a:pt x="6226556" y="177038"/>
                  </a:lnTo>
                  <a:lnTo>
                    <a:pt x="6226556" y="3072130"/>
                  </a:lnTo>
                  <a:lnTo>
                    <a:pt x="6201156" y="3072130"/>
                  </a:lnTo>
                  <a:lnTo>
                    <a:pt x="6226556" y="3072130"/>
                  </a:lnTo>
                  <a:cubicBezTo>
                    <a:pt x="6226556" y="3170047"/>
                    <a:pt x="6146546" y="3249168"/>
                    <a:pt x="6048375" y="3249168"/>
                  </a:cubicBezTo>
                  <a:lnTo>
                    <a:pt x="6048375" y="3223768"/>
                  </a:lnTo>
                  <a:lnTo>
                    <a:pt x="6048375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375" y="3198368"/>
                  </a:lnTo>
                  <a:cubicBezTo>
                    <a:pt x="6118987" y="3198368"/>
                    <a:pt x="6175756" y="3141599"/>
                    <a:pt x="6175756" y="3072130"/>
                  </a:cubicBezTo>
                  <a:lnTo>
                    <a:pt x="6175756" y="177038"/>
                  </a:lnTo>
                  <a:cubicBezTo>
                    <a:pt x="6175756" y="107442"/>
                    <a:pt x="6118860" y="50800"/>
                    <a:pt x="6048375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59103" y="4569476"/>
            <a:ext cx="401419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Non maximum suppression thins edges to a single pixel.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840" y="6958765"/>
            <a:ext cx="9572330" cy="1991620"/>
            <a:chOff x="0" y="0"/>
            <a:chExt cx="12763106" cy="26554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12712319" cy="2604643"/>
            </a:xfrm>
            <a:custGeom>
              <a:avLst/>
              <a:gdLst/>
              <a:ahLst/>
              <a:cxnLst/>
              <a:rect r="r" b="b" t="t" l="l"/>
              <a:pathLst>
                <a:path h="2604643" w="12712319">
                  <a:moveTo>
                    <a:pt x="0" y="151638"/>
                  </a:moveTo>
                  <a:cubicBezTo>
                    <a:pt x="0" y="67945"/>
                    <a:pt x="68961" y="0"/>
                    <a:pt x="154051" y="0"/>
                  </a:cubicBezTo>
                  <a:lnTo>
                    <a:pt x="12558268" y="0"/>
                  </a:lnTo>
                  <a:cubicBezTo>
                    <a:pt x="12643358" y="0"/>
                    <a:pt x="12712319" y="67945"/>
                    <a:pt x="12712319" y="151638"/>
                  </a:cubicBezTo>
                  <a:lnTo>
                    <a:pt x="12712319" y="2453005"/>
                  </a:lnTo>
                  <a:cubicBezTo>
                    <a:pt x="12712319" y="2536825"/>
                    <a:pt x="12643358" y="2604643"/>
                    <a:pt x="12558268" y="2604643"/>
                  </a:cubicBezTo>
                  <a:lnTo>
                    <a:pt x="154051" y="2604643"/>
                  </a:lnTo>
                  <a:cubicBezTo>
                    <a:pt x="68961" y="2604643"/>
                    <a:pt x="0" y="2536825"/>
                    <a:pt x="0" y="24530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3119" cy="2655443"/>
            </a:xfrm>
            <a:custGeom>
              <a:avLst/>
              <a:gdLst/>
              <a:ahLst/>
              <a:cxnLst/>
              <a:rect r="r" b="b" t="t" l="l"/>
              <a:pathLst>
                <a:path h="2655443" w="12763119">
                  <a:moveTo>
                    <a:pt x="0" y="177038"/>
                  </a:moveTo>
                  <a:cubicBezTo>
                    <a:pt x="0" y="78867"/>
                    <a:pt x="80645" y="0"/>
                    <a:pt x="179451" y="0"/>
                  </a:cubicBezTo>
                  <a:lnTo>
                    <a:pt x="12583668" y="0"/>
                  </a:lnTo>
                  <a:lnTo>
                    <a:pt x="12583668" y="25400"/>
                  </a:lnTo>
                  <a:lnTo>
                    <a:pt x="12583668" y="0"/>
                  </a:lnTo>
                  <a:cubicBezTo>
                    <a:pt x="12682348" y="0"/>
                    <a:pt x="12763119" y="78867"/>
                    <a:pt x="12763119" y="177038"/>
                  </a:cubicBezTo>
                  <a:lnTo>
                    <a:pt x="12737719" y="177038"/>
                  </a:lnTo>
                  <a:lnTo>
                    <a:pt x="12763119" y="177038"/>
                  </a:lnTo>
                  <a:lnTo>
                    <a:pt x="12763119" y="2478405"/>
                  </a:lnTo>
                  <a:lnTo>
                    <a:pt x="12737719" y="2478405"/>
                  </a:lnTo>
                  <a:lnTo>
                    <a:pt x="12763119" y="2478405"/>
                  </a:lnTo>
                  <a:cubicBezTo>
                    <a:pt x="12763119" y="2576576"/>
                    <a:pt x="12682475" y="2655443"/>
                    <a:pt x="12583668" y="2655443"/>
                  </a:cubicBezTo>
                  <a:lnTo>
                    <a:pt x="12583668" y="2630043"/>
                  </a:lnTo>
                  <a:lnTo>
                    <a:pt x="12583668" y="2655443"/>
                  </a:lnTo>
                  <a:lnTo>
                    <a:pt x="179451" y="2655443"/>
                  </a:lnTo>
                  <a:lnTo>
                    <a:pt x="179451" y="2630043"/>
                  </a:lnTo>
                  <a:lnTo>
                    <a:pt x="179451" y="2655443"/>
                  </a:lnTo>
                  <a:cubicBezTo>
                    <a:pt x="80645" y="2655443"/>
                    <a:pt x="0" y="2576576"/>
                    <a:pt x="0" y="2478405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2478405"/>
                  </a:lnTo>
                  <a:lnTo>
                    <a:pt x="25400" y="2478405"/>
                  </a:lnTo>
                  <a:lnTo>
                    <a:pt x="50800" y="2478405"/>
                  </a:lnTo>
                  <a:cubicBezTo>
                    <a:pt x="50800" y="2547747"/>
                    <a:pt x="108077" y="2604643"/>
                    <a:pt x="179451" y="2604643"/>
                  </a:cubicBezTo>
                  <a:lnTo>
                    <a:pt x="12583668" y="2604643"/>
                  </a:lnTo>
                  <a:cubicBezTo>
                    <a:pt x="12655042" y="2604643"/>
                    <a:pt x="12712319" y="2547747"/>
                    <a:pt x="12712319" y="2478405"/>
                  </a:cubicBezTo>
                  <a:lnTo>
                    <a:pt x="12712319" y="177038"/>
                  </a:lnTo>
                  <a:cubicBezTo>
                    <a:pt x="12712319" y="107696"/>
                    <a:pt x="12655042" y="50800"/>
                    <a:pt x="12583668" y="50800"/>
                  </a:cubicBezTo>
                  <a:lnTo>
                    <a:pt x="179451" y="50800"/>
                  </a:lnTo>
                  <a:lnTo>
                    <a:pt x="179451" y="25400"/>
                  </a:lnTo>
                  <a:lnTo>
                    <a:pt x="179451" y="50800"/>
                  </a:lnTo>
                  <a:cubicBezTo>
                    <a:pt x="108077" y="50800"/>
                    <a:pt x="50800" y="107696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6709" y="7239000"/>
            <a:ext cx="8916591" cy="13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Hysteresis uses two thresholds where strong pixels survive and weak pixels survive only if connected to strong ones.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63145" y="3209742"/>
            <a:ext cx="6875584" cy="3867516"/>
            <a:chOff x="0" y="0"/>
            <a:chExt cx="9167446" cy="515668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2377156" y="371777"/>
              <a:ext cx="4413134" cy="441313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67446" cy="5156688"/>
            </a:xfrm>
            <a:custGeom>
              <a:avLst/>
              <a:gdLst/>
              <a:ahLst/>
              <a:cxnLst/>
              <a:rect r="r" b="b" t="t" l="l"/>
              <a:pathLst>
                <a:path h="5156688" w="9167446">
                  <a:moveTo>
                    <a:pt x="0" y="0"/>
                  </a:moveTo>
                  <a:lnTo>
                    <a:pt x="9167446" y="0"/>
                  </a:lnTo>
                  <a:lnTo>
                    <a:pt x="9167446" y="5156688"/>
                  </a:lnTo>
                  <a:lnTo>
                    <a:pt x="0" y="5156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840" y="4005415"/>
            <a:ext cx="4669784" cy="2436914"/>
            <a:chOff x="0" y="0"/>
            <a:chExt cx="6226378" cy="32492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6175502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502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721" y="0"/>
                  </a:lnTo>
                  <a:cubicBezTo>
                    <a:pt x="6107176" y="0"/>
                    <a:pt x="6175502" y="67945"/>
                    <a:pt x="6175502" y="151638"/>
                  </a:cubicBezTo>
                  <a:lnTo>
                    <a:pt x="6175502" y="3046730"/>
                  </a:lnTo>
                  <a:cubicBezTo>
                    <a:pt x="6175502" y="3130550"/>
                    <a:pt x="6107049" y="3198368"/>
                    <a:pt x="6022721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26302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302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121" y="0"/>
                  </a:lnTo>
                  <a:lnTo>
                    <a:pt x="6048121" y="25400"/>
                  </a:lnTo>
                  <a:lnTo>
                    <a:pt x="6048121" y="0"/>
                  </a:lnTo>
                  <a:cubicBezTo>
                    <a:pt x="6146419" y="0"/>
                    <a:pt x="6226302" y="79121"/>
                    <a:pt x="6226302" y="177038"/>
                  </a:cubicBezTo>
                  <a:lnTo>
                    <a:pt x="6200902" y="177038"/>
                  </a:lnTo>
                  <a:lnTo>
                    <a:pt x="6226302" y="177038"/>
                  </a:lnTo>
                  <a:lnTo>
                    <a:pt x="6226302" y="3072130"/>
                  </a:lnTo>
                  <a:lnTo>
                    <a:pt x="6200902" y="3072130"/>
                  </a:lnTo>
                  <a:lnTo>
                    <a:pt x="6226302" y="3072130"/>
                  </a:lnTo>
                  <a:cubicBezTo>
                    <a:pt x="6226302" y="3170047"/>
                    <a:pt x="6146292" y="3249168"/>
                    <a:pt x="6048121" y="3249168"/>
                  </a:cubicBezTo>
                  <a:lnTo>
                    <a:pt x="6048121" y="3223768"/>
                  </a:lnTo>
                  <a:lnTo>
                    <a:pt x="6048121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121" y="3198368"/>
                  </a:lnTo>
                  <a:cubicBezTo>
                    <a:pt x="6118733" y="3198368"/>
                    <a:pt x="6175502" y="3141599"/>
                    <a:pt x="6175502" y="3072130"/>
                  </a:cubicBezTo>
                  <a:lnTo>
                    <a:pt x="6175502" y="177038"/>
                  </a:lnTo>
                  <a:cubicBezTo>
                    <a:pt x="6175502" y="107442"/>
                    <a:pt x="6118606" y="50800"/>
                    <a:pt x="6048121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831234" y="4005415"/>
            <a:ext cx="3999352" cy="2436914"/>
            <a:chOff x="0" y="0"/>
            <a:chExt cx="5332470" cy="32492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753" y="25400"/>
              <a:ext cx="5288953" cy="3198368"/>
            </a:xfrm>
            <a:custGeom>
              <a:avLst/>
              <a:gdLst/>
              <a:ahLst/>
              <a:cxnLst/>
              <a:rect r="r" b="b" t="t" l="l"/>
              <a:pathLst>
                <a:path h="3198368" w="5288953">
                  <a:moveTo>
                    <a:pt x="0" y="151638"/>
                  </a:moveTo>
                  <a:cubicBezTo>
                    <a:pt x="0" y="67945"/>
                    <a:pt x="58623" y="0"/>
                    <a:pt x="130842" y="0"/>
                  </a:cubicBezTo>
                  <a:lnTo>
                    <a:pt x="5158111" y="0"/>
                  </a:lnTo>
                  <a:cubicBezTo>
                    <a:pt x="5230438" y="0"/>
                    <a:pt x="5288953" y="67945"/>
                    <a:pt x="5288953" y="151638"/>
                  </a:cubicBezTo>
                  <a:lnTo>
                    <a:pt x="5288953" y="3046730"/>
                  </a:lnTo>
                  <a:cubicBezTo>
                    <a:pt x="5288953" y="3130550"/>
                    <a:pt x="5230330" y="3198368"/>
                    <a:pt x="5158111" y="3198368"/>
                  </a:cubicBezTo>
                  <a:lnTo>
                    <a:pt x="130842" y="3198368"/>
                  </a:lnTo>
                  <a:cubicBezTo>
                    <a:pt x="5862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2459" cy="3249168"/>
            </a:xfrm>
            <a:custGeom>
              <a:avLst/>
              <a:gdLst/>
              <a:ahLst/>
              <a:cxnLst/>
              <a:rect r="r" b="b" t="t" l="l"/>
              <a:pathLst>
                <a:path h="3249168" w="5332459">
                  <a:moveTo>
                    <a:pt x="0" y="177038"/>
                  </a:moveTo>
                  <a:cubicBezTo>
                    <a:pt x="0" y="79121"/>
                    <a:pt x="68521" y="0"/>
                    <a:pt x="152595" y="0"/>
                  </a:cubicBezTo>
                  <a:lnTo>
                    <a:pt x="5179864" y="0"/>
                  </a:lnTo>
                  <a:lnTo>
                    <a:pt x="5179864" y="25400"/>
                  </a:lnTo>
                  <a:lnTo>
                    <a:pt x="5179864" y="0"/>
                  </a:lnTo>
                  <a:cubicBezTo>
                    <a:pt x="5264047" y="0"/>
                    <a:pt x="5332459" y="79121"/>
                    <a:pt x="5332459" y="177038"/>
                  </a:cubicBezTo>
                  <a:lnTo>
                    <a:pt x="5310706" y="177038"/>
                  </a:lnTo>
                  <a:lnTo>
                    <a:pt x="5332459" y="177038"/>
                  </a:lnTo>
                  <a:lnTo>
                    <a:pt x="5332459" y="3072130"/>
                  </a:lnTo>
                  <a:lnTo>
                    <a:pt x="5310706" y="3072130"/>
                  </a:lnTo>
                  <a:lnTo>
                    <a:pt x="5332459" y="3072130"/>
                  </a:lnTo>
                  <a:cubicBezTo>
                    <a:pt x="5332459" y="3170047"/>
                    <a:pt x="5263938" y="3249168"/>
                    <a:pt x="5179864" y="3249168"/>
                  </a:cubicBezTo>
                  <a:lnTo>
                    <a:pt x="5179864" y="3223768"/>
                  </a:lnTo>
                  <a:lnTo>
                    <a:pt x="5179864" y="3249168"/>
                  </a:lnTo>
                  <a:lnTo>
                    <a:pt x="152595" y="3249168"/>
                  </a:lnTo>
                  <a:lnTo>
                    <a:pt x="152595" y="3223768"/>
                  </a:lnTo>
                  <a:lnTo>
                    <a:pt x="152595" y="3249168"/>
                  </a:lnTo>
                  <a:cubicBezTo>
                    <a:pt x="68521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1753" y="177038"/>
                  </a:lnTo>
                  <a:lnTo>
                    <a:pt x="0" y="177038"/>
                  </a:lnTo>
                  <a:moveTo>
                    <a:pt x="43505" y="177038"/>
                  </a:moveTo>
                  <a:lnTo>
                    <a:pt x="43505" y="3072130"/>
                  </a:lnTo>
                  <a:lnTo>
                    <a:pt x="21753" y="3072130"/>
                  </a:lnTo>
                  <a:lnTo>
                    <a:pt x="43505" y="3072130"/>
                  </a:lnTo>
                  <a:cubicBezTo>
                    <a:pt x="43505" y="3141726"/>
                    <a:pt x="92231" y="3198368"/>
                    <a:pt x="152595" y="3198368"/>
                  </a:cubicBezTo>
                  <a:lnTo>
                    <a:pt x="5179864" y="3198368"/>
                  </a:lnTo>
                  <a:cubicBezTo>
                    <a:pt x="5240336" y="3198368"/>
                    <a:pt x="5288954" y="3141599"/>
                    <a:pt x="5288954" y="3072130"/>
                  </a:cubicBezTo>
                  <a:lnTo>
                    <a:pt x="5288954" y="177038"/>
                  </a:lnTo>
                  <a:cubicBezTo>
                    <a:pt x="5288954" y="107442"/>
                    <a:pt x="5240227" y="50800"/>
                    <a:pt x="5179864" y="50800"/>
                  </a:cubicBezTo>
                  <a:lnTo>
                    <a:pt x="152595" y="50800"/>
                  </a:lnTo>
                  <a:lnTo>
                    <a:pt x="152595" y="25400"/>
                  </a:lnTo>
                  <a:lnTo>
                    <a:pt x="152595" y="50800"/>
                  </a:lnTo>
                  <a:cubicBezTo>
                    <a:pt x="92231" y="50800"/>
                    <a:pt x="43505" y="107569"/>
                    <a:pt x="43505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8840" y="6674939"/>
            <a:ext cx="8901746" cy="1546327"/>
            <a:chOff x="0" y="0"/>
            <a:chExt cx="11868995" cy="2061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3621" y="25400"/>
              <a:ext cx="11821766" cy="2010918"/>
            </a:xfrm>
            <a:custGeom>
              <a:avLst/>
              <a:gdLst/>
              <a:ahLst/>
              <a:cxnLst/>
              <a:rect r="r" b="b" t="t" l="l"/>
              <a:pathLst>
                <a:path h="2010918" w="11821766">
                  <a:moveTo>
                    <a:pt x="0" y="151638"/>
                  </a:moveTo>
                  <a:cubicBezTo>
                    <a:pt x="0" y="67945"/>
                    <a:pt x="64484" y="0"/>
                    <a:pt x="144085" y="0"/>
                  </a:cubicBezTo>
                  <a:lnTo>
                    <a:pt x="11677679" y="0"/>
                  </a:lnTo>
                  <a:cubicBezTo>
                    <a:pt x="11757281" y="0"/>
                    <a:pt x="11821765" y="67945"/>
                    <a:pt x="11821765" y="151638"/>
                  </a:cubicBezTo>
                  <a:lnTo>
                    <a:pt x="11821765" y="1859280"/>
                  </a:lnTo>
                  <a:cubicBezTo>
                    <a:pt x="11821765" y="1943100"/>
                    <a:pt x="11757281" y="2010918"/>
                    <a:pt x="11677679" y="2010918"/>
                  </a:cubicBezTo>
                  <a:lnTo>
                    <a:pt x="144085" y="2010918"/>
                  </a:lnTo>
                  <a:cubicBezTo>
                    <a:pt x="64484" y="2010918"/>
                    <a:pt x="0" y="1943100"/>
                    <a:pt x="0" y="1859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69008" cy="2061718"/>
            </a:xfrm>
            <a:custGeom>
              <a:avLst/>
              <a:gdLst/>
              <a:ahLst/>
              <a:cxnLst/>
              <a:rect r="r" b="b" t="t" l="l"/>
              <a:pathLst>
                <a:path h="2061718" w="11869008">
                  <a:moveTo>
                    <a:pt x="0" y="177038"/>
                  </a:moveTo>
                  <a:cubicBezTo>
                    <a:pt x="0" y="78740"/>
                    <a:pt x="75586" y="0"/>
                    <a:pt x="167706" y="0"/>
                  </a:cubicBezTo>
                  <a:lnTo>
                    <a:pt x="11701300" y="0"/>
                  </a:lnTo>
                  <a:lnTo>
                    <a:pt x="11701300" y="25400"/>
                  </a:lnTo>
                  <a:lnTo>
                    <a:pt x="11701300" y="0"/>
                  </a:lnTo>
                  <a:cubicBezTo>
                    <a:pt x="11793420" y="0"/>
                    <a:pt x="11869008" y="78740"/>
                    <a:pt x="11869008" y="177038"/>
                  </a:cubicBezTo>
                  <a:lnTo>
                    <a:pt x="11845386" y="177038"/>
                  </a:lnTo>
                  <a:lnTo>
                    <a:pt x="11869008" y="177038"/>
                  </a:lnTo>
                  <a:lnTo>
                    <a:pt x="11869008" y="1884680"/>
                  </a:lnTo>
                  <a:lnTo>
                    <a:pt x="11845386" y="1884680"/>
                  </a:lnTo>
                  <a:lnTo>
                    <a:pt x="11869008" y="1884680"/>
                  </a:lnTo>
                  <a:cubicBezTo>
                    <a:pt x="11869008" y="1982978"/>
                    <a:pt x="11793420" y="2061718"/>
                    <a:pt x="11701300" y="2061718"/>
                  </a:cubicBezTo>
                  <a:lnTo>
                    <a:pt x="11701300" y="2036318"/>
                  </a:lnTo>
                  <a:lnTo>
                    <a:pt x="11701300" y="2061718"/>
                  </a:lnTo>
                  <a:lnTo>
                    <a:pt x="167706" y="2061718"/>
                  </a:lnTo>
                  <a:lnTo>
                    <a:pt x="167706" y="2036318"/>
                  </a:lnTo>
                  <a:lnTo>
                    <a:pt x="167706" y="2061718"/>
                  </a:lnTo>
                  <a:cubicBezTo>
                    <a:pt x="75586" y="2061718"/>
                    <a:pt x="0" y="1982978"/>
                    <a:pt x="0" y="1884680"/>
                  </a:cubicBezTo>
                  <a:lnTo>
                    <a:pt x="0" y="177038"/>
                  </a:lnTo>
                  <a:lnTo>
                    <a:pt x="23621" y="177038"/>
                  </a:lnTo>
                  <a:lnTo>
                    <a:pt x="0" y="177038"/>
                  </a:lnTo>
                  <a:moveTo>
                    <a:pt x="47241" y="177038"/>
                  </a:moveTo>
                  <a:lnTo>
                    <a:pt x="47241" y="1884680"/>
                  </a:lnTo>
                  <a:lnTo>
                    <a:pt x="23621" y="1884680"/>
                  </a:lnTo>
                  <a:lnTo>
                    <a:pt x="47241" y="1884680"/>
                  </a:lnTo>
                  <a:cubicBezTo>
                    <a:pt x="47241" y="1953895"/>
                    <a:pt x="100624" y="2010918"/>
                    <a:pt x="167706" y="2010918"/>
                  </a:cubicBezTo>
                  <a:lnTo>
                    <a:pt x="11701300" y="2010918"/>
                  </a:lnTo>
                  <a:cubicBezTo>
                    <a:pt x="11768265" y="2010918"/>
                    <a:pt x="11821765" y="1953895"/>
                    <a:pt x="11821765" y="1884680"/>
                  </a:cubicBezTo>
                  <a:lnTo>
                    <a:pt x="11821765" y="177038"/>
                  </a:lnTo>
                  <a:cubicBezTo>
                    <a:pt x="11821765" y="107823"/>
                    <a:pt x="11768382" y="50800"/>
                    <a:pt x="11701300" y="50800"/>
                  </a:cubicBezTo>
                  <a:lnTo>
                    <a:pt x="167706" y="50800"/>
                  </a:lnTo>
                  <a:lnTo>
                    <a:pt x="167706" y="25400"/>
                  </a:lnTo>
                  <a:lnTo>
                    <a:pt x="167706" y="50800"/>
                  </a:lnTo>
                  <a:cubicBezTo>
                    <a:pt x="100624" y="50800"/>
                    <a:pt x="47241" y="107823"/>
                    <a:pt x="47241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73300" y="2497837"/>
            <a:ext cx="7688003" cy="5291325"/>
            <a:chOff x="0" y="0"/>
            <a:chExt cx="10250671" cy="7055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50671" cy="7055100"/>
            </a:xfrm>
            <a:custGeom>
              <a:avLst/>
              <a:gdLst/>
              <a:ahLst/>
              <a:cxnLst/>
              <a:rect r="r" b="b" t="t" l="l"/>
              <a:pathLst>
                <a:path h="7055100" w="10250671">
                  <a:moveTo>
                    <a:pt x="0" y="0"/>
                  </a:moveTo>
                  <a:lnTo>
                    <a:pt x="10250671" y="0"/>
                  </a:lnTo>
                  <a:lnTo>
                    <a:pt x="10250671" y="7055100"/>
                  </a:lnTo>
                  <a:lnTo>
                    <a:pt x="0" y="705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998" t="0" r="-18998" b="0"/>
              </a:stretch>
            </a:blipFill>
          </p:spPr>
        </p:sp>
        <p:grpSp>
          <p:nvGrpSpPr>
            <p:cNvPr name="Group 25" id="25"/>
            <p:cNvGrpSpPr/>
            <p:nvPr/>
          </p:nvGrpSpPr>
          <p:grpSpPr>
            <a:xfrm rot="0">
              <a:off x="3725731" y="1596145"/>
              <a:ext cx="2799210" cy="3862811"/>
              <a:chOff x="0" y="0"/>
              <a:chExt cx="812800" cy="112163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1121635"/>
              </a:xfrm>
              <a:custGeom>
                <a:avLst/>
                <a:gdLst/>
                <a:ahLst/>
                <a:cxnLst/>
                <a:rect r="r" b="b" t="t" l="l"/>
                <a:pathLst>
                  <a:path h="11216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121635"/>
                    </a:lnTo>
                    <a:lnTo>
                      <a:pt x="0" y="1121635"/>
                    </a:lnTo>
                    <a:close/>
                  </a:path>
                </a:pathLst>
              </a:custGeom>
              <a:solidFill>
                <a:srgbClr val="D64F50">
                  <a:alpha val="0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76200"/>
                <a:ext cx="812800" cy="11978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947890" y="2018109"/>
            <a:ext cx="8409984" cy="95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Pixels Versus Structure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7890" y="3045771"/>
            <a:ext cx="8467573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The Gap Between Edges and Geometry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709" y="4285659"/>
            <a:ext cx="401404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Canny outputs a binary edge map but lacks structural understanding.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59103" y="4285659"/>
            <a:ext cx="4014197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Edge points exist in Cartesian space.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6709" y="6955184"/>
            <a:ext cx="8916591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Navigation requires geometric equations of lines.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86840" y="4673498"/>
            <a:ext cx="4669784" cy="1991620"/>
            <a:chOff x="0" y="0"/>
            <a:chExt cx="6226378" cy="26554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6175629" cy="2604643"/>
            </a:xfrm>
            <a:custGeom>
              <a:avLst/>
              <a:gdLst/>
              <a:ahLst/>
              <a:cxnLst/>
              <a:rect r="r" b="b" t="t" l="l"/>
              <a:pathLst>
                <a:path h="2604643" w="6175629">
                  <a:moveTo>
                    <a:pt x="0" y="151638"/>
                  </a:moveTo>
                  <a:cubicBezTo>
                    <a:pt x="0" y="67945"/>
                    <a:pt x="68707" y="0"/>
                    <a:pt x="153416" y="0"/>
                  </a:cubicBezTo>
                  <a:lnTo>
                    <a:pt x="6022213" y="0"/>
                  </a:lnTo>
                  <a:cubicBezTo>
                    <a:pt x="6106922" y="0"/>
                    <a:pt x="6175629" y="67945"/>
                    <a:pt x="6175629" y="151638"/>
                  </a:cubicBezTo>
                  <a:lnTo>
                    <a:pt x="6175629" y="2453005"/>
                  </a:lnTo>
                  <a:cubicBezTo>
                    <a:pt x="6175629" y="2536825"/>
                    <a:pt x="6106922" y="2604643"/>
                    <a:pt x="6022213" y="2604643"/>
                  </a:cubicBezTo>
                  <a:lnTo>
                    <a:pt x="153416" y="2604643"/>
                  </a:lnTo>
                  <a:cubicBezTo>
                    <a:pt x="68707" y="2604643"/>
                    <a:pt x="0" y="2536825"/>
                    <a:pt x="0" y="24530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26429" cy="2655443"/>
            </a:xfrm>
            <a:custGeom>
              <a:avLst/>
              <a:gdLst/>
              <a:ahLst/>
              <a:cxnLst/>
              <a:rect r="r" b="b" t="t" l="l"/>
              <a:pathLst>
                <a:path h="2655443" w="6226429">
                  <a:moveTo>
                    <a:pt x="0" y="177038"/>
                  </a:moveTo>
                  <a:cubicBezTo>
                    <a:pt x="0" y="78994"/>
                    <a:pt x="80264" y="0"/>
                    <a:pt x="178816" y="0"/>
                  </a:cubicBezTo>
                  <a:lnTo>
                    <a:pt x="6047613" y="0"/>
                  </a:lnTo>
                  <a:lnTo>
                    <a:pt x="6047613" y="25400"/>
                  </a:lnTo>
                  <a:lnTo>
                    <a:pt x="6047613" y="0"/>
                  </a:lnTo>
                  <a:cubicBezTo>
                    <a:pt x="6146038" y="0"/>
                    <a:pt x="6226429" y="78994"/>
                    <a:pt x="6226429" y="177038"/>
                  </a:cubicBezTo>
                  <a:lnTo>
                    <a:pt x="6201029" y="177038"/>
                  </a:lnTo>
                  <a:lnTo>
                    <a:pt x="6226429" y="177038"/>
                  </a:lnTo>
                  <a:lnTo>
                    <a:pt x="6226429" y="2478405"/>
                  </a:lnTo>
                  <a:lnTo>
                    <a:pt x="6201029" y="2478405"/>
                  </a:lnTo>
                  <a:lnTo>
                    <a:pt x="6226429" y="2478405"/>
                  </a:lnTo>
                  <a:cubicBezTo>
                    <a:pt x="6226429" y="2576449"/>
                    <a:pt x="6146165" y="2655443"/>
                    <a:pt x="6047613" y="2655443"/>
                  </a:cubicBezTo>
                  <a:lnTo>
                    <a:pt x="6047613" y="2630043"/>
                  </a:lnTo>
                  <a:lnTo>
                    <a:pt x="6047613" y="2655443"/>
                  </a:lnTo>
                  <a:lnTo>
                    <a:pt x="178816" y="2655443"/>
                  </a:lnTo>
                  <a:lnTo>
                    <a:pt x="178816" y="2630043"/>
                  </a:lnTo>
                  <a:lnTo>
                    <a:pt x="178816" y="2655443"/>
                  </a:lnTo>
                  <a:cubicBezTo>
                    <a:pt x="80264" y="2655443"/>
                    <a:pt x="0" y="2576449"/>
                    <a:pt x="0" y="2478405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2478405"/>
                  </a:lnTo>
                  <a:lnTo>
                    <a:pt x="25400" y="2478405"/>
                  </a:lnTo>
                  <a:lnTo>
                    <a:pt x="50800" y="2478405"/>
                  </a:lnTo>
                  <a:cubicBezTo>
                    <a:pt x="50800" y="2547874"/>
                    <a:pt x="107823" y="2604643"/>
                    <a:pt x="178816" y="2604643"/>
                  </a:cubicBezTo>
                  <a:lnTo>
                    <a:pt x="6047613" y="2604643"/>
                  </a:lnTo>
                  <a:cubicBezTo>
                    <a:pt x="6118606" y="2604643"/>
                    <a:pt x="6175629" y="2547874"/>
                    <a:pt x="6175629" y="2478405"/>
                  </a:cubicBezTo>
                  <a:lnTo>
                    <a:pt x="6175629" y="177038"/>
                  </a:lnTo>
                  <a:cubicBezTo>
                    <a:pt x="6175629" y="107569"/>
                    <a:pt x="6118606" y="50800"/>
                    <a:pt x="6047613" y="50800"/>
                  </a:cubicBezTo>
                  <a:lnTo>
                    <a:pt x="178816" y="50800"/>
                  </a:lnTo>
                  <a:lnTo>
                    <a:pt x="178816" y="25400"/>
                  </a:lnTo>
                  <a:lnTo>
                    <a:pt x="178816" y="50800"/>
                  </a:lnTo>
                  <a:cubicBezTo>
                    <a:pt x="107823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89234" y="4673498"/>
            <a:ext cx="4669927" cy="1991620"/>
            <a:chOff x="0" y="0"/>
            <a:chExt cx="6226569" cy="26554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6175883" cy="2604643"/>
            </a:xfrm>
            <a:custGeom>
              <a:avLst/>
              <a:gdLst/>
              <a:ahLst/>
              <a:cxnLst/>
              <a:rect r="r" b="b" t="t" l="l"/>
              <a:pathLst>
                <a:path h="2604643" w="6175883">
                  <a:moveTo>
                    <a:pt x="0" y="151638"/>
                  </a:moveTo>
                  <a:cubicBezTo>
                    <a:pt x="0" y="67945"/>
                    <a:pt x="68707" y="0"/>
                    <a:pt x="153416" y="0"/>
                  </a:cubicBezTo>
                  <a:lnTo>
                    <a:pt x="6022467" y="0"/>
                  </a:lnTo>
                  <a:cubicBezTo>
                    <a:pt x="6107176" y="0"/>
                    <a:pt x="6175883" y="67945"/>
                    <a:pt x="6175883" y="151638"/>
                  </a:cubicBezTo>
                  <a:lnTo>
                    <a:pt x="6175883" y="2453005"/>
                  </a:lnTo>
                  <a:cubicBezTo>
                    <a:pt x="6175883" y="2536825"/>
                    <a:pt x="6107176" y="2604643"/>
                    <a:pt x="6022467" y="2604643"/>
                  </a:cubicBezTo>
                  <a:lnTo>
                    <a:pt x="153416" y="2604643"/>
                  </a:lnTo>
                  <a:cubicBezTo>
                    <a:pt x="68707" y="2604643"/>
                    <a:pt x="0" y="2536825"/>
                    <a:pt x="0" y="24530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26683" cy="2655443"/>
            </a:xfrm>
            <a:custGeom>
              <a:avLst/>
              <a:gdLst/>
              <a:ahLst/>
              <a:cxnLst/>
              <a:rect r="r" b="b" t="t" l="l"/>
              <a:pathLst>
                <a:path h="2655443" w="6226683">
                  <a:moveTo>
                    <a:pt x="0" y="177038"/>
                  </a:moveTo>
                  <a:cubicBezTo>
                    <a:pt x="0" y="78994"/>
                    <a:pt x="80264" y="0"/>
                    <a:pt x="178816" y="0"/>
                  </a:cubicBezTo>
                  <a:lnTo>
                    <a:pt x="6047867" y="0"/>
                  </a:lnTo>
                  <a:lnTo>
                    <a:pt x="6047867" y="25400"/>
                  </a:lnTo>
                  <a:lnTo>
                    <a:pt x="6047867" y="0"/>
                  </a:lnTo>
                  <a:cubicBezTo>
                    <a:pt x="6146292" y="0"/>
                    <a:pt x="6226683" y="78994"/>
                    <a:pt x="6226683" y="177038"/>
                  </a:cubicBezTo>
                  <a:lnTo>
                    <a:pt x="6201283" y="177038"/>
                  </a:lnTo>
                  <a:lnTo>
                    <a:pt x="6226683" y="177038"/>
                  </a:lnTo>
                  <a:lnTo>
                    <a:pt x="6226683" y="2478405"/>
                  </a:lnTo>
                  <a:lnTo>
                    <a:pt x="6201283" y="2478405"/>
                  </a:lnTo>
                  <a:lnTo>
                    <a:pt x="6226683" y="2478405"/>
                  </a:lnTo>
                  <a:cubicBezTo>
                    <a:pt x="6226683" y="2576449"/>
                    <a:pt x="6146419" y="2655443"/>
                    <a:pt x="6047867" y="2655443"/>
                  </a:cubicBezTo>
                  <a:lnTo>
                    <a:pt x="6047867" y="2630043"/>
                  </a:lnTo>
                  <a:lnTo>
                    <a:pt x="6047867" y="2655443"/>
                  </a:lnTo>
                  <a:lnTo>
                    <a:pt x="178816" y="2655443"/>
                  </a:lnTo>
                  <a:lnTo>
                    <a:pt x="178816" y="2630043"/>
                  </a:lnTo>
                  <a:lnTo>
                    <a:pt x="178816" y="2655443"/>
                  </a:lnTo>
                  <a:cubicBezTo>
                    <a:pt x="80264" y="2655443"/>
                    <a:pt x="0" y="2576449"/>
                    <a:pt x="0" y="2478405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2478405"/>
                  </a:lnTo>
                  <a:lnTo>
                    <a:pt x="25400" y="2478405"/>
                  </a:lnTo>
                  <a:lnTo>
                    <a:pt x="50800" y="2478405"/>
                  </a:lnTo>
                  <a:cubicBezTo>
                    <a:pt x="50800" y="2547874"/>
                    <a:pt x="107823" y="2604643"/>
                    <a:pt x="178816" y="2604643"/>
                  </a:cubicBezTo>
                  <a:lnTo>
                    <a:pt x="6047867" y="2604643"/>
                  </a:lnTo>
                  <a:cubicBezTo>
                    <a:pt x="6118860" y="2604643"/>
                    <a:pt x="6175883" y="2547874"/>
                    <a:pt x="6175883" y="2478405"/>
                  </a:cubicBezTo>
                  <a:lnTo>
                    <a:pt x="6175883" y="177038"/>
                  </a:lnTo>
                  <a:cubicBezTo>
                    <a:pt x="6175883" y="107569"/>
                    <a:pt x="6118860" y="50800"/>
                    <a:pt x="6047867" y="50800"/>
                  </a:cubicBezTo>
                  <a:lnTo>
                    <a:pt x="178816" y="50800"/>
                  </a:lnTo>
                  <a:lnTo>
                    <a:pt x="178816" y="25400"/>
                  </a:lnTo>
                  <a:lnTo>
                    <a:pt x="178816" y="50800"/>
                  </a:lnTo>
                  <a:cubicBezTo>
                    <a:pt x="107823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86840" y="6897738"/>
            <a:ext cx="9572330" cy="1546327"/>
            <a:chOff x="0" y="0"/>
            <a:chExt cx="12763106" cy="2061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2712319" cy="2010918"/>
            </a:xfrm>
            <a:custGeom>
              <a:avLst/>
              <a:gdLst/>
              <a:ahLst/>
              <a:cxnLst/>
              <a:rect r="r" b="b" t="t" l="l"/>
              <a:pathLst>
                <a:path h="2010918" w="12712319">
                  <a:moveTo>
                    <a:pt x="0" y="151638"/>
                  </a:moveTo>
                  <a:cubicBezTo>
                    <a:pt x="0" y="67945"/>
                    <a:pt x="69342" y="0"/>
                    <a:pt x="154940" y="0"/>
                  </a:cubicBezTo>
                  <a:lnTo>
                    <a:pt x="12557379" y="0"/>
                  </a:lnTo>
                  <a:cubicBezTo>
                    <a:pt x="12642977" y="0"/>
                    <a:pt x="12712319" y="67945"/>
                    <a:pt x="12712319" y="151638"/>
                  </a:cubicBezTo>
                  <a:lnTo>
                    <a:pt x="12712319" y="1859280"/>
                  </a:lnTo>
                  <a:cubicBezTo>
                    <a:pt x="12712319" y="1943100"/>
                    <a:pt x="12642977" y="2010918"/>
                    <a:pt x="12557379" y="2010918"/>
                  </a:cubicBezTo>
                  <a:lnTo>
                    <a:pt x="154940" y="2010918"/>
                  </a:lnTo>
                  <a:cubicBezTo>
                    <a:pt x="69342" y="2010918"/>
                    <a:pt x="0" y="1943100"/>
                    <a:pt x="0" y="1859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3119" cy="2061718"/>
            </a:xfrm>
            <a:custGeom>
              <a:avLst/>
              <a:gdLst/>
              <a:ahLst/>
              <a:cxnLst/>
              <a:rect r="r" b="b" t="t" l="l"/>
              <a:pathLst>
                <a:path h="2061718" w="12763119">
                  <a:moveTo>
                    <a:pt x="0" y="177038"/>
                  </a:moveTo>
                  <a:cubicBezTo>
                    <a:pt x="0" y="78740"/>
                    <a:pt x="81280" y="0"/>
                    <a:pt x="180340" y="0"/>
                  </a:cubicBezTo>
                  <a:lnTo>
                    <a:pt x="12582779" y="0"/>
                  </a:lnTo>
                  <a:lnTo>
                    <a:pt x="12582779" y="25400"/>
                  </a:lnTo>
                  <a:lnTo>
                    <a:pt x="12582779" y="0"/>
                  </a:lnTo>
                  <a:cubicBezTo>
                    <a:pt x="12681839" y="0"/>
                    <a:pt x="12763119" y="78740"/>
                    <a:pt x="12763119" y="177038"/>
                  </a:cubicBezTo>
                  <a:lnTo>
                    <a:pt x="12737719" y="177038"/>
                  </a:lnTo>
                  <a:lnTo>
                    <a:pt x="12763119" y="177038"/>
                  </a:lnTo>
                  <a:lnTo>
                    <a:pt x="12763119" y="1884680"/>
                  </a:lnTo>
                  <a:lnTo>
                    <a:pt x="12737719" y="1884680"/>
                  </a:lnTo>
                  <a:lnTo>
                    <a:pt x="12763119" y="1884680"/>
                  </a:lnTo>
                  <a:cubicBezTo>
                    <a:pt x="12763119" y="1982978"/>
                    <a:pt x="12681839" y="2061718"/>
                    <a:pt x="12582779" y="2061718"/>
                  </a:cubicBezTo>
                  <a:lnTo>
                    <a:pt x="12582779" y="2036318"/>
                  </a:lnTo>
                  <a:lnTo>
                    <a:pt x="12582779" y="2061718"/>
                  </a:lnTo>
                  <a:lnTo>
                    <a:pt x="180340" y="2061718"/>
                  </a:lnTo>
                  <a:lnTo>
                    <a:pt x="180340" y="2036318"/>
                  </a:lnTo>
                  <a:lnTo>
                    <a:pt x="180340" y="2061718"/>
                  </a:lnTo>
                  <a:cubicBezTo>
                    <a:pt x="81280" y="2061718"/>
                    <a:pt x="0" y="1982978"/>
                    <a:pt x="0" y="188468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1884680"/>
                  </a:lnTo>
                  <a:lnTo>
                    <a:pt x="25400" y="1884680"/>
                  </a:lnTo>
                  <a:lnTo>
                    <a:pt x="50800" y="1884680"/>
                  </a:lnTo>
                  <a:cubicBezTo>
                    <a:pt x="50800" y="1953895"/>
                    <a:pt x="108204" y="2010918"/>
                    <a:pt x="180340" y="2010918"/>
                  </a:cubicBezTo>
                  <a:lnTo>
                    <a:pt x="12582779" y="2010918"/>
                  </a:lnTo>
                  <a:cubicBezTo>
                    <a:pt x="12654788" y="2010918"/>
                    <a:pt x="12712319" y="1953895"/>
                    <a:pt x="12712319" y="1884680"/>
                  </a:cubicBezTo>
                  <a:lnTo>
                    <a:pt x="12712319" y="177038"/>
                  </a:lnTo>
                  <a:cubicBezTo>
                    <a:pt x="12712319" y="107823"/>
                    <a:pt x="12654915" y="50800"/>
                    <a:pt x="12582779" y="50800"/>
                  </a:cubicBezTo>
                  <a:lnTo>
                    <a:pt x="180340" y="50800"/>
                  </a:lnTo>
                  <a:lnTo>
                    <a:pt x="180340" y="25400"/>
                  </a:lnTo>
                  <a:lnTo>
                    <a:pt x="180340" y="50800"/>
                  </a:lnTo>
                  <a:cubicBezTo>
                    <a:pt x="108204" y="50800"/>
                    <a:pt x="50800" y="107823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05890" y="1795310"/>
            <a:ext cx="9534230" cy="184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The Hough Transform Mathematics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05890" y="3713855"/>
            <a:ext cx="427613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Cartesian to Polar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14709" y="4953743"/>
            <a:ext cx="4014045" cy="13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Representing lines with slope intercept fails for vertical lines.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17103" y="4953743"/>
            <a:ext cx="4014197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Solution uses polar coordinates.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14709" y="7177983"/>
            <a:ext cx="8916591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A single point in image space maps to a sinusoidal curve in Hough space.</a:t>
            </a:r>
          </a:p>
        </p:txBody>
      </p:sp>
      <p:sp>
        <p:nvSpPr>
          <p:cNvPr name="Freeform 28" id="28" descr="Upscale Image"/>
          <p:cNvSpPr/>
          <p:nvPr/>
        </p:nvSpPr>
        <p:spPr>
          <a:xfrm flipH="false" flipV="false" rot="0">
            <a:off x="1323802" y="1563632"/>
            <a:ext cx="4092155" cy="3635281"/>
          </a:xfrm>
          <a:custGeom>
            <a:avLst/>
            <a:gdLst/>
            <a:ahLst/>
            <a:cxnLst/>
            <a:rect r="r" b="b" t="t" l="l"/>
            <a:pathLst>
              <a:path h="3635281" w="4092155">
                <a:moveTo>
                  <a:pt x="0" y="0"/>
                </a:moveTo>
                <a:lnTo>
                  <a:pt x="4092155" y="0"/>
                </a:lnTo>
                <a:lnTo>
                  <a:pt x="4092155" y="3635282"/>
                </a:lnTo>
                <a:lnTo>
                  <a:pt x="0" y="3635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15" t="-2221" r="-96698" b="-1025"/>
            </a:stretch>
          </a:blipFill>
        </p:spPr>
      </p:sp>
      <p:sp>
        <p:nvSpPr>
          <p:cNvPr name="Freeform 29" id="29" descr="Upscale Image"/>
          <p:cNvSpPr/>
          <p:nvPr/>
        </p:nvSpPr>
        <p:spPr>
          <a:xfrm flipH="false" flipV="false" rot="0">
            <a:off x="1638455" y="5329859"/>
            <a:ext cx="3462849" cy="3393508"/>
          </a:xfrm>
          <a:custGeom>
            <a:avLst/>
            <a:gdLst/>
            <a:ahLst/>
            <a:cxnLst/>
            <a:rect r="r" b="b" t="t" l="l"/>
            <a:pathLst>
              <a:path h="3393508" w="3462849">
                <a:moveTo>
                  <a:pt x="0" y="0"/>
                </a:moveTo>
                <a:lnTo>
                  <a:pt x="3462849" y="0"/>
                </a:lnTo>
                <a:lnTo>
                  <a:pt x="3462849" y="3393509"/>
                </a:lnTo>
                <a:lnTo>
                  <a:pt x="0" y="33935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080" t="-1731" r="-1272" b="-887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786840" y="3782768"/>
            <a:ext cx="4669784" cy="2882208"/>
            <a:chOff x="0" y="0"/>
            <a:chExt cx="6226378" cy="38429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6175502" cy="3792093"/>
            </a:xfrm>
            <a:custGeom>
              <a:avLst/>
              <a:gdLst/>
              <a:ahLst/>
              <a:cxnLst/>
              <a:rect r="r" b="b" t="t" l="l"/>
              <a:pathLst>
                <a:path h="3792093" w="6175502">
                  <a:moveTo>
                    <a:pt x="0" y="151638"/>
                  </a:moveTo>
                  <a:cubicBezTo>
                    <a:pt x="0" y="67945"/>
                    <a:pt x="68199" y="0"/>
                    <a:pt x="152400" y="0"/>
                  </a:cubicBezTo>
                  <a:lnTo>
                    <a:pt x="6023102" y="0"/>
                  </a:lnTo>
                  <a:cubicBezTo>
                    <a:pt x="6107303" y="0"/>
                    <a:pt x="6175502" y="67945"/>
                    <a:pt x="6175502" y="151638"/>
                  </a:cubicBezTo>
                  <a:lnTo>
                    <a:pt x="6175502" y="3640455"/>
                  </a:lnTo>
                  <a:cubicBezTo>
                    <a:pt x="6175502" y="3724148"/>
                    <a:pt x="6107303" y="3792093"/>
                    <a:pt x="6023102" y="3792093"/>
                  </a:cubicBezTo>
                  <a:lnTo>
                    <a:pt x="152400" y="3792093"/>
                  </a:lnTo>
                  <a:cubicBezTo>
                    <a:pt x="68199" y="3792093"/>
                    <a:pt x="0" y="3724148"/>
                    <a:pt x="0" y="36404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26302" cy="3842893"/>
            </a:xfrm>
            <a:custGeom>
              <a:avLst/>
              <a:gdLst/>
              <a:ahLst/>
              <a:cxnLst/>
              <a:rect r="r" b="b" t="t" l="l"/>
              <a:pathLst>
                <a:path h="3842893" w="6226302">
                  <a:moveTo>
                    <a:pt x="0" y="177038"/>
                  </a:moveTo>
                  <a:cubicBezTo>
                    <a:pt x="0" y="79121"/>
                    <a:pt x="79756" y="0"/>
                    <a:pt x="177800" y="0"/>
                  </a:cubicBezTo>
                  <a:lnTo>
                    <a:pt x="6048502" y="0"/>
                  </a:lnTo>
                  <a:lnTo>
                    <a:pt x="6048502" y="25400"/>
                  </a:lnTo>
                  <a:lnTo>
                    <a:pt x="6048502" y="0"/>
                  </a:lnTo>
                  <a:cubicBezTo>
                    <a:pt x="6146546" y="0"/>
                    <a:pt x="6226302" y="79121"/>
                    <a:pt x="6226302" y="177038"/>
                  </a:cubicBezTo>
                  <a:lnTo>
                    <a:pt x="6200902" y="177038"/>
                  </a:lnTo>
                  <a:lnTo>
                    <a:pt x="6226302" y="177038"/>
                  </a:lnTo>
                  <a:lnTo>
                    <a:pt x="6226302" y="3665855"/>
                  </a:lnTo>
                  <a:lnTo>
                    <a:pt x="6200902" y="3665855"/>
                  </a:lnTo>
                  <a:lnTo>
                    <a:pt x="6226302" y="3665855"/>
                  </a:lnTo>
                  <a:cubicBezTo>
                    <a:pt x="6226302" y="3763772"/>
                    <a:pt x="6146546" y="3842893"/>
                    <a:pt x="6048502" y="3842893"/>
                  </a:cubicBezTo>
                  <a:lnTo>
                    <a:pt x="6048502" y="3817493"/>
                  </a:lnTo>
                  <a:lnTo>
                    <a:pt x="6048502" y="3842893"/>
                  </a:lnTo>
                  <a:lnTo>
                    <a:pt x="177800" y="3842893"/>
                  </a:lnTo>
                  <a:lnTo>
                    <a:pt x="177800" y="3817493"/>
                  </a:lnTo>
                  <a:lnTo>
                    <a:pt x="177800" y="3842893"/>
                  </a:lnTo>
                  <a:cubicBezTo>
                    <a:pt x="79756" y="3842893"/>
                    <a:pt x="0" y="3763772"/>
                    <a:pt x="0" y="3665855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665855"/>
                  </a:lnTo>
                  <a:lnTo>
                    <a:pt x="25400" y="3665855"/>
                  </a:lnTo>
                  <a:lnTo>
                    <a:pt x="50800" y="3665855"/>
                  </a:lnTo>
                  <a:cubicBezTo>
                    <a:pt x="50800" y="3735451"/>
                    <a:pt x="107569" y="3792093"/>
                    <a:pt x="177800" y="3792093"/>
                  </a:cubicBezTo>
                  <a:lnTo>
                    <a:pt x="6048502" y="3792093"/>
                  </a:lnTo>
                  <a:cubicBezTo>
                    <a:pt x="6118733" y="3792093"/>
                    <a:pt x="6175502" y="3735451"/>
                    <a:pt x="6175502" y="3665855"/>
                  </a:cubicBezTo>
                  <a:lnTo>
                    <a:pt x="6175502" y="177038"/>
                  </a:lnTo>
                  <a:cubicBezTo>
                    <a:pt x="6175502" y="107442"/>
                    <a:pt x="6118733" y="50800"/>
                    <a:pt x="6048502" y="50800"/>
                  </a:cubicBezTo>
                  <a:lnTo>
                    <a:pt x="177800" y="50800"/>
                  </a:lnTo>
                  <a:lnTo>
                    <a:pt x="177800" y="25400"/>
                  </a:lnTo>
                  <a:lnTo>
                    <a:pt x="177800" y="50800"/>
                  </a:lnTo>
                  <a:cubicBezTo>
                    <a:pt x="107569" y="50800"/>
                    <a:pt x="50800" y="107442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89234" y="3782768"/>
            <a:ext cx="4669927" cy="2882208"/>
            <a:chOff x="0" y="0"/>
            <a:chExt cx="6226569" cy="3842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6175756" cy="3792093"/>
            </a:xfrm>
            <a:custGeom>
              <a:avLst/>
              <a:gdLst/>
              <a:ahLst/>
              <a:cxnLst/>
              <a:rect r="r" b="b" t="t" l="l"/>
              <a:pathLst>
                <a:path h="3792093" w="6175756">
                  <a:moveTo>
                    <a:pt x="0" y="151638"/>
                  </a:moveTo>
                  <a:cubicBezTo>
                    <a:pt x="0" y="67945"/>
                    <a:pt x="68199" y="0"/>
                    <a:pt x="152400" y="0"/>
                  </a:cubicBezTo>
                  <a:lnTo>
                    <a:pt x="6023356" y="0"/>
                  </a:lnTo>
                  <a:cubicBezTo>
                    <a:pt x="6107557" y="0"/>
                    <a:pt x="6175756" y="67945"/>
                    <a:pt x="6175756" y="151638"/>
                  </a:cubicBezTo>
                  <a:lnTo>
                    <a:pt x="6175756" y="3640455"/>
                  </a:lnTo>
                  <a:cubicBezTo>
                    <a:pt x="6175756" y="3724148"/>
                    <a:pt x="6107557" y="3792093"/>
                    <a:pt x="6023356" y="3792093"/>
                  </a:cubicBezTo>
                  <a:lnTo>
                    <a:pt x="152400" y="3792093"/>
                  </a:lnTo>
                  <a:cubicBezTo>
                    <a:pt x="68199" y="3792093"/>
                    <a:pt x="0" y="3724148"/>
                    <a:pt x="0" y="36404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26556" cy="3842893"/>
            </a:xfrm>
            <a:custGeom>
              <a:avLst/>
              <a:gdLst/>
              <a:ahLst/>
              <a:cxnLst/>
              <a:rect r="r" b="b" t="t" l="l"/>
              <a:pathLst>
                <a:path h="3842893" w="6226556">
                  <a:moveTo>
                    <a:pt x="0" y="177038"/>
                  </a:moveTo>
                  <a:cubicBezTo>
                    <a:pt x="0" y="79121"/>
                    <a:pt x="79756" y="0"/>
                    <a:pt x="177800" y="0"/>
                  </a:cubicBezTo>
                  <a:lnTo>
                    <a:pt x="6048756" y="0"/>
                  </a:lnTo>
                  <a:lnTo>
                    <a:pt x="6048756" y="25400"/>
                  </a:lnTo>
                  <a:lnTo>
                    <a:pt x="6048756" y="0"/>
                  </a:lnTo>
                  <a:cubicBezTo>
                    <a:pt x="6146800" y="0"/>
                    <a:pt x="6226556" y="79121"/>
                    <a:pt x="6226556" y="177038"/>
                  </a:cubicBezTo>
                  <a:lnTo>
                    <a:pt x="6201156" y="177038"/>
                  </a:lnTo>
                  <a:lnTo>
                    <a:pt x="6226556" y="177038"/>
                  </a:lnTo>
                  <a:lnTo>
                    <a:pt x="6226556" y="3665855"/>
                  </a:lnTo>
                  <a:lnTo>
                    <a:pt x="6201156" y="3665855"/>
                  </a:lnTo>
                  <a:lnTo>
                    <a:pt x="6226556" y="3665855"/>
                  </a:lnTo>
                  <a:cubicBezTo>
                    <a:pt x="6226556" y="3763772"/>
                    <a:pt x="6146800" y="3842893"/>
                    <a:pt x="6048756" y="3842893"/>
                  </a:cubicBezTo>
                  <a:lnTo>
                    <a:pt x="6048756" y="3817493"/>
                  </a:lnTo>
                  <a:lnTo>
                    <a:pt x="6048756" y="3842893"/>
                  </a:lnTo>
                  <a:lnTo>
                    <a:pt x="177800" y="3842893"/>
                  </a:lnTo>
                  <a:lnTo>
                    <a:pt x="177800" y="3817493"/>
                  </a:lnTo>
                  <a:lnTo>
                    <a:pt x="177800" y="3842893"/>
                  </a:lnTo>
                  <a:cubicBezTo>
                    <a:pt x="79756" y="3842893"/>
                    <a:pt x="0" y="3763772"/>
                    <a:pt x="0" y="3665855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665855"/>
                  </a:lnTo>
                  <a:lnTo>
                    <a:pt x="25400" y="3665855"/>
                  </a:lnTo>
                  <a:lnTo>
                    <a:pt x="50800" y="3665855"/>
                  </a:lnTo>
                  <a:cubicBezTo>
                    <a:pt x="50800" y="3735451"/>
                    <a:pt x="107569" y="3792093"/>
                    <a:pt x="177800" y="3792093"/>
                  </a:cubicBezTo>
                  <a:lnTo>
                    <a:pt x="6048756" y="3792093"/>
                  </a:lnTo>
                  <a:cubicBezTo>
                    <a:pt x="6118987" y="3792093"/>
                    <a:pt x="6175756" y="3735451"/>
                    <a:pt x="6175756" y="3665855"/>
                  </a:cubicBezTo>
                  <a:lnTo>
                    <a:pt x="6175756" y="177038"/>
                  </a:lnTo>
                  <a:cubicBezTo>
                    <a:pt x="6175756" y="107442"/>
                    <a:pt x="6118987" y="50800"/>
                    <a:pt x="6048756" y="50800"/>
                  </a:cubicBezTo>
                  <a:lnTo>
                    <a:pt x="177800" y="50800"/>
                  </a:lnTo>
                  <a:lnTo>
                    <a:pt x="177800" y="25400"/>
                  </a:lnTo>
                  <a:lnTo>
                    <a:pt x="177800" y="50800"/>
                  </a:lnTo>
                  <a:cubicBezTo>
                    <a:pt x="107569" y="50800"/>
                    <a:pt x="50800" y="107442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86840" y="6897586"/>
            <a:ext cx="9572330" cy="1546327"/>
            <a:chOff x="0" y="0"/>
            <a:chExt cx="12763106" cy="2061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2712319" cy="2010918"/>
            </a:xfrm>
            <a:custGeom>
              <a:avLst/>
              <a:gdLst/>
              <a:ahLst/>
              <a:cxnLst/>
              <a:rect r="r" b="b" t="t" l="l"/>
              <a:pathLst>
                <a:path h="2010918" w="12712319">
                  <a:moveTo>
                    <a:pt x="0" y="151638"/>
                  </a:moveTo>
                  <a:cubicBezTo>
                    <a:pt x="0" y="67945"/>
                    <a:pt x="69342" y="0"/>
                    <a:pt x="154940" y="0"/>
                  </a:cubicBezTo>
                  <a:lnTo>
                    <a:pt x="12557379" y="0"/>
                  </a:lnTo>
                  <a:cubicBezTo>
                    <a:pt x="12642977" y="0"/>
                    <a:pt x="12712319" y="67945"/>
                    <a:pt x="12712319" y="151638"/>
                  </a:cubicBezTo>
                  <a:lnTo>
                    <a:pt x="12712319" y="1859280"/>
                  </a:lnTo>
                  <a:cubicBezTo>
                    <a:pt x="12712319" y="1943100"/>
                    <a:pt x="12642977" y="2010918"/>
                    <a:pt x="12557379" y="2010918"/>
                  </a:cubicBezTo>
                  <a:lnTo>
                    <a:pt x="154940" y="2010918"/>
                  </a:lnTo>
                  <a:cubicBezTo>
                    <a:pt x="69342" y="2010918"/>
                    <a:pt x="0" y="1943100"/>
                    <a:pt x="0" y="1859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3119" cy="2061718"/>
            </a:xfrm>
            <a:custGeom>
              <a:avLst/>
              <a:gdLst/>
              <a:ahLst/>
              <a:cxnLst/>
              <a:rect r="r" b="b" t="t" l="l"/>
              <a:pathLst>
                <a:path h="2061718" w="12763119">
                  <a:moveTo>
                    <a:pt x="0" y="177038"/>
                  </a:moveTo>
                  <a:cubicBezTo>
                    <a:pt x="0" y="78740"/>
                    <a:pt x="81280" y="0"/>
                    <a:pt x="180340" y="0"/>
                  </a:cubicBezTo>
                  <a:lnTo>
                    <a:pt x="12582779" y="0"/>
                  </a:lnTo>
                  <a:lnTo>
                    <a:pt x="12582779" y="25400"/>
                  </a:lnTo>
                  <a:lnTo>
                    <a:pt x="12582779" y="0"/>
                  </a:lnTo>
                  <a:cubicBezTo>
                    <a:pt x="12681839" y="0"/>
                    <a:pt x="12763119" y="78740"/>
                    <a:pt x="12763119" y="177038"/>
                  </a:cubicBezTo>
                  <a:lnTo>
                    <a:pt x="12737719" y="177038"/>
                  </a:lnTo>
                  <a:lnTo>
                    <a:pt x="12763119" y="177038"/>
                  </a:lnTo>
                  <a:lnTo>
                    <a:pt x="12763119" y="1884680"/>
                  </a:lnTo>
                  <a:lnTo>
                    <a:pt x="12737719" y="1884680"/>
                  </a:lnTo>
                  <a:lnTo>
                    <a:pt x="12763119" y="1884680"/>
                  </a:lnTo>
                  <a:cubicBezTo>
                    <a:pt x="12763119" y="1982978"/>
                    <a:pt x="12681839" y="2061718"/>
                    <a:pt x="12582779" y="2061718"/>
                  </a:cubicBezTo>
                  <a:lnTo>
                    <a:pt x="12582779" y="2036318"/>
                  </a:lnTo>
                  <a:lnTo>
                    <a:pt x="12582779" y="2061718"/>
                  </a:lnTo>
                  <a:lnTo>
                    <a:pt x="180340" y="2061718"/>
                  </a:lnTo>
                  <a:lnTo>
                    <a:pt x="180340" y="2036318"/>
                  </a:lnTo>
                  <a:lnTo>
                    <a:pt x="180340" y="2061718"/>
                  </a:lnTo>
                  <a:cubicBezTo>
                    <a:pt x="81280" y="2061718"/>
                    <a:pt x="0" y="1982978"/>
                    <a:pt x="0" y="188468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1884680"/>
                  </a:lnTo>
                  <a:lnTo>
                    <a:pt x="25400" y="1884680"/>
                  </a:lnTo>
                  <a:lnTo>
                    <a:pt x="50800" y="1884680"/>
                  </a:lnTo>
                  <a:cubicBezTo>
                    <a:pt x="50800" y="1953895"/>
                    <a:pt x="108204" y="2010918"/>
                    <a:pt x="180340" y="2010918"/>
                  </a:cubicBezTo>
                  <a:lnTo>
                    <a:pt x="12582779" y="2010918"/>
                  </a:lnTo>
                  <a:cubicBezTo>
                    <a:pt x="12654788" y="2010918"/>
                    <a:pt x="12712319" y="1953895"/>
                    <a:pt x="12712319" y="1884680"/>
                  </a:cubicBezTo>
                  <a:lnTo>
                    <a:pt x="12712319" y="177038"/>
                  </a:lnTo>
                  <a:cubicBezTo>
                    <a:pt x="12712319" y="107823"/>
                    <a:pt x="12654915" y="50800"/>
                    <a:pt x="12582779" y="50800"/>
                  </a:cubicBezTo>
                  <a:lnTo>
                    <a:pt x="180340" y="50800"/>
                  </a:lnTo>
                  <a:lnTo>
                    <a:pt x="180340" y="25400"/>
                  </a:lnTo>
                  <a:lnTo>
                    <a:pt x="180340" y="50800"/>
                  </a:lnTo>
                  <a:cubicBezTo>
                    <a:pt x="108204" y="50800"/>
                    <a:pt x="50800" y="107823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4250" y="5286283"/>
            <a:ext cx="6471259" cy="3797718"/>
          </a:xfrm>
          <a:custGeom>
            <a:avLst/>
            <a:gdLst/>
            <a:ahLst/>
            <a:cxnLst/>
            <a:rect r="r" b="b" t="t" l="l"/>
            <a:pathLst>
              <a:path h="3797718" w="6471259">
                <a:moveTo>
                  <a:pt x="0" y="0"/>
                </a:moveTo>
                <a:lnTo>
                  <a:pt x="6471259" y="0"/>
                </a:lnTo>
                <a:lnTo>
                  <a:pt x="6471259" y="3797718"/>
                </a:lnTo>
                <a:lnTo>
                  <a:pt x="0" y="3797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409" t="-7519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805890" y="1795463"/>
            <a:ext cx="7251354" cy="95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Accumulator Matrix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05890" y="2823124"/>
            <a:ext cx="798448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The Hough Transform Voting System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14709" y="4063003"/>
            <a:ext cx="401404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Every Canny edge pixel votes for all possible intersecting lines.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17103" y="4063003"/>
            <a:ext cx="4014197" cy="227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Pixels on the same physical line have intersecting sinusoidal curves in Hough space.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14709" y="7177830"/>
            <a:ext cx="8916591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Highest matrix votes equal the strongest lines in the image.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43290" y="1202999"/>
            <a:ext cx="4253179" cy="4083284"/>
          </a:xfrm>
          <a:custGeom>
            <a:avLst/>
            <a:gdLst/>
            <a:ahLst/>
            <a:cxnLst/>
            <a:rect r="r" b="b" t="t" l="l"/>
            <a:pathLst>
              <a:path h="4083284" w="4253179">
                <a:moveTo>
                  <a:pt x="0" y="0"/>
                </a:moveTo>
                <a:lnTo>
                  <a:pt x="4253179" y="0"/>
                </a:lnTo>
                <a:lnTo>
                  <a:pt x="4253179" y="4083284"/>
                </a:lnTo>
                <a:lnTo>
                  <a:pt x="0" y="4083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034" t="0" r="-15481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86840" y="4450852"/>
            <a:ext cx="4669784" cy="2436914"/>
            <a:chOff x="0" y="0"/>
            <a:chExt cx="6226378" cy="32492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6175502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502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721" y="0"/>
                  </a:lnTo>
                  <a:cubicBezTo>
                    <a:pt x="6107176" y="0"/>
                    <a:pt x="6175502" y="67945"/>
                    <a:pt x="6175502" y="151638"/>
                  </a:cubicBezTo>
                  <a:lnTo>
                    <a:pt x="6175502" y="3046730"/>
                  </a:lnTo>
                  <a:cubicBezTo>
                    <a:pt x="6175502" y="3130550"/>
                    <a:pt x="6107049" y="3198368"/>
                    <a:pt x="6022721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26302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302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121" y="0"/>
                  </a:lnTo>
                  <a:lnTo>
                    <a:pt x="6048121" y="25400"/>
                  </a:lnTo>
                  <a:lnTo>
                    <a:pt x="6048121" y="0"/>
                  </a:lnTo>
                  <a:cubicBezTo>
                    <a:pt x="6146419" y="0"/>
                    <a:pt x="6226302" y="79121"/>
                    <a:pt x="6226302" y="177038"/>
                  </a:cubicBezTo>
                  <a:lnTo>
                    <a:pt x="6200902" y="177038"/>
                  </a:lnTo>
                  <a:lnTo>
                    <a:pt x="6226302" y="177038"/>
                  </a:lnTo>
                  <a:lnTo>
                    <a:pt x="6226302" y="3072130"/>
                  </a:lnTo>
                  <a:lnTo>
                    <a:pt x="6200902" y="3072130"/>
                  </a:lnTo>
                  <a:lnTo>
                    <a:pt x="6226302" y="3072130"/>
                  </a:lnTo>
                  <a:cubicBezTo>
                    <a:pt x="6226302" y="3170047"/>
                    <a:pt x="6146292" y="3249168"/>
                    <a:pt x="6048121" y="3249168"/>
                  </a:cubicBezTo>
                  <a:lnTo>
                    <a:pt x="6048121" y="3223768"/>
                  </a:lnTo>
                  <a:lnTo>
                    <a:pt x="6048121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121" y="3198368"/>
                  </a:lnTo>
                  <a:cubicBezTo>
                    <a:pt x="6118733" y="3198368"/>
                    <a:pt x="6175502" y="3141599"/>
                    <a:pt x="6175502" y="3072130"/>
                  </a:cubicBezTo>
                  <a:lnTo>
                    <a:pt x="6175502" y="177038"/>
                  </a:lnTo>
                  <a:cubicBezTo>
                    <a:pt x="6175502" y="107442"/>
                    <a:pt x="6118606" y="50800"/>
                    <a:pt x="6048121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89234" y="4450852"/>
            <a:ext cx="4669927" cy="2436914"/>
            <a:chOff x="0" y="0"/>
            <a:chExt cx="6226569" cy="32492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6175756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756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975" y="0"/>
                  </a:lnTo>
                  <a:cubicBezTo>
                    <a:pt x="6107430" y="0"/>
                    <a:pt x="6175756" y="67945"/>
                    <a:pt x="6175756" y="151638"/>
                  </a:cubicBezTo>
                  <a:lnTo>
                    <a:pt x="6175756" y="3046730"/>
                  </a:lnTo>
                  <a:cubicBezTo>
                    <a:pt x="6175756" y="3130550"/>
                    <a:pt x="6107303" y="3198368"/>
                    <a:pt x="6022975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26556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556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375" y="0"/>
                  </a:lnTo>
                  <a:lnTo>
                    <a:pt x="6048375" y="25400"/>
                  </a:lnTo>
                  <a:lnTo>
                    <a:pt x="6048375" y="0"/>
                  </a:lnTo>
                  <a:cubicBezTo>
                    <a:pt x="6146673" y="0"/>
                    <a:pt x="6226556" y="79121"/>
                    <a:pt x="6226556" y="177038"/>
                  </a:cubicBezTo>
                  <a:lnTo>
                    <a:pt x="6201156" y="177038"/>
                  </a:lnTo>
                  <a:lnTo>
                    <a:pt x="6226556" y="177038"/>
                  </a:lnTo>
                  <a:lnTo>
                    <a:pt x="6226556" y="3072130"/>
                  </a:lnTo>
                  <a:lnTo>
                    <a:pt x="6201156" y="3072130"/>
                  </a:lnTo>
                  <a:lnTo>
                    <a:pt x="6226556" y="3072130"/>
                  </a:lnTo>
                  <a:cubicBezTo>
                    <a:pt x="6226556" y="3170047"/>
                    <a:pt x="6146546" y="3249168"/>
                    <a:pt x="6048375" y="3249168"/>
                  </a:cubicBezTo>
                  <a:lnTo>
                    <a:pt x="6048375" y="3223768"/>
                  </a:lnTo>
                  <a:lnTo>
                    <a:pt x="6048375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375" y="3198368"/>
                  </a:lnTo>
                  <a:cubicBezTo>
                    <a:pt x="6118987" y="3198368"/>
                    <a:pt x="6175756" y="3141599"/>
                    <a:pt x="6175756" y="3072130"/>
                  </a:cubicBezTo>
                  <a:lnTo>
                    <a:pt x="6175756" y="177038"/>
                  </a:lnTo>
                  <a:cubicBezTo>
                    <a:pt x="6175756" y="107442"/>
                    <a:pt x="6118860" y="50800"/>
                    <a:pt x="6048375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86840" y="7120385"/>
            <a:ext cx="9572330" cy="1546327"/>
            <a:chOff x="0" y="0"/>
            <a:chExt cx="12763106" cy="2061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2712319" cy="2010918"/>
            </a:xfrm>
            <a:custGeom>
              <a:avLst/>
              <a:gdLst/>
              <a:ahLst/>
              <a:cxnLst/>
              <a:rect r="r" b="b" t="t" l="l"/>
              <a:pathLst>
                <a:path h="2010918" w="12712319">
                  <a:moveTo>
                    <a:pt x="0" y="151638"/>
                  </a:moveTo>
                  <a:cubicBezTo>
                    <a:pt x="0" y="67945"/>
                    <a:pt x="69342" y="0"/>
                    <a:pt x="154940" y="0"/>
                  </a:cubicBezTo>
                  <a:lnTo>
                    <a:pt x="12557379" y="0"/>
                  </a:lnTo>
                  <a:cubicBezTo>
                    <a:pt x="12642977" y="0"/>
                    <a:pt x="12712319" y="67945"/>
                    <a:pt x="12712319" y="151638"/>
                  </a:cubicBezTo>
                  <a:lnTo>
                    <a:pt x="12712319" y="1859280"/>
                  </a:lnTo>
                  <a:cubicBezTo>
                    <a:pt x="12712319" y="1943100"/>
                    <a:pt x="12642977" y="2010918"/>
                    <a:pt x="12557379" y="2010918"/>
                  </a:cubicBezTo>
                  <a:lnTo>
                    <a:pt x="154940" y="2010918"/>
                  </a:lnTo>
                  <a:cubicBezTo>
                    <a:pt x="69342" y="2010918"/>
                    <a:pt x="0" y="1943100"/>
                    <a:pt x="0" y="1859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3119" cy="2061718"/>
            </a:xfrm>
            <a:custGeom>
              <a:avLst/>
              <a:gdLst/>
              <a:ahLst/>
              <a:cxnLst/>
              <a:rect r="r" b="b" t="t" l="l"/>
              <a:pathLst>
                <a:path h="2061718" w="12763119">
                  <a:moveTo>
                    <a:pt x="0" y="177038"/>
                  </a:moveTo>
                  <a:cubicBezTo>
                    <a:pt x="0" y="78740"/>
                    <a:pt x="81280" y="0"/>
                    <a:pt x="180340" y="0"/>
                  </a:cubicBezTo>
                  <a:lnTo>
                    <a:pt x="12582779" y="0"/>
                  </a:lnTo>
                  <a:lnTo>
                    <a:pt x="12582779" y="25400"/>
                  </a:lnTo>
                  <a:lnTo>
                    <a:pt x="12582779" y="0"/>
                  </a:lnTo>
                  <a:cubicBezTo>
                    <a:pt x="12681839" y="0"/>
                    <a:pt x="12763119" y="78740"/>
                    <a:pt x="12763119" y="177038"/>
                  </a:cubicBezTo>
                  <a:lnTo>
                    <a:pt x="12737719" y="177038"/>
                  </a:lnTo>
                  <a:lnTo>
                    <a:pt x="12763119" y="177038"/>
                  </a:lnTo>
                  <a:lnTo>
                    <a:pt x="12763119" y="1884680"/>
                  </a:lnTo>
                  <a:lnTo>
                    <a:pt x="12737719" y="1884680"/>
                  </a:lnTo>
                  <a:lnTo>
                    <a:pt x="12763119" y="1884680"/>
                  </a:lnTo>
                  <a:cubicBezTo>
                    <a:pt x="12763119" y="1982978"/>
                    <a:pt x="12681839" y="2061718"/>
                    <a:pt x="12582779" y="2061718"/>
                  </a:cubicBezTo>
                  <a:lnTo>
                    <a:pt x="12582779" y="2036318"/>
                  </a:lnTo>
                  <a:lnTo>
                    <a:pt x="12582779" y="2061718"/>
                  </a:lnTo>
                  <a:lnTo>
                    <a:pt x="180340" y="2061718"/>
                  </a:lnTo>
                  <a:lnTo>
                    <a:pt x="180340" y="2036318"/>
                  </a:lnTo>
                  <a:lnTo>
                    <a:pt x="180340" y="2061718"/>
                  </a:lnTo>
                  <a:cubicBezTo>
                    <a:pt x="81280" y="2061718"/>
                    <a:pt x="0" y="1982978"/>
                    <a:pt x="0" y="188468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1884680"/>
                  </a:lnTo>
                  <a:lnTo>
                    <a:pt x="25400" y="1884680"/>
                  </a:lnTo>
                  <a:lnTo>
                    <a:pt x="50800" y="1884680"/>
                  </a:lnTo>
                  <a:cubicBezTo>
                    <a:pt x="50800" y="1953895"/>
                    <a:pt x="108204" y="2010918"/>
                    <a:pt x="180340" y="2010918"/>
                  </a:cubicBezTo>
                  <a:lnTo>
                    <a:pt x="12582779" y="2010918"/>
                  </a:lnTo>
                  <a:cubicBezTo>
                    <a:pt x="12654788" y="2010918"/>
                    <a:pt x="12712319" y="1953895"/>
                    <a:pt x="12712319" y="1884680"/>
                  </a:cubicBezTo>
                  <a:lnTo>
                    <a:pt x="12712319" y="177038"/>
                  </a:lnTo>
                  <a:cubicBezTo>
                    <a:pt x="12712319" y="107823"/>
                    <a:pt x="12654915" y="50800"/>
                    <a:pt x="12582779" y="50800"/>
                  </a:cubicBezTo>
                  <a:lnTo>
                    <a:pt x="180340" y="50800"/>
                  </a:lnTo>
                  <a:lnTo>
                    <a:pt x="180340" y="25400"/>
                  </a:lnTo>
                  <a:lnTo>
                    <a:pt x="180340" y="50800"/>
                  </a:lnTo>
                  <a:cubicBezTo>
                    <a:pt x="108204" y="50800"/>
                    <a:pt x="50800" y="107823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05890" y="1572663"/>
            <a:ext cx="9534230" cy="184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ROI and Computational Efficiency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05890" y="3491208"/>
            <a:ext cx="6924084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Optimization Region of Interest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14709" y="4731096"/>
            <a:ext cx="401404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Processing 1080p frames at 60fps crashes basic hardware.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17103" y="4731096"/>
            <a:ext cx="401419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Solution masks everything except the immediate road ahead.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14709" y="7400630"/>
            <a:ext cx="8916591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Demonstrates practical engineering overriding pure theory.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82402" y="3622979"/>
            <a:ext cx="7275838" cy="4092659"/>
            <a:chOff x="0" y="0"/>
            <a:chExt cx="9701118" cy="545687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3382087" y="1650095"/>
              <a:ext cx="2543438" cy="254343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01118" cy="5456879"/>
            </a:xfrm>
            <a:custGeom>
              <a:avLst/>
              <a:gdLst/>
              <a:ahLst/>
              <a:cxnLst/>
              <a:rect r="r" b="b" t="t" l="l"/>
              <a:pathLst>
                <a:path h="5456879" w="9701118">
                  <a:moveTo>
                    <a:pt x="0" y="0"/>
                  </a:moveTo>
                  <a:lnTo>
                    <a:pt x="9701118" y="0"/>
                  </a:lnTo>
                  <a:lnTo>
                    <a:pt x="9701118" y="5456879"/>
                  </a:lnTo>
                  <a:lnTo>
                    <a:pt x="0" y="5456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942975"/>
            <a:ext cx="7249268" cy="715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System Pipeline Execution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7890" y="2191045"/>
            <a:ext cx="1015603" cy="1218609"/>
            <a:chOff x="0" y="0"/>
            <a:chExt cx="1354138" cy="162481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54201" cy="1624838"/>
            </a:xfrm>
            <a:custGeom>
              <a:avLst/>
              <a:gdLst/>
              <a:ahLst/>
              <a:cxnLst/>
              <a:rect r="r" b="b" t="t" l="l"/>
              <a:pathLst>
                <a:path h="1624838" w="1354201">
                  <a:moveTo>
                    <a:pt x="0" y="0"/>
                  </a:moveTo>
                  <a:lnTo>
                    <a:pt x="1354201" y="0"/>
                  </a:lnTo>
                  <a:lnTo>
                    <a:pt x="1354201" y="1624838"/>
                  </a:lnTo>
                  <a:lnTo>
                    <a:pt x="0" y="1624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0" t="0" r="-147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7890" y="3409655"/>
            <a:ext cx="1015603" cy="1218609"/>
            <a:chOff x="0" y="0"/>
            <a:chExt cx="1354138" cy="162481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54201" cy="1624838"/>
            </a:xfrm>
            <a:custGeom>
              <a:avLst/>
              <a:gdLst/>
              <a:ahLst/>
              <a:cxnLst/>
              <a:rect r="r" b="b" t="t" l="l"/>
              <a:pathLst>
                <a:path h="1624838" w="1354201">
                  <a:moveTo>
                    <a:pt x="0" y="0"/>
                  </a:moveTo>
                  <a:lnTo>
                    <a:pt x="1354201" y="0"/>
                  </a:lnTo>
                  <a:lnTo>
                    <a:pt x="1354201" y="1624838"/>
                  </a:lnTo>
                  <a:lnTo>
                    <a:pt x="0" y="1624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0" t="0" r="-147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7890" y="4628255"/>
            <a:ext cx="1015603" cy="1218609"/>
            <a:chOff x="0" y="0"/>
            <a:chExt cx="1354138" cy="162481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354201" cy="1624838"/>
            </a:xfrm>
            <a:custGeom>
              <a:avLst/>
              <a:gdLst/>
              <a:ahLst/>
              <a:cxnLst/>
              <a:rect r="r" b="b" t="t" l="l"/>
              <a:pathLst>
                <a:path h="1624838" w="1354201">
                  <a:moveTo>
                    <a:pt x="0" y="0"/>
                  </a:moveTo>
                  <a:lnTo>
                    <a:pt x="1354201" y="0"/>
                  </a:lnTo>
                  <a:lnTo>
                    <a:pt x="1354201" y="1624838"/>
                  </a:lnTo>
                  <a:lnTo>
                    <a:pt x="0" y="1624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0" t="0" r="-147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7890" y="5846864"/>
            <a:ext cx="1015603" cy="1218609"/>
            <a:chOff x="0" y="0"/>
            <a:chExt cx="1354138" cy="162481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354201" cy="1624838"/>
            </a:xfrm>
            <a:custGeom>
              <a:avLst/>
              <a:gdLst/>
              <a:ahLst/>
              <a:cxnLst/>
              <a:rect r="r" b="b" t="t" l="l"/>
              <a:pathLst>
                <a:path h="1624838" w="1354201">
                  <a:moveTo>
                    <a:pt x="0" y="0"/>
                  </a:moveTo>
                  <a:lnTo>
                    <a:pt x="1354201" y="0"/>
                  </a:lnTo>
                  <a:lnTo>
                    <a:pt x="1354201" y="1624838"/>
                  </a:lnTo>
                  <a:lnTo>
                    <a:pt x="0" y="1624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0" t="0" r="-147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47890" y="7065464"/>
            <a:ext cx="1015603" cy="1218609"/>
            <a:chOff x="0" y="0"/>
            <a:chExt cx="1354138" cy="162481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354201" cy="1624838"/>
            </a:xfrm>
            <a:custGeom>
              <a:avLst/>
              <a:gdLst/>
              <a:ahLst/>
              <a:cxnLst/>
              <a:rect r="r" b="b" t="t" l="l"/>
              <a:pathLst>
                <a:path h="1624838" w="1354201">
                  <a:moveTo>
                    <a:pt x="0" y="0"/>
                  </a:moveTo>
                  <a:lnTo>
                    <a:pt x="1354201" y="0"/>
                  </a:lnTo>
                  <a:lnTo>
                    <a:pt x="1354201" y="1624838"/>
                  </a:lnTo>
                  <a:lnTo>
                    <a:pt x="0" y="1624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50" t="0" r="-147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7890" y="8916734"/>
            <a:ext cx="16392230" cy="32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System handles dashed lines because Hough Transform bridges gaps mathematically.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47890" y="1672085"/>
            <a:ext cx="5443538" cy="42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The Complete Pipeline Execution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15741" y="2494807"/>
            <a:ext cx="2672505" cy="36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Blur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15741" y="3713407"/>
            <a:ext cx="2672505" cy="36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Canny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15741" y="4932016"/>
            <a:ext cx="2672505" cy="36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ROI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15741" y="6150616"/>
            <a:ext cx="2672505" cy="36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Hough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15741" y="7369226"/>
            <a:ext cx="2672505" cy="36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Overlay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7890" y="8599170"/>
            <a:ext cx="16392230" cy="32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Full flow moves from Blur to Canny to ROI to Hough to Overlay.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282686" y="1802130"/>
            <a:ext cx="11770925" cy="6682740"/>
            <a:chOff x="0" y="0"/>
            <a:chExt cx="15694566" cy="89103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82127"/>
              <a:ext cx="15694566" cy="8828193"/>
            </a:xfrm>
            <a:custGeom>
              <a:avLst/>
              <a:gdLst/>
              <a:ahLst/>
              <a:cxnLst/>
              <a:rect r="r" b="b" t="t" l="l"/>
              <a:pathLst>
                <a:path h="8828193" w="15694566">
                  <a:moveTo>
                    <a:pt x="0" y="0"/>
                  </a:moveTo>
                  <a:lnTo>
                    <a:pt x="15694566" y="0"/>
                  </a:lnTo>
                  <a:lnTo>
                    <a:pt x="15694566" y="8828193"/>
                  </a:lnTo>
                  <a:lnTo>
                    <a:pt x="0" y="8828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2709007" y="0"/>
              <a:ext cx="4114800" cy="4114800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76269" y="1318678"/>
            <a:ext cx="6858000" cy="7704015"/>
            <a:chOff x="0" y="0"/>
            <a:chExt cx="9144000" cy="1027202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0272020"/>
            </a:xfrm>
            <a:custGeom>
              <a:avLst/>
              <a:gdLst/>
              <a:ahLst/>
              <a:cxnLst/>
              <a:rect r="r" b="b" t="t" l="l"/>
              <a:pathLst>
                <a:path h="102720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72020"/>
                  </a:lnTo>
                  <a:lnTo>
                    <a:pt x="0" y="10272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648" r="0" b="-2687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7890" y="1572663"/>
            <a:ext cx="9534230" cy="184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Limitations of Classical DSP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90" y="3491208"/>
            <a:ext cx="5578078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1F1E1E"/>
                </a:solidFill>
                <a:latin typeface="Arimo Bold"/>
                <a:ea typeface="Arimo Bold"/>
                <a:cs typeface="Arimo Bold"/>
                <a:sym typeface="Arimo Bold"/>
              </a:rPr>
              <a:t>Where Classical DSP Fails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8840" y="4450852"/>
            <a:ext cx="4669784" cy="2436914"/>
            <a:chOff x="0" y="0"/>
            <a:chExt cx="6226378" cy="32492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6175502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502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721" y="0"/>
                  </a:lnTo>
                  <a:cubicBezTo>
                    <a:pt x="6107176" y="0"/>
                    <a:pt x="6175502" y="67945"/>
                    <a:pt x="6175502" y="151638"/>
                  </a:cubicBezTo>
                  <a:lnTo>
                    <a:pt x="6175502" y="3046730"/>
                  </a:lnTo>
                  <a:cubicBezTo>
                    <a:pt x="6175502" y="3130550"/>
                    <a:pt x="6107049" y="3198368"/>
                    <a:pt x="6022721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26302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302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121" y="0"/>
                  </a:lnTo>
                  <a:lnTo>
                    <a:pt x="6048121" y="25400"/>
                  </a:lnTo>
                  <a:lnTo>
                    <a:pt x="6048121" y="0"/>
                  </a:lnTo>
                  <a:cubicBezTo>
                    <a:pt x="6146419" y="0"/>
                    <a:pt x="6226302" y="79121"/>
                    <a:pt x="6226302" y="177038"/>
                  </a:cubicBezTo>
                  <a:lnTo>
                    <a:pt x="6200902" y="177038"/>
                  </a:lnTo>
                  <a:lnTo>
                    <a:pt x="6226302" y="177038"/>
                  </a:lnTo>
                  <a:lnTo>
                    <a:pt x="6226302" y="3072130"/>
                  </a:lnTo>
                  <a:lnTo>
                    <a:pt x="6200902" y="3072130"/>
                  </a:lnTo>
                  <a:lnTo>
                    <a:pt x="6226302" y="3072130"/>
                  </a:lnTo>
                  <a:cubicBezTo>
                    <a:pt x="6226302" y="3170047"/>
                    <a:pt x="6146292" y="3249168"/>
                    <a:pt x="6048121" y="3249168"/>
                  </a:cubicBezTo>
                  <a:lnTo>
                    <a:pt x="6048121" y="3223768"/>
                  </a:lnTo>
                  <a:lnTo>
                    <a:pt x="6048121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121" y="3198368"/>
                  </a:lnTo>
                  <a:cubicBezTo>
                    <a:pt x="6118733" y="3198368"/>
                    <a:pt x="6175502" y="3141599"/>
                    <a:pt x="6175502" y="3072130"/>
                  </a:cubicBezTo>
                  <a:lnTo>
                    <a:pt x="6175502" y="177038"/>
                  </a:lnTo>
                  <a:cubicBezTo>
                    <a:pt x="6175502" y="107442"/>
                    <a:pt x="6118606" y="50800"/>
                    <a:pt x="6048121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6709" y="4731096"/>
            <a:ext cx="401404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Hough Transform relies on rigid geometry and fails on sharp curves.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831234" y="4450852"/>
            <a:ext cx="4669927" cy="2436914"/>
            <a:chOff x="0" y="0"/>
            <a:chExt cx="6226569" cy="32492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175756" cy="3198368"/>
            </a:xfrm>
            <a:custGeom>
              <a:avLst/>
              <a:gdLst/>
              <a:ahLst/>
              <a:cxnLst/>
              <a:rect r="r" b="b" t="t" l="l"/>
              <a:pathLst>
                <a:path h="3198368" w="6175756">
                  <a:moveTo>
                    <a:pt x="0" y="151638"/>
                  </a:moveTo>
                  <a:cubicBezTo>
                    <a:pt x="0" y="67945"/>
                    <a:pt x="68453" y="0"/>
                    <a:pt x="152781" y="0"/>
                  </a:cubicBezTo>
                  <a:lnTo>
                    <a:pt x="6022975" y="0"/>
                  </a:lnTo>
                  <a:cubicBezTo>
                    <a:pt x="6107430" y="0"/>
                    <a:pt x="6175756" y="67945"/>
                    <a:pt x="6175756" y="151638"/>
                  </a:cubicBezTo>
                  <a:lnTo>
                    <a:pt x="6175756" y="3046730"/>
                  </a:lnTo>
                  <a:cubicBezTo>
                    <a:pt x="6175756" y="3130550"/>
                    <a:pt x="6107303" y="3198368"/>
                    <a:pt x="6022975" y="3198368"/>
                  </a:cubicBezTo>
                  <a:lnTo>
                    <a:pt x="152781" y="3198368"/>
                  </a:lnTo>
                  <a:cubicBezTo>
                    <a:pt x="68453" y="3198368"/>
                    <a:pt x="0" y="3130550"/>
                    <a:pt x="0" y="3046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26556" cy="3249168"/>
            </a:xfrm>
            <a:custGeom>
              <a:avLst/>
              <a:gdLst/>
              <a:ahLst/>
              <a:cxnLst/>
              <a:rect r="r" b="b" t="t" l="l"/>
              <a:pathLst>
                <a:path h="3249168" w="6226556">
                  <a:moveTo>
                    <a:pt x="0" y="177038"/>
                  </a:moveTo>
                  <a:cubicBezTo>
                    <a:pt x="0" y="79121"/>
                    <a:pt x="80010" y="0"/>
                    <a:pt x="178181" y="0"/>
                  </a:cubicBezTo>
                  <a:lnTo>
                    <a:pt x="6048375" y="0"/>
                  </a:lnTo>
                  <a:lnTo>
                    <a:pt x="6048375" y="25400"/>
                  </a:lnTo>
                  <a:lnTo>
                    <a:pt x="6048375" y="0"/>
                  </a:lnTo>
                  <a:cubicBezTo>
                    <a:pt x="6146673" y="0"/>
                    <a:pt x="6226556" y="79121"/>
                    <a:pt x="6226556" y="177038"/>
                  </a:cubicBezTo>
                  <a:lnTo>
                    <a:pt x="6201156" y="177038"/>
                  </a:lnTo>
                  <a:lnTo>
                    <a:pt x="6226556" y="177038"/>
                  </a:lnTo>
                  <a:lnTo>
                    <a:pt x="6226556" y="3072130"/>
                  </a:lnTo>
                  <a:lnTo>
                    <a:pt x="6201156" y="3072130"/>
                  </a:lnTo>
                  <a:lnTo>
                    <a:pt x="6226556" y="3072130"/>
                  </a:lnTo>
                  <a:cubicBezTo>
                    <a:pt x="6226556" y="3170047"/>
                    <a:pt x="6146546" y="3249168"/>
                    <a:pt x="6048375" y="3249168"/>
                  </a:cubicBezTo>
                  <a:lnTo>
                    <a:pt x="6048375" y="3223768"/>
                  </a:lnTo>
                  <a:lnTo>
                    <a:pt x="6048375" y="3249168"/>
                  </a:lnTo>
                  <a:lnTo>
                    <a:pt x="178181" y="3249168"/>
                  </a:lnTo>
                  <a:lnTo>
                    <a:pt x="178181" y="3223768"/>
                  </a:lnTo>
                  <a:lnTo>
                    <a:pt x="178181" y="3249168"/>
                  </a:lnTo>
                  <a:cubicBezTo>
                    <a:pt x="80010" y="3249168"/>
                    <a:pt x="0" y="3170174"/>
                    <a:pt x="0" y="307213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3072130"/>
                  </a:lnTo>
                  <a:lnTo>
                    <a:pt x="25400" y="3072130"/>
                  </a:lnTo>
                  <a:lnTo>
                    <a:pt x="50800" y="3072130"/>
                  </a:lnTo>
                  <a:cubicBezTo>
                    <a:pt x="50800" y="3141726"/>
                    <a:pt x="107696" y="3198368"/>
                    <a:pt x="178181" y="3198368"/>
                  </a:cubicBezTo>
                  <a:lnTo>
                    <a:pt x="6048375" y="3198368"/>
                  </a:lnTo>
                  <a:cubicBezTo>
                    <a:pt x="6118987" y="3198368"/>
                    <a:pt x="6175756" y="3141599"/>
                    <a:pt x="6175756" y="3072130"/>
                  </a:cubicBezTo>
                  <a:lnTo>
                    <a:pt x="6175756" y="177038"/>
                  </a:lnTo>
                  <a:cubicBezTo>
                    <a:pt x="6175756" y="107442"/>
                    <a:pt x="6118860" y="50800"/>
                    <a:pt x="6048375" y="50800"/>
                  </a:cubicBezTo>
                  <a:lnTo>
                    <a:pt x="178181" y="50800"/>
                  </a:lnTo>
                  <a:lnTo>
                    <a:pt x="178181" y="25400"/>
                  </a:lnTo>
                  <a:lnTo>
                    <a:pt x="178181" y="50800"/>
                  </a:lnTo>
                  <a:cubicBezTo>
                    <a:pt x="107696" y="50800"/>
                    <a:pt x="50800" y="107569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59103" y="4731096"/>
            <a:ext cx="4014197" cy="13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Environmental noise destroys the Canny edge map.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8840" y="7120385"/>
            <a:ext cx="9572330" cy="1546327"/>
            <a:chOff x="0" y="0"/>
            <a:chExt cx="12763106" cy="20617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2712319" cy="2010918"/>
            </a:xfrm>
            <a:custGeom>
              <a:avLst/>
              <a:gdLst/>
              <a:ahLst/>
              <a:cxnLst/>
              <a:rect r="r" b="b" t="t" l="l"/>
              <a:pathLst>
                <a:path h="2010918" w="12712319">
                  <a:moveTo>
                    <a:pt x="0" y="151638"/>
                  </a:moveTo>
                  <a:cubicBezTo>
                    <a:pt x="0" y="67945"/>
                    <a:pt x="69342" y="0"/>
                    <a:pt x="154940" y="0"/>
                  </a:cubicBezTo>
                  <a:lnTo>
                    <a:pt x="12557379" y="0"/>
                  </a:lnTo>
                  <a:cubicBezTo>
                    <a:pt x="12642977" y="0"/>
                    <a:pt x="12712319" y="67945"/>
                    <a:pt x="12712319" y="151638"/>
                  </a:cubicBezTo>
                  <a:lnTo>
                    <a:pt x="12712319" y="1859280"/>
                  </a:lnTo>
                  <a:cubicBezTo>
                    <a:pt x="12712319" y="1943100"/>
                    <a:pt x="12642977" y="2010918"/>
                    <a:pt x="12557379" y="2010918"/>
                  </a:cubicBezTo>
                  <a:lnTo>
                    <a:pt x="154940" y="2010918"/>
                  </a:lnTo>
                  <a:cubicBezTo>
                    <a:pt x="69342" y="2010918"/>
                    <a:pt x="0" y="1943100"/>
                    <a:pt x="0" y="1859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63119" cy="2061718"/>
            </a:xfrm>
            <a:custGeom>
              <a:avLst/>
              <a:gdLst/>
              <a:ahLst/>
              <a:cxnLst/>
              <a:rect r="r" b="b" t="t" l="l"/>
              <a:pathLst>
                <a:path h="2061718" w="12763119">
                  <a:moveTo>
                    <a:pt x="0" y="177038"/>
                  </a:moveTo>
                  <a:cubicBezTo>
                    <a:pt x="0" y="78740"/>
                    <a:pt x="81280" y="0"/>
                    <a:pt x="180340" y="0"/>
                  </a:cubicBezTo>
                  <a:lnTo>
                    <a:pt x="12582779" y="0"/>
                  </a:lnTo>
                  <a:lnTo>
                    <a:pt x="12582779" y="25400"/>
                  </a:lnTo>
                  <a:lnTo>
                    <a:pt x="12582779" y="0"/>
                  </a:lnTo>
                  <a:cubicBezTo>
                    <a:pt x="12681839" y="0"/>
                    <a:pt x="12763119" y="78740"/>
                    <a:pt x="12763119" y="177038"/>
                  </a:cubicBezTo>
                  <a:lnTo>
                    <a:pt x="12737719" y="177038"/>
                  </a:lnTo>
                  <a:lnTo>
                    <a:pt x="12763119" y="177038"/>
                  </a:lnTo>
                  <a:lnTo>
                    <a:pt x="12763119" y="1884680"/>
                  </a:lnTo>
                  <a:lnTo>
                    <a:pt x="12737719" y="1884680"/>
                  </a:lnTo>
                  <a:lnTo>
                    <a:pt x="12763119" y="1884680"/>
                  </a:lnTo>
                  <a:cubicBezTo>
                    <a:pt x="12763119" y="1982978"/>
                    <a:pt x="12681839" y="2061718"/>
                    <a:pt x="12582779" y="2061718"/>
                  </a:cubicBezTo>
                  <a:lnTo>
                    <a:pt x="12582779" y="2036318"/>
                  </a:lnTo>
                  <a:lnTo>
                    <a:pt x="12582779" y="2061718"/>
                  </a:lnTo>
                  <a:lnTo>
                    <a:pt x="180340" y="2061718"/>
                  </a:lnTo>
                  <a:lnTo>
                    <a:pt x="180340" y="2036318"/>
                  </a:lnTo>
                  <a:lnTo>
                    <a:pt x="180340" y="2061718"/>
                  </a:lnTo>
                  <a:cubicBezTo>
                    <a:pt x="81280" y="2061718"/>
                    <a:pt x="0" y="1982978"/>
                    <a:pt x="0" y="1884680"/>
                  </a:cubicBezTo>
                  <a:lnTo>
                    <a:pt x="0" y="177038"/>
                  </a:lnTo>
                  <a:lnTo>
                    <a:pt x="25400" y="177038"/>
                  </a:lnTo>
                  <a:lnTo>
                    <a:pt x="0" y="177038"/>
                  </a:lnTo>
                  <a:moveTo>
                    <a:pt x="50800" y="177038"/>
                  </a:moveTo>
                  <a:lnTo>
                    <a:pt x="50800" y="1884680"/>
                  </a:lnTo>
                  <a:lnTo>
                    <a:pt x="25400" y="1884680"/>
                  </a:lnTo>
                  <a:lnTo>
                    <a:pt x="50800" y="1884680"/>
                  </a:lnTo>
                  <a:cubicBezTo>
                    <a:pt x="50800" y="1953895"/>
                    <a:pt x="108204" y="2010918"/>
                    <a:pt x="180340" y="2010918"/>
                  </a:cubicBezTo>
                  <a:lnTo>
                    <a:pt x="12582779" y="2010918"/>
                  </a:lnTo>
                  <a:cubicBezTo>
                    <a:pt x="12654788" y="2010918"/>
                    <a:pt x="12712319" y="1953895"/>
                    <a:pt x="12712319" y="1884680"/>
                  </a:cubicBezTo>
                  <a:lnTo>
                    <a:pt x="12712319" y="177038"/>
                  </a:lnTo>
                  <a:cubicBezTo>
                    <a:pt x="12712319" y="107823"/>
                    <a:pt x="12654915" y="50800"/>
                    <a:pt x="12582779" y="50800"/>
                  </a:cubicBezTo>
                  <a:lnTo>
                    <a:pt x="180340" y="50800"/>
                  </a:lnTo>
                  <a:lnTo>
                    <a:pt x="180340" y="25400"/>
                  </a:lnTo>
                  <a:lnTo>
                    <a:pt x="180340" y="50800"/>
                  </a:lnTo>
                  <a:cubicBezTo>
                    <a:pt x="108204" y="50800"/>
                    <a:pt x="50800" y="107823"/>
                    <a:pt x="50800" y="177038"/>
                  </a:cubicBezTo>
                  <a:close/>
                </a:path>
              </a:pathLst>
            </a:custGeom>
            <a:solidFill>
              <a:srgbClr val="DFB8B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56709" y="7400630"/>
            <a:ext cx="8916591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Warrants the transition to Convolutional Neural Networks in modern systems.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0" y="0"/>
            <a:ext cx="3369879" cy="1028700"/>
          </a:xfrm>
          <a:custGeom>
            <a:avLst/>
            <a:gdLst/>
            <a:ahLst/>
            <a:cxnLst/>
            <a:rect r="r" b="b" t="t" l="l"/>
            <a:pathLst>
              <a:path h="1028700" w="3369879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885227" y="0"/>
            <a:ext cx="1402773" cy="1028700"/>
          </a:xfrm>
          <a:custGeom>
            <a:avLst/>
            <a:gdLst/>
            <a:ahLst/>
            <a:cxnLst/>
            <a:rect r="r" b="b" t="t" l="l"/>
            <a:pathLst>
              <a:path h="1028700" w="1402773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369879" y="9258300"/>
            <a:ext cx="14918121" cy="1028700"/>
            <a:chOff x="0" y="0"/>
            <a:chExt cx="3929052" cy="2709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29052" cy="270933"/>
            </a:xfrm>
            <a:custGeom>
              <a:avLst/>
              <a:gdLst/>
              <a:ahLst/>
              <a:cxnLst/>
              <a:rect r="r" b="b" t="t" l="l"/>
              <a:pathLst>
                <a:path h="270933" w="3929052">
                  <a:moveTo>
                    <a:pt x="0" y="0"/>
                  </a:moveTo>
                  <a:lnTo>
                    <a:pt x="3929052" y="0"/>
                  </a:lnTo>
                  <a:lnTo>
                    <a:pt x="392905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3929052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0" y="9729373"/>
            <a:ext cx="18288000" cy="557627"/>
            <a:chOff x="0" y="0"/>
            <a:chExt cx="4816593" cy="146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16592" cy="146865"/>
            </a:xfrm>
            <a:custGeom>
              <a:avLst/>
              <a:gdLst/>
              <a:ahLst/>
              <a:cxnLst/>
              <a:rect r="r" b="b" t="t" l="l"/>
              <a:pathLst>
                <a:path h="1468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6865"/>
                  </a:lnTo>
                  <a:lnTo>
                    <a:pt x="0" y="146865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4816593" cy="2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DAHGeZjO1k8</dc:identifier>
  <dcterms:modified xsi:type="dcterms:W3CDTF">2011-08-01T06:04:30Z</dcterms:modified>
  <cp:revision>1</cp:revision>
  <dc:title>Algorithmic-Vision-Lane-Detection</dc:title>
</cp:coreProperties>
</file>