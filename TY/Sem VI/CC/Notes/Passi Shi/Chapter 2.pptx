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0190FE-CF9A-4913-B27D-21B4B7BC2627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FEBB33-637D-4F89-96D1-30C987DF5A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497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DC35C-DCFB-058A-3896-23E7E95C5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8C1509-DB9A-AEED-E14E-6C68865A5B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85103-76F9-6FDE-43F7-D388910EA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30320-DCD7-455C-966F-80E6102CD8D9}" type="datetime1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E22DC-CD21-DEC5-AC41-198068A42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Chapter 2: Virtualization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28C81-89A7-C1C9-9811-DAFFCBF8B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ACB38-7725-42EE-A7FC-86E643C03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371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161E0-8A65-0A8F-0F81-B51891889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E162-9FE4-73D8-57DB-E8B245AC5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5D71E-6E39-33FD-BF3B-124DDD107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BD37A-A563-4987-AEDD-7C3ACE7C8FED}" type="datetime1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A95CB-7858-351C-ED29-50D3040EC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Chapter 2: Virtualization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2AE3A-703C-2D86-1204-7C2CEF0B0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ACB38-7725-42EE-A7FC-86E643C03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525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5E462-2252-03B8-CFD6-6B9FF9C3F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A4F11-C7B0-17EB-036B-AB0296A2F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15E43-8ED6-59D0-D164-390EECB2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5851B-5D29-44C3-8D13-71CABCFF0478}" type="datetime1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AC2D0-DDE8-1B3C-4FE1-BBB58AEA6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Chapter 2: Virtualization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9F884-46BF-D7B2-8B5D-188C93F61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ACB38-7725-42EE-A7FC-86E643C03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006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32F9D-B6BE-CB6B-D8B3-FDE9477F0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A48C7-E9A1-5591-2079-2F6E0EB35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58F30-1126-8DFA-4411-7636E261FD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A6F247-0ECC-9A9C-B9EE-249ADB480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58A7D-FB8B-421F-8588-726D0F8CC5FC}" type="datetime1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5A441-6BFF-142A-1AD1-030DEF4B5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Chapter 2: Virtualization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9ED60B-57A8-511D-5D18-000CDF25C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ACB38-7725-42EE-A7FC-86E643C03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916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FD271-ADBE-104F-B260-C2C264853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F3CBC-011D-E011-78A2-0556BA5FF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8B3ABD-28EB-B597-A847-482000BF5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4F61A-C5BF-ACE9-FBB7-AAB27CD6A6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5A14F9-58FE-A5D2-E571-91A86EC69D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B6B475-559E-5414-3E46-C89CD96C3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5F437-642A-40D2-B19D-5ED286710413}" type="datetime1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AC2BA8-9086-9D95-8B30-644A3F9AF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Chapter 2: Virtualization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DFA98B-491D-F118-E847-39944BDC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ACB38-7725-42EE-A7FC-86E643C03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887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5584A-718B-0302-DC1B-78510762A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A19B8D-C3FB-AEA1-472A-2A978288A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981E-9778-4E75-82C3-3C043421853B}" type="datetime1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0CF609-0FDB-B420-E600-A85B3C3B5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Chapter 2: Virtualization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CD631A-7DBA-C95C-31F3-8D1B19184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ACB38-7725-42EE-A7FC-86E643C03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098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874BD7-3AC3-5F1C-67DB-59FA825F8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21E0C-7C40-4AEF-838C-EBF1B17BD7F3}" type="datetime1">
              <a:rPr lang="en-IN" smtClean="0"/>
              <a:t>21-01-2026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5EB425-B8CE-4A6E-05AD-01BF2F5BD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Chapter 2: Virtualization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99F81-0533-DD53-2CE7-48539C34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ACB38-7725-42EE-A7FC-86E643C03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050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5D9EA-B5DB-D0FD-BBE0-07942E1AB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6B1BF-CF91-ED02-F121-F24B2789B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0F5D51-2AF7-155C-CFD0-11B5FFBCC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1002E-6A13-F83C-A710-BB309FFE8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4637-8F9B-47FA-ACD3-B3FC3D9D55B3}" type="datetime1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81290-EC0C-B741-4342-BE7639973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Chapter 2: Virtualization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33B8CF-651F-6D62-6442-2BB5A445F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ACB38-7725-42EE-A7FC-86E643C03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663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A8CBB-9208-2B98-3131-4589C0415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642C65-F6C0-F09F-F2BC-3E059DB50D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D3D089-0EE7-44DD-08DE-75FE2EECD1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B2A011-60AF-C4DF-B6B4-305A82DF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E293-983F-4DE6-8A9B-B91870CB713F}" type="datetime1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885B3-31DF-0A7A-51E1-F53F0558E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Chapter 2: Virtualization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EAD3D-12DE-61EF-595B-808E17E99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ACB38-7725-42EE-A7FC-86E643C03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72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2042E-2EEB-FAC8-6F46-8ADD2969A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1CD15C-B429-164F-867A-DF59DCD6C6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79858-D993-6C9D-166C-FE8BABAE8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26FA7-570D-4E52-88C1-7696AC5E18E2}" type="datetime1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4AC91-43D6-AF39-5511-95F8CAB64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Chapter 2: Virtualization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9754A-A1DB-A977-C75F-499A341E1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ACB38-7725-42EE-A7FC-86E643C03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142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D76228-9625-A93E-2A2D-B84CCFDDBD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3DE6D-7F79-25C8-478B-AB91F22443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446F6-91A3-9196-6F46-AC1B9E8BE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876C-8690-47CC-ADCC-00BC5A4606D8}" type="datetime1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96AF3-A2C6-72AA-7ED0-79BE07E17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Chapter 2: Virtualization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741DE-5515-02BE-8834-269AA32B3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ACB38-7725-42EE-A7FC-86E643C03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294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6DE259-6319-1FEC-5ED6-5A4205164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58DC5-8077-A8B0-767F-8D95470EB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43F38-90A8-ACF7-98A1-DED121ABA9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756CA-7539-4E88-8085-FD7EB084F629}" type="datetime1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1F5D2-6452-3832-EB99-2C1A21013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Chapter 2: Virtualization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60395-1A07-26AB-1665-49047EE2D4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ACB38-7725-42EE-A7FC-86E643C03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09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1E3AE-F06F-AD41-4E1D-4C1B38DA2D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2: Virtualization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BD4CFA-B728-C6F3-8FCC-63EEB92AF6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925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9D9FA-EE9C-C6E8-2020-CDC13B5FC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Virtualization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1C53F-F6C3-6A80-9BF8-CA718D7A3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is a technology that allows multiple operating systems and applications to run independently on a single physical hardware system by abstracting hardware resources.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Idea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resources (CPU, memory, storage, network)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decoupled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hardware.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software layer called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hypervisor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manages virtual machines (VMs).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Virtualization?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utilization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cost, power, and space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and flexibility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Example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and Linux simultaneously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one server using VirtualBox, VMware, or Hyper-V.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41238-8193-D60B-E0E2-FD7EB3310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82C44-3486-4467-AD04-B9BBFA1C63F0}" type="datetime1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E9318-E303-109C-521D-AB86383D4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Chapter 2: Virtualization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1F4AA-69A5-8D11-97F5-3595CE9F4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ACB38-7725-42EE-A7FC-86E643C03EE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240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1BF6D-93D5-D853-4996-2392B065A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111E5-4C6B-4FA4-0892-DAAE063BB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Virtualization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B97CA40-A8CE-D144-FFF9-A46FD5619A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1" y="1533639"/>
            <a:ext cx="8882742" cy="4996542"/>
          </a:xfr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9074FDB-E094-7907-287A-F9CF44DAC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E35B8-290B-434C-A4EC-C804AA651B76}" type="datetime1">
              <a:rPr lang="en-IN" smtClean="0"/>
              <a:t>21-01-2026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37C249C-0AD4-3A3A-426C-5FFDB1D90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Chapter 2: Virtualization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25050C2-16DA-62C3-94BC-70BEE33F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ACB38-7725-42EE-A7FC-86E643C03EE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638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60688-2B01-210B-EA07-0FE79AB37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92F27-81C9-8575-C78F-A6D918B44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Virtualized Environments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237DE-0E2E-7AD6-4C0F-B1F281D38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virtualized environment has the following core characteristics: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Abstraction: Hardware details are hidden from users and applications.</a:t>
            </a:r>
          </a:p>
          <a:p>
            <a:pPr lvl="2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VMs see virtual hardware, not physical devices.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Isolation: Each VM operates independently.</a:t>
            </a:r>
          </a:p>
          <a:p>
            <a:pPr lvl="2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or attack on one VM does not affect others.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Encapsulation: A VM is stored as a set of files.</a:t>
            </a:r>
          </a:p>
          <a:p>
            <a:pPr lvl="2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copy, move, snapshot, or backup VMs.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Sharing: CPU, memory, disk, and network are shared dynamically.</a:t>
            </a:r>
          </a:p>
          <a:p>
            <a:pPr lvl="2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Hypervisor allocates resources as needed.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Portability: VMs can be migrated across physical servers.</a:t>
            </a:r>
          </a:p>
          <a:p>
            <a:pPr lvl="2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live migration and disaster recovery.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Resources can be increased or decreased on demand.</a:t>
            </a:r>
          </a:p>
          <a:p>
            <a:pPr lvl="2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elastic cloud workloads.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E1DDA-BDE2-A34B-DB4A-51E0F96FB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9C75F-C06D-44BB-9D44-6F0DDF7C54BD}" type="datetime1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CB0D0-5EF1-E0FC-DA47-021E1B585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Chapter 2: Virtualization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4338F-4B3B-74B1-821F-7A902D4A0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ACB38-7725-42EE-A7FC-86E643C03EE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297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BC795-746E-7ED4-65C2-4A2C86326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A1278-4AEB-2D92-0981-2EC9C6DA5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Taxonomy of Virtualization Techniques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4FC92-102C-AA0D-3BD2-FE9935BB3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086"/>
            <a:ext cx="10515600" cy="4565877"/>
          </a:xfrm>
        </p:spPr>
        <p:txBody>
          <a:bodyPr numCol="2">
            <a:no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techniques can be classified based on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virtualized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is implemented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Hardware Virtualization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Virtualizes physical hardware to create multiple VMs.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Full Virtualization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hardware simulation.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Guest OS runs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unchanged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VMware, VirtualBox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compatibility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overhead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Para-Virtualization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Guest OS is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interact with the hypervisor.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Xen (para-virtual mode)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performance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modification required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Hardware-Assisted Virtualization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CPU support (Intel VT-x, AMD-V).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KVM, Hyper-V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performance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OS modification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44EAD-4140-8D0B-DAA7-A1A62C9BA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E247-B57E-48B8-AB03-0C76BE9E3A1A}" type="datetime1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4C774-F660-C414-9B8A-1FDC567C3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Chapter 2: Virtualization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900E5-0894-9226-EBD7-A19F1CFD8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ACB38-7725-42EE-A7FC-86E643C03EE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923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8236F-EA5A-7E11-6DF8-6080591AD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F8825-092D-5317-0244-7FE861606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Taxonomy of Virtualization Techniques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4B731-8B02-0FA7-8992-4B9043CBE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086"/>
            <a:ext cx="10515600" cy="4565877"/>
          </a:xfrm>
        </p:spPr>
        <p:txBody>
          <a:bodyPr numCol="1">
            <a:noAutofit/>
          </a:bodyPr>
          <a:lstStyle/>
          <a:p>
            <a:pPr marL="457200" indent="-457200">
              <a:buFont typeface="+mj-lt"/>
              <a:buAutoNum type="alphaUcPeriod" startAt="2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System-Level Virtualization (Containerization)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OS kernel shared by multiple containers.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Docker, LXC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startup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OS required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Server Virtualization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physical server → multiple virtual servers.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in data centers and cloud platforms.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Storage Virtualization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multiple storage devices into one logical unit.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SAN, NAS Improved storage utilization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418C3-E8B9-B44B-B581-0BBC7FB7B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05344-88F7-495A-8EE3-C732727AA736}" type="datetime1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0A75E-4CAC-BE76-6497-C2AD58B53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Chapter 2: Virtualization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3CF75-D5DD-222F-86C0-86A334256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ACB38-7725-42EE-A7FC-86E643C03EE5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000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13F49-F029-D236-B52E-4BD32FEBA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85D1E-9D73-E309-0F82-0D18A9AAA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Taxonomy of Virtualization Techniques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7FB86-F173-CCDF-11EE-ABED696A0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086"/>
            <a:ext cx="10515600" cy="4565877"/>
          </a:xfrm>
        </p:spPr>
        <p:txBody>
          <a:bodyPr numCol="1">
            <a:noAutofit/>
          </a:bodyPr>
          <a:lstStyle/>
          <a:p>
            <a:pPr marL="457200" indent="-457200">
              <a:buFont typeface="+mj-lt"/>
              <a:buAutoNum type="alphaUcPeriod" startAt="2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System-Level Virtualization (Containerization)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OS kernel shared by multiple containers.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Docker, LXC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startup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OS required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Server Virtualization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physical server → multiple virtual servers.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in data centers and cloud platforms.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Storage Virtualization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multiple storage devices into one logical unit.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SAN, NAS Improved storage utilization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1C1C4-3821-3B84-CFBD-11D6E9F99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22D4E-A32B-4A16-9C93-156456EFD0DC}" type="datetime1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88920-7E65-0D80-3492-5100DCA7C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Chapter 2: Virtualization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9E5F1-4A0D-DCBE-1518-D565C18B5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ACB38-7725-42EE-A7FC-86E643C03EE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224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44C18-2AFB-0993-9499-2ED8B231B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B8CB3-FEB3-A679-520B-C2459C5C3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Taxonomy of Virtualization Techniques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8CFA-F232-337D-6BC5-CA3B5C4DA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086"/>
            <a:ext cx="10515600" cy="4565877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Network Virtualization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networks over physical infrastructure.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VLAN, SDN, NFV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Flexible network management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F. Desktop Virtualization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desktops run on centralized servers.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VDI (Virtual Desktop Infrastructure)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3A9EA-E852-44B9-8453-D5F434B5C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002CF-7F26-49FE-BA99-721B01E81CD9}" type="datetime1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0C80D-1C58-0953-1158-EEE46313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Chapter 2: Virtualization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298C1-5818-9E41-D32F-1DD79EEB8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ACB38-7725-42EE-A7FC-86E643C03EE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80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D7DF1-7DB4-E66C-B485-091ADB320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B03B3-5066-6767-BA81-8228EC032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Summary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51401-04A1-FF64-7F44-B2969DC59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086"/>
            <a:ext cx="10515600" cy="4565877"/>
          </a:xfrm>
        </p:spPr>
        <p:txBody>
          <a:bodyPr numCol="1">
            <a:no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enables multiple OSs on one piece of hardware.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Hypervisor manages VMs.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 abstraction, isolation, encapsulation.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Types: hardware, OS-level, server, storage, network.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technology of cloud computing.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466506-86DA-6A28-7879-B4A16A618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212C-4332-4556-A6A2-4BEF82C06B51}" type="datetime1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05D18-AEC9-F0DA-A478-5A0FDA99F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Chapter 2: Virtualization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BD945-D295-20D3-700A-9BCFBF872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ACB38-7725-42EE-A7FC-86E643C03EE5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130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623</Words>
  <Application>Microsoft Office PowerPoint</Application>
  <PresentationFormat>Widescreen</PresentationFormat>
  <Paragraphs>99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Chapter 2: Virtualization</vt:lpstr>
      <vt:lpstr>Introduction to Virtualization</vt:lpstr>
      <vt:lpstr>Introduction to Virtualization</vt:lpstr>
      <vt:lpstr>Characteristics of Virtualized Environments</vt:lpstr>
      <vt:lpstr>Taxonomy of Virtualization Techniques</vt:lpstr>
      <vt:lpstr>Taxonomy of Virtualization Techniques</vt:lpstr>
      <vt:lpstr>Taxonomy of Virtualization Techniques</vt:lpstr>
      <vt:lpstr>Taxonomy of Virtualization Techniques</vt:lpstr>
      <vt:lpstr>Session Summary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Abhijeet Pasi</dc:creator>
  <cp:lastModifiedBy>Abhijeet Pasi</cp:lastModifiedBy>
  <cp:revision>1</cp:revision>
  <dcterms:created xsi:type="dcterms:W3CDTF">2026-01-21T08:50:13Z</dcterms:created>
  <dcterms:modified xsi:type="dcterms:W3CDTF">2026-01-21T09:25:44Z</dcterms:modified>
</cp:coreProperties>
</file>